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charts/chart1.xml>
</file>

<file path=ppt/charts/chart2.xml>
</file>

<file path=ppt/charts/chart3.xml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b307199cba3d480c87fee88acc2c0126.png" id="2"/>
          <p:cNvPicPr>
            <a:picLocks noChangeAspect="true"/>
          </p:cNvPicPr>
          <p:nvPr/>
        </p:nvPicPr>
        <p:blipFill>
          <a:blip r:embed="rId2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b307199cba3d480c87fee88acc2c0126.png" id="2"/>
          <p:cNvPicPr>
            <a:picLocks noChangeAspect="true"/>
          </p:cNvPicPr>
          <p:nvPr/>
        </p:nvPicPr>
        <p:blipFill>
          <a:blip r:embed="rId2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media/image1.png" Type="http://schemas.openxmlformats.org/officeDocument/2006/relationships/image"/><Relationship Id="rId4" Target="../slideLayouts/slideLayout2.xml" Type="http://schemas.openxmlformats.org/officeDocument/2006/relationships/slideLayout"/><Relationship Id="rId5" Target="../slideLayouts/slideLayout3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b307199cba3d480c87fee88acc2c0126.png" id="2"/>
          <p:cNvPicPr>
            <a:picLocks noChangeAspect="true"/>
          </p:cNvPicPr>
          <p:nvPr/>
        </p:nvPicPr>
        <p:blipFill>
          <a:blip r:embed="rId3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4"/>
    <p:sldLayoutId id="2147483657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1799771"/>
            <a:ext cx="12187592" cy="3248674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825757" y="5453883"/>
            <a:ext cx="219296" cy="219296"/>
            <a:chOff x="7925386" y="5411601"/>
            <a:chExt cx="219347" cy="219347"/>
          </a:xfrm>
        </p:grpSpPr>
        <p:sp>
          <p:nvSpPr>
            <p:cNvPr name="AutoShape 4" id="4"/>
            <p:cNvSpPr/>
            <p:nvPr/>
          </p:nvSpPr>
          <p:spPr>
            <a:xfrm>
              <a:off x="7925386" y="5411601"/>
              <a:ext cx="219347" cy="219347"/>
            </a:xfrm>
            <a:prstGeom prst="ellipse">
              <a:avLst/>
            </a:prstGeom>
            <a:solidFill>
              <a:srgbClr val="C00000"/>
            </a:solidFill>
          </p:spPr>
          <p:txBody>
            <a:bodyPr vert="horz" anchor="ctr" wrap="none" tIns="45720" lIns="91440" bIns="45720" rIns="91440">
              <a:normAutofit/>
            </a:bodyPr>
            <a:p>
              <a:pPr fontAlgn="base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grpSp>
          <p:nvGrpSpPr>
            <p:cNvPr name="Group 5" id="5"/>
            <p:cNvGrpSpPr/>
            <p:nvPr/>
          </p:nvGrpSpPr>
          <p:grpSpPr>
            <a:xfrm>
              <a:off x="7985075" y="5459482"/>
              <a:ext cx="100336" cy="114060"/>
              <a:chOff x="860980" y="3583766"/>
              <a:chExt cx="100336" cy="114060"/>
            </a:xfrm>
            <a:solidFill>
              <a:schemeClr val="accent1"/>
            </a:solidFill>
          </p:grpSpPr>
          <p:sp>
            <p:nvSpPr>
              <p:cNvPr name="Freeform 6" id="6"/>
              <p:cNvSpPr/>
              <p:nvPr/>
            </p:nvSpPr>
            <p:spPr>
              <a:xfrm>
                <a:off x="884050" y="3583766"/>
                <a:ext cx="53830" cy="53740"/>
              </a:xfrm>
              <a:custGeom>
                <a:avLst/>
                <a:gdLst/>
                <a:ahLst/>
                <a:cxnLst/>
                <a:rect r="r" b="b" t="t" l="l"/>
                <a:pathLst>
                  <a:path w="62" h="62" stroke="true" fill="norm" extrusionOk="true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31" y="11"/>
                    </a:moveTo>
                    <a:cubicBezTo>
                      <a:pt x="20" y="11"/>
                      <a:pt x="11" y="20"/>
                      <a:pt x="11" y="31"/>
                    </a:cubicBezTo>
                    <a:cubicBezTo>
                      <a:pt x="11" y="42"/>
                      <a:pt x="20" y="51"/>
                      <a:pt x="31" y="51"/>
                    </a:cubicBezTo>
                    <a:cubicBezTo>
                      <a:pt x="42" y="51"/>
                      <a:pt x="51" y="42"/>
                      <a:pt x="51" y="31"/>
                    </a:cubicBezTo>
                    <a:cubicBezTo>
                      <a:pt x="51" y="20"/>
                      <a:pt x="42" y="11"/>
                      <a:pt x="31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>
                <a:prstDash val="solid"/>
              </a:ln>
            </p:spPr>
            <p:txBody>
              <a:bodyPr vert="horz" rot="0" anchor="ctr" wrap="square" tIns="45709" lIns="91419" bIns="45709" rIns="91419">
                <a:prstTxWarp prst="textNoShape">
                  <a:avLst/>
                </a:prstTxWarp>
                <a:noAutofit/>
              </a:bodyPr>
              <a:p>
                <a:pPr algn="dist" marL="0"/>
              </a:p>
            </p:txBody>
          </p:sp>
          <p:sp>
            <p:nvSpPr>
              <p:cNvPr name="Freeform 7" id="7"/>
              <p:cNvSpPr/>
              <p:nvPr/>
            </p:nvSpPr>
            <p:spPr>
              <a:xfrm>
                <a:off x="860980" y="3643355"/>
                <a:ext cx="100336" cy="54471"/>
              </a:xfrm>
              <a:custGeom>
                <a:avLst/>
                <a:gdLst/>
                <a:ahLst/>
                <a:cxnLst/>
                <a:rect r="r" b="b" t="t" l="l"/>
                <a:pathLst>
                  <a:path w="116" h="63" stroke="true" fill="norm" extrusionOk="true">
                    <a:moveTo>
                      <a:pt x="111" y="63"/>
                    </a:moveTo>
                    <a:cubicBezTo>
                      <a:pt x="108" y="63"/>
                      <a:pt x="105" y="61"/>
                      <a:pt x="105" y="58"/>
                    </a:cubicBezTo>
                    <a:cubicBezTo>
                      <a:pt x="105" y="32"/>
                      <a:pt x="84" y="11"/>
                      <a:pt x="58" y="11"/>
                    </a:cubicBezTo>
                    <a:cubicBezTo>
                      <a:pt x="32" y="11"/>
                      <a:pt x="11" y="32"/>
                      <a:pt x="11" y="58"/>
                    </a:cubicBezTo>
                    <a:cubicBezTo>
                      <a:pt x="11" y="61"/>
                      <a:pt x="9" y="63"/>
                      <a:pt x="6" y="63"/>
                    </a:cubicBezTo>
                    <a:cubicBezTo>
                      <a:pt x="3" y="63"/>
                      <a:pt x="0" y="61"/>
                      <a:pt x="0" y="58"/>
                    </a:cubicBezTo>
                    <a:cubicBezTo>
                      <a:pt x="0" y="26"/>
                      <a:pt x="26" y="0"/>
                      <a:pt x="58" y="0"/>
                    </a:cubicBezTo>
                    <a:cubicBezTo>
                      <a:pt x="90" y="0"/>
                      <a:pt x="116" y="26"/>
                      <a:pt x="116" y="58"/>
                    </a:cubicBezTo>
                    <a:cubicBezTo>
                      <a:pt x="116" y="61"/>
                      <a:pt x="114" y="63"/>
                      <a:pt x="111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>
                <a:prstDash val="solid"/>
              </a:ln>
            </p:spPr>
            <p:txBody>
              <a:bodyPr vert="horz" rot="0" anchor="ctr" wrap="square" tIns="45709" lIns="91419" bIns="45709" rIns="91419">
                <a:prstTxWarp prst="textNoShape">
                  <a:avLst/>
                </a:prstTxWarp>
                <a:noAutofit/>
              </a:bodyPr>
              <a:p>
                <a:pPr algn="dist" marL="0"/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10800000">
            <a:off x="8305865" y="0"/>
            <a:ext cx="6879904" cy="6858000"/>
            <a:chOff x="-1235122" y="0"/>
            <a:chExt cx="6879904" cy="6858000"/>
          </a:xfrm>
        </p:grpSpPr>
        <p:sp>
          <p:nvSpPr>
            <p:cNvPr name="AutoShape 9" id="9"/>
            <p:cNvSpPr/>
            <p:nvPr/>
          </p:nvSpPr>
          <p:spPr>
            <a:xfrm>
              <a:off x="86123" y="0"/>
              <a:ext cx="5379378" cy="6858000"/>
            </a:xfrm>
            <a:prstGeom prst="chevron">
              <a:avLst>
                <a:gd name="adj" fmla="val 64285"/>
              </a:avLst>
            </a:prstGeom>
            <a:solidFill>
              <a:srgbClr val="F2F2F2"/>
            </a:solidFill>
            <a:ln cap="flat" cmpd="sng">
              <a:prstDash val="solid"/>
            </a:ln>
            <a:effectLst>
              <a:outerShdw algn="tl" blurRad="190500" dir="2700000" dist="63500" rotWithShape="false">
                <a:srgbClr val="000000">
                  <a:alpha val="30000"/>
                </a:srgb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0" id="10"/>
            <p:cNvSpPr/>
            <p:nvPr/>
          </p:nvSpPr>
          <p:spPr>
            <a:xfrm>
              <a:off x="-1235122" y="0"/>
              <a:ext cx="5276669" cy="6858000"/>
            </a:xfrm>
            <a:prstGeom prst="chevron">
              <a:avLst>
                <a:gd name="adj" fmla="val 64060"/>
              </a:avLst>
            </a:prstGeom>
            <a:solidFill>
              <a:srgbClr val="C00000"/>
            </a:solidFill>
            <a:ln cap="flat" cmpd="sng">
              <a:prstDash val="solid"/>
            </a:ln>
            <a:effectLst>
              <a:outerShdw algn="tl" blurRad="190500" dir="2700000" dist="63500" rotWithShape="false">
                <a:srgbClr val="000000">
                  <a:alpha val="30000"/>
                </a:srgb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grpSp>
          <p:nvGrpSpPr>
            <p:cNvPr name="Group 11" id="11"/>
            <p:cNvGrpSpPr/>
            <p:nvPr/>
          </p:nvGrpSpPr>
          <p:grpSpPr>
            <a:xfrm>
              <a:off x="2551014" y="1784473"/>
              <a:ext cx="3093768" cy="3279277"/>
              <a:chOff x="2380692" y="1784886"/>
              <a:chExt cx="3094484" cy="3280036"/>
            </a:xfrm>
          </p:grpSpPr>
          <p:grpSp>
            <p:nvGrpSpPr>
              <p:cNvPr name="Group 12" id="12"/>
              <p:cNvGrpSpPr/>
              <p:nvPr/>
            </p:nvGrpSpPr>
            <p:grpSpPr>
              <a:xfrm rot="5400000">
                <a:off x="2287916" y="1971365"/>
                <a:ext cx="3280036" cy="2907078"/>
                <a:chOff x="3385822" y="2342962"/>
                <a:chExt cx="2463822" cy="2183669"/>
              </a:xfrm>
            </p:grpSpPr>
            <p:sp>
              <p:nvSpPr>
                <p:cNvPr name="Freeform 13" id="13"/>
                <p:cNvSpPr/>
                <p:nvPr/>
              </p:nvSpPr>
              <p:spPr>
                <a:xfrm rot="10800000">
                  <a:off x="3385822" y="2342962"/>
                  <a:ext cx="2463822" cy="218366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/>
                </a:gradFill>
                <a:effectLst>
                  <a:outerShdw algn="tl" blurRad="355600" dir="2700000" dist="88900" rotWithShape="false">
                    <a:srgbClr val="000000">
                      <a:alpha val="28000"/>
                    </a:srgbClr>
                  </a:outerShdw>
                </a:effectLst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" id="14"/>
                <p:cNvSpPr/>
                <p:nvPr/>
              </p:nvSpPr>
              <p:spPr>
                <a:xfrm rot="10800000">
                  <a:off x="3589408" y="2523402"/>
                  <a:ext cx="2056648" cy="18227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effectLst>
                  <a:outerShdw algn="tl" blurRad="254000" dir="2700000" dist="114300" rotWithShape="false">
                    <a:srgbClr val="000000">
                      <a:alpha val="25000"/>
                    </a:srgbClr>
                  </a:outerShdw>
                </a:effectLst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</p:grpSp>
          <p:sp>
            <p:nvSpPr>
              <p:cNvPr name="TextBox 15" id="15"/>
              <p:cNvSpPr txBox="true"/>
              <p:nvPr/>
            </p:nvSpPr>
            <p:spPr>
              <a:xfrm rot="10800000">
                <a:off x="2380692" y="2824602"/>
                <a:ext cx="3094484" cy="1200607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defRPr/>
                </a:pPr>
                <a:endParaRPr lang="en-US" sz="1100"/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1044932" y="5431321"/>
            <a:ext cx="2933616" cy="276999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false" i="false" sz="12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匯報人：</a:t>
            </a:r>
            <a:r>
              <a:rPr lang="en-US" b="false" i="false" sz="12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XXX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174016" y="2827874"/>
            <a:ext cx="8072662" cy="18440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5999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應用於雲基礎設施成本根因分析之AI技術實施方案</a:t>
            </a:r>
            <a:endParaRPr lang="en-US" sz="1100"/>
          </a:p>
        </p:txBody>
      </p:sp>
    </p:spTree>
  </p:cSld>
  <p:clrMapOvr>
    <a:masterClrMapping/>
  </p:clrMapOvr>
  <p:transition spd="slow">
    <p:dissolve/>
  </p:transition>
  <p:timing>
    <p:tnLst>
      <p:par>
        <p:cTn id="2503" dur="indefinite" repeatCount="1000" spd="100%" accel="0%" decel="0%" restart="never" nodeType="tmRoot">
          <p:childTnLst>
            <p:seq concurrent="true" nextAc="seek">
              <p:cTn id="2504" dur="indefinite" repeatCount="1000" spd="100%" accel="0%" decel="0%" nodeType="mainSeq">
                <p:childTnLst>
                  <p:par>
                    <p:cTn id="2505" repeatCount="1000" spd="100%" accel="0%" decel="0%" fill="hold">
                      <p:stCondLst>
                        <p:cond delay="indefinite"/>
                        <p:cond evt="onBegin" delay="0">
                          <p:tn val="2504"/>
                        </p:cond>
                      </p:stCondLst>
                      <p:childTnLst>
                        <p:par>
                          <p:cTn id="250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507" presetID="41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509" dur="1000" repeatCount="1000" spd="100%" accel="0%" decel="0%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0" dur="1000" repeatCount="1000" spd="100%" accel="0%" decel="0%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1" dur="1000" repeatCount="1000" spd="100%" accel="0%" decel="0%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2" dur="1000" repeatCount="1000" spd="100%" accel="0%" decel="0%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508" dur="1000" repeatCount="1000" spd="100%" accel="0%" decel="0%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18"/>
    </p:bldLst>
  </p:timing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805009"/>
            <a:ext cx="2394980" cy="3764715"/>
          </a:xfrm>
          <a:prstGeom prst="rect">
            <a:avLst/>
          </a:prstGeom>
          <a:solidFill>
            <a:srgbClr val="C00000"/>
          </a:solidFill>
          <a:ln cap="flat" cmpd="sng">
            <a:prstDash val="solid"/>
          </a:ln>
          <a:effectLst>
            <a:outerShdw algn="tl" blurRad="190500" dir="2700000" dist="63500" rotWithShape="false">
              <a:srgbClr val="000000">
                <a:alpha val="30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457525" y="2344474"/>
            <a:ext cx="1007878" cy="193854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5999" baseline="0" u="none" altLang="en-US">
                <a:solidFill>
                  <a:srgbClr val="FFFFFF"/>
                </a:solidFill>
                <a:effectLst>
                  <a:outerShdw algn="tl" blurRad="25400" dir="2700000" dist="25400">
                    <a:srgbClr val="000000">
                      <a:alpha val="20000"/>
                    </a:srgbClr>
                  </a:outerShdw>
                </a:effectLst>
                <a:latin typeface="三极正朗黑简体"/>
                <a:ea typeface="三极正朗黑简体"/>
              </a:rPr>
              <a:t>目錄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 rot="5400000">
            <a:off x="-154098" y="3109992"/>
            <a:ext cx="3432321" cy="46155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false" i="false" sz="2400" baseline="0" u="none">
                <a:solidFill>
                  <a:srgbClr val="FFFFFF"/>
                </a:solidFill>
                <a:effectLst>
                  <a:outerShdw algn="tl" blurRad="25400" dir="2700000" dist="25400">
                    <a:srgbClr val="000000">
                      <a:alpha val="20000"/>
                    </a:srgbClr>
                  </a:outerShdw>
                </a:effectLst>
                <a:latin typeface="三极正朗黑简体"/>
                <a:ea typeface="三极正朗黑简体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1813709" y="5027217"/>
            <a:ext cx="375658" cy="375658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1519972" y="4940238"/>
            <a:ext cx="186943" cy="186943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7" id="7"/>
          <p:cNvGrpSpPr/>
          <p:nvPr/>
        </p:nvGrpSpPr>
        <p:grpSpPr>
          <a:xfrm>
            <a:off x="3499396" y="1985894"/>
            <a:ext cx="846568" cy="897328"/>
            <a:chOff x="2380340" y="1784885"/>
            <a:chExt cx="3094487" cy="3280036"/>
          </a:xfrm>
        </p:grpSpPr>
        <p:grpSp>
          <p:nvGrpSpPr>
            <p:cNvPr name="Group 8" id="8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9" id="9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>
              <a:off x="2380340" y="2532171"/>
              <a:ext cx="3094487" cy="1687541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24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01</a:t>
              </a:r>
              <a:endParaRPr lang="en-US" sz="1100"/>
            </a:p>
          </p:txBody>
        </p:sp>
      </p:grpSp>
      <p:grpSp>
        <p:nvGrpSpPr>
          <p:cNvPr name="Group 12" id="12"/>
          <p:cNvGrpSpPr/>
          <p:nvPr/>
        </p:nvGrpSpPr>
        <p:grpSpPr>
          <a:xfrm>
            <a:off x="3485948" y="3192508"/>
            <a:ext cx="846568" cy="897328"/>
            <a:chOff x="2331187" y="1784885"/>
            <a:chExt cx="3094487" cy="3280036"/>
          </a:xfrm>
        </p:grpSpPr>
        <p:grpSp>
          <p:nvGrpSpPr>
            <p:cNvPr name="Group 13" id="13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14" id="1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15" id="1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>
              <a:off x="2331187" y="2433864"/>
              <a:ext cx="3094487" cy="1687150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24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03</a:t>
              </a:r>
              <a:endParaRPr lang="en-US" sz="1100"/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3485948" y="4399123"/>
            <a:ext cx="846568" cy="897328"/>
            <a:chOff x="2331187" y="1784885"/>
            <a:chExt cx="3094487" cy="3280036"/>
          </a:xfrm>
        </p:grpSpPr>
        <p:grpSp>
          <p:nvGrpSpPr>
            <p:cNvPr name="Group 18" id="18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19" id="19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0" id="20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>
              <a:off x="2331187" y="2483018"/>
              <a:ext cx="3094487" cy="1687150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24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05</a:t>
              </a:r>
              <a:endParaRPr lang="en-US" sz="1100"/>
            </a:p>
          </p:txBody>
        </p:sp>
      </p:grpSp>
      <p:sp>
        <p:nvSpPr>
          <p:cNvPr name="TextBox 22" id="22"/>
          <p:cNvSpPr txBox="true"/>
          <p:nvPr/>
        </p:nvSpPr>
        <p:spPr>
          <a:xfrm>
            <a:off x="4557399" y="2136277"/>
            <a:ext cx="2714258" cy="507843"/>
          </a:xfrm>
          <a:prstGeom prst="rect">
            <a:avLst/>
          </a:prstGeom>
          <a:noFill/>
        </p:spPr>
        <p:txBody>
          <a:bodyPr anchor="ctr" rtlCol="false" vert="horz" wrap="square" tIns="45691" lIns="91384" bIns="45691" rIns="91384">
            <a:prstTxWarp prst="textNoShape">
              <a:avLst/>
            </a:prstTxWarp>
            <a:normAutofit/>
          </a:bodyPr>
          <a:lstStyle/>
          <a:p>
            <a:pPr algn="l" indent="0" marL="0">
              <a:defRPr/>
            </a:pPr>
            <a:r>
              <a:rPr lang="zh-CN" b="false" i="false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執行摘要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4557399" y="3342891"/>
            <a:ext cx="2835282" cy="507843"/>
          </a:xfrm>
          <a:prstGeom prst="rect">
            <a:avLst/>
          </a:prstGeom>
          <a:noFill/>
        </p:spPr>
        <p:txBody>
          <a:bodyPr anchor="ctr" rtlCol="false" vert="horz" wrap="square" tIns="45691" lIns="91384" bIns="45691" rIns="91384">
            <a:prstTxWarp prst="textNoShape">
              <a:avLst/>
            </a:prstTxWarp>
            <a:normAutofit/>
          </a:bodyPr>
          <a:lstStyle/>
          <a:p>
            <a:pPr algn="l" indent="0" marL="0">
              <a:defRPr/>
            </a:pPr>
            <a:r>
              <a:rPr lang="zh-CN" b="false" i="false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理解雲基礎設施成本構成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4557399" y="4549506"/>
            <a:ext cx="2714258" cy="507843"/>
          </a:xfrm>
          <a:prstGeom prst="rect">
            <a:avLst/>
          </a:prstGeom>
          <a:noFill/>
        </p:spPr>
        <p:txBody>
          <a:bodyPr anchor="ctr" rtlCol="false" vert="horz" wrap="square" tIns="45691" lIns="91384" bIns="45691" rIns="91384">
            <a:prstTxWarp prst="textNoShape">
              <a:avLst/>
            </a:prstTxWarp>
            <a:normAutofit/>
          </a:bodyPr>
          <a:lstStyle/>
          <a:p>
            <a:pPr algn="l" indent="0" marL="0">
              <a:defRPr/>
            </a:pPr>
            <a:r>
              <a:rPr lang="zh-CN" b="false" i="false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LLM與智能代理實現精密成本分析</a:t>
            </a:r>
            <a:endParaRPr lang="en-US" sz="1100"/>
          </a:p>
        </p:txBody>
      </p:sp>
      <p:grpSp>
        <p:nvGrpSpPr>
          <p:cNvPr name="Group 25" id="25"/>
          <p:cNvGrpSpPr/>
          <p:nvPr/>
        </p:nvGrpSpPr>
        <p:grpSpPr>
          <a:xfrm>
            <a:off x="7418549" y="1985894"/>
            <a:ext cx="846568" cy="897328"/>
            <a:chOff x="2380340" y="1784885"/>
            <a:chExt cx="3094487" cy="3280036"/>
          </a:xfrm>
        </p:grpSpPr>
        <p:grpSp>
          <p:nvGrpSpPr>
            <p:cNvPr name="Group 26" id="26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27" id="27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8" id="28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>
              <a:off x="2380340" y="2532171"/>
              <a:ext cx="3094487" cy="1687541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24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02</a:t>
              </a:r>
              <a:endParaRPr lang="en-US" sz="1100"/>
            </a:p>
          </p:txBody>
        </p:sp>
      </p:grpSp>
      <p:grpSp>
        <p:nvGrpSpPr>
          <p:cNvPr name="Group 30" id="30"/>
          <p:cNvGrpSpPr/>
          <p:nvPr/>
        </p:nvGrpSpPr>
        <p:grpSpPr>
          <a:xfrm>
            <a:off x="7405101" y="3192508"/>
            <a:ext cx="846568" cy="897328"/>
            <a:chOff x="2331187" y="1784885"/>
            <a:chExt cx="3094487" cy="3280036"/>
          </a:xfrm>
        </p:grpSpPr>
        <p:grpSp>
          <p:nvGrpSpPr>
            <p:cNvPr name="Group 31" id="31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32" id="32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3" id="33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>
              <a:off x="2331187" y="2433864"/>
              <a:ext cx="3094487" cy="1687150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24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04</a:t>
              </a:r>
              <a:endParaRPr lang="en-US" sz="1100"/>
            </a:p>
          </p:txBody>
        </p:sp>
      </p:grpSp>
      <p:grpSp>
        <p:nvGrpSpPr>
          <p:cNvPr name="Group 35" id="35"/>
          <p:cNvGrpSpPr/>
          <p:nvPr/>
        </p:nvGrpSpPr>
        <p:grpSpPr>
          <a:xfrm>
            <a:off x="7405101" y="4399123"/>
            <a:ext cx="846568" cy="897328"/>
            <a:chOff x="2331187" y="1784885"/>
            <a:chExt cx="3094487" cy="3280036"/>
          </a:xfrm>
        </p:grpSpPr>
        <p:grpSp>
          <p:nvGrpSpPr>
            <p:cNvPr name="Group 36" id="36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37" id="37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8" id="38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>
              <a:off x="2331187" y="2483018"/>
              <a:ext cx="3094487" cy="1687150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24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06</a:t>
              </a:r>
              <a:endParaRPr lang="en-US" sz="1100"/>
            </a:p>
          </p:txBody>
        </p:sp>
      </p:grpSp>
      <p:sp>
        <p:nvSpPr>
          <p:cNvPr name="TextBox 40" id="40"/>
          <p:cNvSpPr txBox="true"/>
          <p:nvPr/>
        </p:nvSpPr>
        <p:spPr>
          <a:xfrm>
            <a:off x="8476552" y="2136277"/>
            <a:ext cx="2714258" cy="507843"/>
          </a:xfrm>
          <a:prstGeom prst="rect">
            <a:avLst/>
          </a:prstGeom>
          <a:noFill/>
        </p:spPr>
        <p:txBody>
          <a:bodyPr anchor="ctr" rtlCol="false" vert="horz" wrap="square" tIns="45691" lIns="91384" bIns="45691" rIns="91384">
            <a:prstTxWarp prst="textNoShape">
              <a:avLst/>
            </a:prstTxWarp>
            <a:normAutofit/>
          </a:bodyPr>
          <a:lstStyle/>
          <a:p>
            <a:pPr algn="l" indent="0" marL="0">
              <a:defRPr/>
            </a:pPr>
            <a:r>
              <a:rPr lang="zh-CN" b="false" i="false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引言：AI革新雲端成本分析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8476552" y="3342891"/>
            <a:ext cx="2835282" cy="507843"/>
          </a:xfrm>
          <a:prstGeom prst="rect">
            <a:avLst/>
          </a:prstGeom>
          <a:noFill/>
        </p:spPr>
        <p:txBody>
          <a:bodyPr anchor="ctr" rtlCol="false" vert="horz" wrap="square" tIns="45691" lIns="91384" bIns="45691" rIns="91384">
            <a:prstTxWarp prst="textNoShape">
              <a:avLst/>
            </a:prstTxWarp>
            <a:normAutofit/>
          </a:bodyPr>
          <a:lstStyle/>
          <a:p>
            <a:pPr algn="l" indent="0" marL="0">
              <a:defRPr/>
            </a:pPr>
            <a:r>
              <a:rPr lang="zh-CN" b="false" i="false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雲端成本根因分析的核心AI方法論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8476552" y="4549506"/>
            <a:ext cx="2714258" cy="507843"/>
          </a:xfrm>
          <a:prstGeom prst="rect">
            <a:avLst/>
          </a:prstGeom>
          <a:noFill/>
        </p:spPr>
        <p:txBody>
          <a:bodyPr anchor="ctr" rtlCol="false" vert="horz" wrap="square" tIns="45691" lIns="91384" bIns="45691" rIns="91384">
            <a:prstTxWarp prst="textNoShape">
              <a:avLst/>
            </a:prstTxWarp>
            <a:normAutofit/>
          </a:bodyPr>
          <a:lstStyle/>
          <a:p>
            <a:pPr algn="l" indent="0" marL="0">
              <a:defRPr/>
            </a:pPr>
            <a:r>
              <a:rPr lang="zh-CN" b="false" i="false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實施路線圖：分階段方法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4918" dur="indefinite" repeatCount="1000" spd="100%" accel="0%" decel="0%" restart="never" nodeType="tmRoot">
          <p:childTnLst>
            <p:seq concurrent="true" nextAc="seek">
              <p:cTn id="4919" dur="indefinite" repeatCount="1000" spd="100%" accel="0%" decel="0%" nodeType="mainSeq">
                <p:childTnLst>
                  <p:par>
                    <p:cTn id="4920" repeatCount="1000" spd="100%" accel="0%" decel="0%" fill="hold">
                      <p:stCondLst>
                        <p:cond delay="indefinite"/>
                        <p:cond evt="onBegin" delay="0">
                          <p:tn val="4919"/>
                        </p:cond>
                      </p:stCondLst>
                      <p:childTnLst>
                        <p:par>
                          <p:cTn id="492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2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25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28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31" presetID="21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8)" transition="in">
                                      <p:cBhvr>
                                        <p:cTn id="4932" dur="1000" repeatCount="1000" spd="100%" accel="0%" decel="0%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35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38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41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44" presetID="26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46" dur="911" repeatCount="1000" spd="100%" accel="0%" decel="0%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7" dur="332" repeatCount="1000" spd="100%" accel="0%" decel="0%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8" dur="332" repeatCount="1000" spd="100%" accel="0%" decel="0%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9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9" dur="166" repeatCount="1000" spd="100%" accel="0%" decel="0%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27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50" dur="82" repeatCount="1000" spd="100%" accel="0%" decel="0%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81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Effect filter="wipe(down)" transition="in">
                                      <p:cBhvr>
                                        <p:cTn id="4945" dur="290" repeatCount="1000" spd="100%" accel="0%" decel="0%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51" dur="13" repeatCount="1000" spd="100%" accel="0%" decel="0%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52" dur="83" repeatCount="1000" spd="100%" accel="0%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53" dur="13" repeatCount="1000" spd="100%" accel="0%" decel="0%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repeatCount="1000" spd="100%" accel="0%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 repeatCount="1000" spd="100%" accel="0%" decel="0%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repeatCount="1000" spd="100%" accel="0%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 repeatCount="1000" spd="100%" accel="0%" decel="0%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repeatCount="1000" spd="100%" accel="0%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95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56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59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6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65" presetID="19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66" dur="2000" repeatCount="1000" spd="100%" accel="0%" decel="0%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7" dur="2000" repeatCount="1000" spd="100%" accel="0%" decel="0%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#ppt_h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68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7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7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73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7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76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7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79" presetID="12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81" dur="500" repeatCount="1000" spd="100%" accel="0%" decel="0%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>
                                        <p:cTn id="4980" dur="500" repeatCount="1000" spd="100%" accel="0%" decel="0%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2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8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87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9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93" presetID="5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95" dur="1000" repeatCount="1000" spd="100%" accel="0%" decel="0%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96" dur="1000" repeatCount="1000" spd="100%" accel="0%" decel="0%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994" dur="1000" repeatCount="1000" spd="100%" accel="0%" decel="0%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99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02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05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08" presetID="3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in">
                                      <p:cBhvr>
                                        <p:cTn id="5009" dur="1000" repeatCount="1000" spd="100%" accel="0%" decel="0%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1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01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執行摘要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6940" dur="indefinite" repeatCount="1000" spd="100%" accel="0%" decel="0%" restart="never" nodeType="tmRoot">
          <p:childTnLst>
            <p:seq concurrent="true" nextAc="seek">
              <p:cTn id="6941" dur="indefinite" repeatCount="1000" spd="100%" accel="0%" decel="0%" nodeType="mainSeq">
                <p:childTnLst>
                  <p:par>
                    <p:cTn id="6942" repeatCount="1000" spd="100%" accel="0%" decel="0%" fill="hold">
                      <p:stCondLst>
                        <p:cond delay="indefinite"/>
                        <p:cond evt="onBegin" delay="0">
                          <p:tn val="6941"/>
                        </p:cond>
                      </p:stCondLst>
                      <p:childTnLst>
                        <p:par>
                          <p:cTn id="694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944" presetID="3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46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7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8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6945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4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951" presetID="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52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53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5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雲端成本管理挑戰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337727" y="2105384"/>
            <a:ext cx="3465305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accent2"/>
                </a:solidFill>
                <a:latin typeface="Microsoft YaHei"/>
                <a:ea typeface="Microsoft YaHei"/>
              </a:rPr>
              <a:t>傳統方法瓶頸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04951" y="2519898"/>
            <a:ext cx="3255932" cy="1670073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l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雲端環境複雜，傳統成本管理方法難以應對挑戰，成本快速增加，現有分析方法存在限制。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182950" y="1105264"/>
            <a:ext cx="436370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chemeClr val="accent2"/>
                </a:solidFill>
                <a:latin typeface="Microsoft YaHei"/>
                <a:ea typeface="Microsoft YaHei"/>
              </a:rPr>
              <a:t>AI解決方案優勢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597281" y="1452533"/>
            <a:ext cx="3402009" cy="1670073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l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基於AI的框架能處理大量和多樣化的資料來源，快速且準確地識別成本異常，提出優化建議。</a:t>
            </a:r>
          </a:p>
        </p:txBody>
      </p:sp>
      <p:grpSp>
        <p:nvGrpSpPr>
          <p:cNvPr name="Group 13" id="13"/>
          <p:cNvGrpSpPr/>
          <p:nvPr/>
        </p:nvGrpSpPr>
        <p:grpSpPr>
          <a:xfrm>
            <a:off x="530571" y="1443818"/>
            <a:ext cx="10972318" cy="4604557"/>
            <a:chOff x="530571" y="1443818"/>
            <a:chExt cx="10972318" cy="4604557"/>
          </a:xfrm>
        </p:grpSpPr>
        <p:grpSp>
          <p:nvGrpSpPr>
            <p:cNvPr name="Group 14" id="14"/>
            <p:cNvGrpSpPr/>
            <p:nvPr/>
          </p:nvGrpSpPr>
          <p:grpSpPr>
            <a:xfrm>
              <a:off x="3351787" y="2274661"/>
              <a:ext cx="5660572" cy="3773714"/>
              <a:chOff x="3314079" y="2274661"/>
              <a:chExt cx="5660572" cy="3773714"/>
            </a:xfrm>
          </p:grpSpPr>
          <p:sp>
            <p:nvSpPr>
              <p:cNvPr name="AutoShape 15" id="15"/>
              <p:cNvSpPr/>
              <p:nvPr/>
            </p:nvSpPr>
            <p:spPr>
              <a:xfrm>
                <a:off x="4065608" y="2852937"/>
                <a:ext cx="4135120" cy="1867988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16" id="16"/>
              <p:cNvGrpSpPr/>
              <p:nvPr/>
            </p:nvGrpSpPr>
            <p:grpSpPr>
              <a:xfrm>
                <a:off x="4478240" y="3164894"/>
                <a:ext cx="3307514" cy="1369607"/>
                <a:chOff x="232" y="1135"/>
                <a:chExt cx="5250" cy="3012"/>
              </a:xfrm>
              <a:solidFill>
                <a:srgbClr val="FFFFFF"/>
              </a:solidFill>
            </p:grpSpPr>
            <p:sp>
              <p:nvSpPr>
                <p:cNvPr name="Freeform 17" id="17"/>
                <p:cNvSpPr/>
                <p:nvPr/>
              </p:nvSpPr>
              <p:spPr>
                <a:xfrm>
                  <a:off x="1686" y="4104"/>
                  <a:ext cx="45" cy="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38" stroke="true" fill="norm" extrusionOk="true">
                      <a:moveTo>
                        <a:pt x="0" y="30"/>
                      </a:moveTo>
                      <a:lnTo>
                        <a:pt x="10" y="0"/>
                      </a:lnTo>
                      <a:lnTo>
                        <a:pt x="13" y="0"/>
                      </a:lnTo>
                      <a:lnTo>
                        <a:pt x="22" y="12"/>
                      </a:lnTo>
                      <a:lnTo>
                        <a:pt x="40" y="25"/>
                      </a:lnTo>
                      <a:lnTo>
                        <a:pt x="19" y="25"/>
                      </a:lnTo>
                      <a:lnTo>
                        <a:pt x="15" y="37"/>
                      </a:lnTo>
                      <a:lnTo>
                        <a:pt x="0" y="3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" id="18"/>
                <p:cNvSpPr/>
                <p:nvPr/>
              </p:nvSpPr>
              <p:spPr>
                <a:xfrm>
                  <a:off x="1661" y="4098"/>
                  <a:ext cx="40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5" h="38" stroke="true" fill="norm" extrusionOk="true">
                      <a:moveTo>
                        <a:pt x="31" y="5"/>
                      </a:moveTo>
                      <a:lnTo>
                        <a:pt x="21" y="37"/>
                      </a:lnTo>
                      <a:lnTo>
                        <a:pt x="0" y="25"/>
                      </a:lnTo>
                      <a:lnTo>
                        <a:pt x="5" y="7"/>
                      </a:lnTo>
                      <a:lnTo>
                        <a:pt x="14" y="0"/>
                      </a:lnTo>
                      <a:lnTo>
                        <a:pt x="34" y="5"/>
                      </a:lnTo>
                      <a:lnTo>
                        <a:pt x="31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" id="19"/>
                <p:cNvSpPr/>
                <p:nvPr/>
              </p:nvSpPr>
              <p:spPr>
                <a:xfrm>
                  <a:off x="1550" y="3369"/>
                  <a:ext cx="116" cy="75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3" h="674" stroke="true" fill="norm" extrusionOk="true">
                      <a:moveTo>
                        <a:pt x="99" y="623"/>
                      </a:moveTo>
                      <a:lnTo>
                        <a:pt x="56" y="625"/>
                      </a:lnTo>
                      <a:lnTo>
                        <a:pt x="53" y="604"/>
                      </a:lnTo>
                      <a:lnTo>
                        <a:pt x="40" y="597"/>
                      </a:lnTo>
                      <a:lnTo>
                        <a:pt x="38" y="552"/>
                      </a:lnTo>
                      <a:lnTo>
                        <a:pt x="46" y="551"/>
                      </a:lnTo>
                      <a:lnTo>
                        <a:pt x="48" y="538"/>
                      </a:lnTo>
                      <a:lnTo>
                        <a:pt x="49" y="478"/>
                      </a:lnTo>
                      <a:lnTo>
                        <a:pt x="43" y="462"/>
                      </a:lnTo>
                      <a:lnTo>
                        <a:pt x="43" y="438"/>
                      </a:lnTo>
                      <a:lnTo>
                        <a:pt x="38" y="411"/>
                      </a:lnTo>
                      <a:lnTo>
                        <a:pt x="33" y="397"/>
                      </a:lnTo>
                      <a:lnTo>
                        <a:pt x="33" y="385"/>
                      </a:lnTo>
                      <a:lnTo>
                        <a:pt x="44" y="372"/>
                      </a:lnTo>
                      <a:lnTo>
                        <a:pt x="31" y="343"/>
                      </a:lnTo>
                      <a:lnTo>
                        <a:pt x="41" y="326"/>
                      </a:lnTo>
                      <a:lnTo>
                        <a:pt x="48" y="317"/>
                      </a:lnTo>
                      <a:lnTo>
                        <a:pt x="41" y="309"/>
                      </a:lnTo>
                      <a:lnTo>
                        <a:pt x="41" y="287"/>
                      </a:lnTo>
                      <a:lnTo>
                        <a:pt x="49" y="284"/>
                      </a:lnTo>
                      <a:lnTo>
                        <a:pt x="48" y="267"/>
                      </a:lnTo>
                      <a:lnTo>
                        <a:pt x="41" y="265"/>
                      </a:lnTo>
                      <a:lnTo>
                        <a:pt x="40" y="240"/>
                      </a:lnTo>
                      <a:lnTo>
                        <a:pt x="47" y="235"/>
                      </a:lnTo>
                      <a:lnTo>
                        <a:pt x="45" y="222"/>
                      </a:lnTo>
                      <a:lnTo>
                        <a:pt x="42" y="198"/>
                      </a:lnTo>
                      <a:lnTo>
                        <a:pt x="48" y="189"/>
                      </a:lnTo>
                      <a:lnTo>
                        <a:pt x="49" y="175"/>
                      </a:lnTo>
                      <a:lnTo>
                        <a:pt x="59" y="168"/>
                      </a:lnTo>
                      <a:lnTo>
                        <a:pt x="63" y="155"/>
                      </a:lnTo>
                      <a:lnTo>
                        <a:pt x="55" y="144"/>
                      </a:lnTo>
                      <a:lnTo>
                        <a:pt x="64" y="134"/>
                      </a:lnTo>
                      <a:lnTo>
                        <a:pt x="64" y="115"/>
                      </a:lnTo>
                      <a:lnTo>
                        <a:pt x="73" y="112"/>
                      </a:lnTo>
                      <a:lnTo>
                        <a:pt x="74" y="93"/>
                      </a:lnTo>
                      <a:lnTo>
                        <a:pt x="64" y="87"/>
                      </a:lnTo>
                      <a:lnTo>
                        <a:pt x="54" y="67"/>
                      </a:lnTo>
                      <a:lnTo>
                        <a:pt x="54" y="36"/>
                      </a:lnTo>
                      <a:lnTo>
                        <a:pt x="40" y="23"/>
                      </a:lnTo>
                      <a:lnTo>
                        <a:pt x="38" y="8"/>
                      </a:lnTo>
                      <a:lnTo>
                        <a:pt x="31" y="0"/>
                      </a:lnTo>
                      <a:lnTo>
                        <a:pt x="21" y="10"/>
                      </a:lnTo>
                      <a:lnTo>
                        <a:pt x="24" y="31"/>
                      </a:lnTo>
                      <a:lnTo>
                        <a:pt x="28" y="39"/>
                      </a:lnTo>
                      <a:lnTo>
                        <a:pt x="29" y="97"/>
                      </a:lnTo>
                      <a:lnTo>
                        <a:pt x="23" y="104"/>
                      </a:lnTo>
                      <a:lnTo>
                        <a:pt x="23" y="112"/>
                      </a:lnTo>
                      <a:lnTo>
                        <a:pt x="28" y="112"/>
                      </a:lnTo>
                      <a:lnTo>
                        <a:pt x="28" y="147"/>
                      </a:lnTo>
                      <a:lnTo>
                        <a:pt x="24" y="147"/>
                      </a:lnTo>
                      <a:lnTo>
                        <a:pt x="23" y="187"/>
                      </a:lnTo>
                      <a:lnTo>
                        <a:pt x="13" y="187"/>
                      </a:lnTo>
                      <a:lnTo>
                        <a:pt x="18" y="196"/>
                      </a:lnTo>
                      <a:lnTo>
                        <a:pt x="14" y="216"/>
                      </a:lnTo>
                      <a:lnTo>
                        <a:pt x="11" y="266"/>
                      </a:lnTo>
                      <a:lnTo>
                        <a:pt x="15" y="268"/>
                      </a:lnTo>
                      <a:lnTo>
                        <a:pt x="9" y="330"/>
                      </a:lnTo>
                      <a:lnTo>
                        <a:pt x="4" y="340"/>
                      </a:lnTo>
                      <a:lnTo>
                        <a:pt x="0" y="346"/>
                      </a:lnTo>
                      <a:lnTo>
                        <a:pt x="11" y="437"/>
                      </a:lnTo>
                      <a:lnTo>
                        <a:pt x="5" y="451"/>
                      </a:lnTo>
                      <a:lnTo>
                        <a:pt x="15" y="451"/>
                      </a:lnTo>
                      <a:lnTo>
                        <a:pt x="18" y="454"/>
                      </a:lnTo>
                      <a:lnTo>
                        <a:pt x="20" y="499"/>
                      </a:lnTo>
                      <a:lnTo>
                        <a:pt x="14" y="512"/>
                      </a:lnTo>
                      <a:lnTo>
                        <a:pt x="13" y="535"/>
                      </a:lnTo>
                      <a:lnTo>
                        <a:pt x="23" y="540"/>
                      </a:lnTo>
                      <a:lnTo>
                        <a:pt x="13" y="566"/>
                      </a:lnTo>
                      <a:lnTo>
                        <a:pt x="20" y="592"/>
                      </a:lnTo>
                      <a:lnTo>
                        <a:pt x="28" y="605"/>
                      </a:lnTo>
                      <a:lnTo>
                        <a:pt x="38" y="610"/>
                      </a:lnTo>
                      <a:lnTo>
                        <a:pt x="40" y="625"/>
                      </a:lnTo>
                      <a:lnTo>
                        <a:pt x="44" y="632"/>
                      </a:lnTo>
                      <a:lnTo>
                        <a:pt x="54" y="637"/>
                      </a:lnTo>
                      <a:lnTo>
                        <a:pt x="59" y="647"/>
                      </a:lnTo>
                      <a:lnTo>
                        <a:pt x="72" y="654"/>
                      </a:lnTo>
                      <a:lnTo>
                        <a:pt x="80" y="662"/>
                      </a:lnTo>
                      <a:lnTo>
                        <a:pt x="87" y="673"/>
                      </a:lnTo>
                      <a:lnTo>
                        <a:pt x="91" y="656"/>
                      </a:lnTo>
                      <a:lnTo>
                        <a:pt x="102" y="650"/>
                      </a:lnTo>
                      <a:lnTo>
                        <a:pt x="99" y="62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" id="20"/>
                <p:cNvSpPr/>
                <p:nvPr/>
              </p:nvSpPr>
              <p:spPr>
                <a:xfrm>
                  <a:off x="1513" y="2667"/>
                  <a:ext cx="48" cy="4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3" h="41" stroke="true" fill="norm" extrusionOk="true">
                      <a:moveTo>
                        <a:pt x="32" y="1"/>
                      </a:moveTo>
                      <a:lnTo>
                        <a:pt x="26" y="14"/>
                      </a:lnTo>
                      <a:lnTo>
                        <a:pt x="32" y="21"/>
                      </a:lnTo>
                      <a:lnTo>
                        <a:pt x="23" y="26"/>
                      </a:lnTo>
                      <a:lnTo>
                        <a:pt x="0" y="26"/>
                      </a:lnTo>
                      <a:lnTo>
                        <a:pt x="3" y="37"/>
                      </a:lnTo>
                      <a:lnTo>
                        <a:pt x="21" y="38"/>
                      </a:lnTo>
                      <a:lnTo>
                        <a:pt x="37" y="40"/>
                      </a:lnTo>
                      <a:lnTo>
                        <a:pt x="42" y="29"/>
                      </a:lnTo>
                      <a:lnTo>
                        <a:pt x="42" y="8"/>
                      </a:lnTo>
                      <a:lnTo>
                        <a:pt x="42" y="0"/>
                      </a:lnTo>
                      <a:lnTo>
                        <a:pt x="32" y="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" id="21"/>
                <p:cNvSpPr/>
                <p:nvPr/>
              </p:nvSpPr>
              <p:spPr>
                <a:xfrm>
                  <a:off x="857" y="2422"/>
                  <a:ext cx="462" cy="3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2" h="312" stroke="true" fill="norm" extrusionOk="true">
                      <a:moveTo>
                        <a:pt x="265" y="119"/>
                      </a:moveTo>
                      <a:lnTo>
                        <a:pt x="245" y="119"/>
                      </a:lnTo>
                      <a:lnTo>
                        <a:pt x="241" y="99"/>
                      </a:lnTo>
                      <a:lnTo>
                        <a:pt x="229" y="93"/>
                      </a:lnTo>
                      <a:lnTo>
                        <a:pt x="225" y="72"/>
                      </a:lnTo>
                      <a:lnTo>
                        <a:pt x="216" y="60"/>
                      </a:lnTo>
                      <a:lnTo>
                        <a:pt x="201" y="49"/>
                      </a:lnTo>
                      <a:lnTo>
                        <a:pt x="196" y="70"/>
                      </a:lnTo>
                      <a:lnTo>
                        <a:pt x="181" y="70"/>
                      </a:lnTo>
                      <a:lnTo>
                        <a:pt x="174" y="45"/>
                      </a:lnTo>
                      <a:lnTo>
                        <a:pt x="165" y="43"/>
                      </a:lnTo>
                      <a:lnTo>
                        <a:pt x="164" y="29"/>
                      </a:lnTo>
                      <a:lnTo>
                        <a:pt x="152" y="26"/>
                      </a:lnTo>
                      <a:lnTo>
                        <a:pt x="147" y="11"/>
                      </a:lnTo>
                      <a:lnTo>
                        <a:pt x="137" y="19"/>
                      </a:lnTo>
                      <a:lnTo>
                        <a:pt x="125" y="20"/>
                      </a:lnTo>
                      <a:lnTo>
                        <a:pt x="122" y="29"/>
                      </a:lnTo>
                      <a:lnTo>
                        <a:pt x="101" y="29"/>
                      </a:lnTo>
                      <a:lnTo>
                        <a:pt x="85" y="36"/>
                      </a:lnTo>
                      <a:lnTo>
                        <a:pt x="63" y="31"/>
                      </a:lnTo>
                      <a:lnTo>
                        <a:pt x="47" y="15"/>
                      </a:lnTo>
                      <a:lnTo>
                        <a:pt x="35" y="11"/>
                      </a:lnTo>
                      <a:lnTo>
                        <a:pt x="31" y="2"/>
                      </a:lnTo>
                      <a:lnTo>
                        <a:pt x="0" y="0"/>
                      </a:lnTo>
                      <a:lnTo>
                        <a:pt x="3" y="37"/>
                      </a:lnTo>
                      <a:lnTo>
                        <a:pt x="16" y="53"/>
                      </a:lnTo>
                      <a:lnTo>
                        <a:pt x="29" y="73"/>
                      </a:lnTo>
                      <a:lnTo>
                        <a:pt x="25" y="87"/>
                      </a:lnTo>
                      <a:lnTo>
                        <a:pt x="17" y="92"/>
                      </a:lnTo>
                      <a:lnTo>
                        <a:pt x="41" y="110"/>
                      </a:lnTo>
                      <a:lnTo>
                        <a:pt x="57" y="123"/>
                      </a:lnTo>
                      <a:lnTo>
                        <a:pt x="59" y="146"/>
                      </a:lnTo>
                      <a:lnTo>
                        <a:pt x="87" y="177"/>
                      </a:lnTo>
                      <a:lnTo>
                        <a:pt x="98" y="177"/>
                      </a:lnTo>
                      <a:lnTo>
                        <a:pt x="91" y="154"/>
                      </a:lnTo>
                      <a:lnTo>
                        <a:pt x="78" y="129"/>
                      </a:lnTo>
                      <a:lnTo>
                        <a:pt x="69" y="105"/>
                      </a:lnTo>
                      <a:lnTo>
                        <a:pt x="51" y="83"/>
                      </a:lnTo>
                      <a:lnTo>
                        <a:pt x="40" y="63"/>
                      </a:lnTo>
                      <a:lnTo>
                        <a:pt x="31" y="45"/>
                      </a:lnTo>
                      <a:lnTo>
                        <a:pt x="31" y="22"/>
                      </a:lnTo>
                      <a:lnTo>
                        <a:pt x="41" y="28"/>
                      </a:lnTo>
                      <a:lnTo>
                        <a:pt x="52" y="40"/>
                      </a:lnTo>
                      <a:lnTo>
                        <a:pt x="64" y="49"/>
                      </a:lnTo>
                      <a:lnTo>
                        <a:pt x="66" y="76"/>
                      </a:lnTo>
                      <a:lnTo>
                        <a:pt x="78" y="88"/>
                      </a:lnTo>
                      <a:lnTo>
                        <a:pt x="89" y="106"/>
                      </a:lnTo>
                      <a:lnTo>
                        <a:pt x="97" y="112"/>
                      </a:lnTo>
                      <a:lnTo>
                        <a:pt x="96" y="127"/>
                      </a:lnTo>
                      <a:lnTo>
                        <a:pt x="110" y="132"/>
                      </a:lnTo>
                      <a:lnTo>
                        <a:pt x="111" y="150"/>
                      </a:lnTo>
                      <a:lnTo>
                        <a:pt x="129" y="158"/>
                      </a:lnTo>
                      <a:lnTo>
                        <a:pt x="129" y="171"/>
                      </a:lnTo>
                      <a:lnTo>
                        <a:pt x="140" y="172"/>
                      </a:lnTo>
                      <a:lnTo>
                        <a:pt x="141" y="190"/>
                      </a:lnTo>
                      <a:lnTo>
                        <a:pt x="147" y="207"/>
                      </a:lnTo>
                      <a:lnTo>
                        <a:pt x="142" y="222"/>
                      </a:lnTo>
                      <a:lnTo>
                        <a:pt x="156" y="230"/>
                      </a:lnTo>
                      <a:lnTo>
                        <a:pt x="235" y="282"/>
                      </a:lnTo>
                      <a:lnTo>
                        <a:pt x="275" y="295"/>
                      </a:lnTo>
                      <a:lnTo>
                        <a:pt x="288" y="286"/>
                      </a:lnTo>
                      <a:lnTo>
                        <a:pt x="299" y="291"/>
                      </a:lnTo>
                      <a:lnTo>
                        <a:pt x="316" y="297"/>
                      </a:lnTo>
                      <a:lnTo>
                        <a:pt x="327" y="311"/>
                      </a:lnTo>
                      <a:lnTo>
                        <a:pt x="333" y="293"/>
                      </a:lnTo>
                      <a:lnTo>
                        <a:pt x="346" y="290"/>
                      </a:lnTo>
                      <a:lnTo>
                        <a:pt x="348" y="272"/>
                      </a:lnTo>
                      <a:lnTo>
                        <a:pt x="370" y="263"/>
                      </a:lnTo>
                      <a:lnTo>
                        <a:pt x="378" y="260"/>
                      </a:lnTo>
                      <a:lnTo>
                        <a:pt x="396" y="250"/>
                      </a:lnTo>
                      <a:lnTo>
                        <a:pt x="406" y="237"/>
                      </a:lnTo>
                      <a:lnTo>
                        <a:pt x="405" y="218"/>
                      </a:lnTo>
                      <a:lnTo>
                        <a:pt x="411" y="214"/>
                      </a:lnTo>
                      <a:lnTo>
                        <a:pt x="408" y="200"/>
                      </a:lnTo>
                      <a:lnTo>
                        <a:pt x="375" y="197"/>
                      </a:lnTo>
                      <a:lnTo>
                        <a:pt x="362" y="208"/>
                      </a:lnTo>
                      <a:lnTo>
                        <a:pt x="347" y="238"/>
                      </a:lnTo>
                      <a:lnTo>
                        <a:pt x="325" y="245"/>
                      </a:lnTo>
                      <a:lnTo>
                        <a:pt x="293" y="246"/>
                      </a:lnTo>
                      <a:lnTo>
                        <a:pt x="269" y="229"/>
                      </a:lnTo>
                      <a:lnTo>
                        <a:pt x="262" y="188"/>
                      </a:lnTo>
                      <a:lnTo>
                        <a:pt x="254" y="160"/>
                      </a:lnTo>
                      <a:lnTo>
                        <a:pt x="261" y="139"/>
                      </a:lnTo>
                      <a:lnTo>
                        <a:pt x="265" y="1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" id="22"/>
                <p:cNvSpPr/>
                <p:nvPr/>
              </p:nvSpPr>
              <p:spPr>
                <a:xfrm>
                  <a:off x="1261" y="2747"/>
                  <a:ext cx="110" cy="5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8" h="49" stroke="true" fill="norm" extrusionOk="true">
                      <a:moveTo>
                        <a:pt x="15" y="8"/>
                      </a:moveTo>
                      <a:lnTo>
                        <a:pt x="13" y="20"/>
                      </a:lnTo>
                      <a:lnTo>
                        <a:pt x="3" y="20"/>
                      </a:lnTo>
                      <a:lnTo>
                        <a:pt x="0" y="34"/>
                      </a:lnTo>
                      <a:lnTo>
                        <a:pt x="11" y="29"/>
                      </a:lnTo>
                      <a:lnTo>
                        <a:pt x="27" y="29"/>
                      </a:lnTo>
                      <a:lnTo>
                        <a:pt x="29" y="48"/>
                      </a:lnTo>
                      <a:lnTo>
                        <a:pt x="42" y="40"/>
                      </a:lnTo>
                      <a:lnTo>
                        <a:pt x="61" y="40"/>
                      </a:lnTo>
                      <a:lnTo>
                        <a:pt x="66" y="25"/>
                      </a:lnTo>
                      <a:lnTo>
                        <a:pt x="88" y="25"/>
                      </a:lnTo>
                      <a:lnTo>
                        <a:pt x="97" y="14"/>
                      </a:lnTo>
                      <a:lnTo>
                        <a:pt x="82" y="10"/>
                      </a:lnTo>
                      <a:lnTo>
                        <a:pt x="73" y="1"/>
                      </a:lnTo>
                      <a:lnTo>
                        <a:pt x="50" y="1"/>
                      </a:lnTo>
                      <a:lnTo>
                        <a:pt x="40" y="8"/>
                      </a:lnTo>
                      <a:lnTo>
                        <a:pt x="35" y="0"/>
                      </a:lnTo>
                      <a:lnTo>
                        <a:pt x="24" y="7"/>
                      </a:lnTo>
                      <a:lnTo>
                        <a:pt x="15" y="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" id="23"/>
                <p:cNvSpPr/>
                <p:nvPr/>
              </p:nvSpPr>
              <p:spPr>
                <a:xfrm>
                  <a:off x="1293" y="2775"/>
                  <a:ext cx="74" cy="7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6" h="63" stroke="true" fill="norm" extrusionOk="true">
                      <a:moveTo>
                        <a:pt x="60" y="0"/>
                      </a:moveTo>
                      <a:lnTo>
                        <a:pt x="38" y="0"/>
                      </a:lnTo>
                      <a:lnTo>
                        <a:pt x="33" y="14"/>
                      </a:lnTo>
                      <a:lnTo>
                        <a:pt x="14" y="15"/>
                      </a:lnTo>
                      <a:lnTo>
                        <a:pt x="0" y="23"/>
                      </a:lnTo>
                      <a:lnTo>
                        <a:pt x="8" y="31"/>
                      </a:lnTo>
                      <a:lnTo>
                        <a:pt x="15" y="49"/>
                      </a:lnTo>
                      <a:lnTo>
                        <a:pt x="25" y="60"/>
                      </a:lnTo>
                      <a:lnTo>
                        <a:pt x="56" y="62"/>
                      </a:lnTo>
                      <a:lnTo>
                        <a:pt x="60" y="18"/>
                      </a:lnTo>
                      <a:lnTo>
                        <a:pt x="65" y="7"/>
                      </a:lnTo>
                      <a:lnTo>
                        <a:pt x="6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" id="24"/>
                <p:cNvSpPr/>
                <p:nvPr/>
              </p:nvSpPr>
              <p:spPr>
                <a:xfrm>
                  <a:off x="1585" y="3454"/>
                  <a:ext cx="272" cy="61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43" h="550" stroke="true" fill="norm" extrusionOk="true">
                      <a:moveTo>
                        <a:pt x="44" y="19"/>
                      </a:moveTo>
                      <a:lnTo>
                        <a:pt x="53" y="0"/>
                      </a:lnTo>
                      <a:lnTo>
                        <a:pt x="67" y="11"/>
                      </a:lnTo>
                      <a:lnTo>
                        <a:pt x="84" y="17"/>
                      </a:lnTo>
                      <a:lnTo>
                        <a:pt x="101" y="3"/>
                      </a:lnTo>
                      <a:lnTo>
                        <a:pt x="110" y="13"/>
                      </a:lnTo>
                      <a:lnTo>
                        <a:pt x="124" y="19"/>
                      </a:lnTo>
                      <a:lnTo>
                        <a:pt x="128" y="26"/>
                      </a:lnTo>
                      <a:lnTo>
                        <a:pt x="137" y="30"/>
                      </a:lnTo>
                      <a:lnTo>
                        <a:pt x="145" y="37"/>
                      </a:lnTo>
                      <a:lnTo>
                        <a:pt x="149" y="47"/>
                      </a:lnTo>
                      <a:lnTo>
                        <a:pt x="170" y="49"/>
                      </a:lnTo>
                      <a:lnTo>
                        <a:pt x="174" y="52"/>
                      </a:lnTo>
                      <a:lnTo>
                        <a:pt x="179" y="57"/>
                      </a:lnTo>
                      <a:lnTo>
                        <a:pt x="173" y="78"/>
                      </a:lnTo>
                      <a:lnTo>
                        <a:pt x="170" y="92"/>
                      </a:lnTo>
                      <a:lnTo>
                        <a:pt x="215" y="92"/>
                      </a:lnTo>
                      <a:lnTo>
                        <a:pt x="216" y="85"/>
                      </a:lnTo>
                      <a:lnTo>
                        <a:pt x="225" y="79"/>
                      </a:lnTo>
                      <a:lnTo>
                        <a:pt x="232" y="67"/>
                      </a:lnTo>
                      <a:lnTo>
                        <a:pt x="234" y="82"/>
                      </a:lnTo>
                      <a:lnTo>
                        <a:pt x="241" y="82"/>
                      </a:lnTo>
                      <a:lnTo>
                        <a:pt x="242" y="94"/>
                      </a:lnTo>
                      <a:lnTo>
                        <a:pt x="231" y="96"/>
                      </a:lnTo>
                      <a:lnTo>
                        <a:pt x="223" y="106"/>
                      </a:lnTo>
                      <a:lnTo>
                        <a:pt x="217" y="108"/>
                      </a:lnTo>
                      <a:lnTo>
                        <a:pt x="209" y="119"/>
                      </a:lnTo>
                      <a:lnTo>
                        <a:pt x="201" y="128"/>
                      </a:lnTo>
                      <a:lnTo>
                        <a:pt x="195" y="139"/>
                      </a:lnTo>
                      <a:lnTo>
                        <a:pt x="188" y="149"/>
                      </a:lnTo>
                      <a:lnTo>
                        <a:pt x="179" y="163"/>
                      </a:lnTo>
                      <a:lnTo>
                        <a:pt x="177" y="179"/>
                      </a:lnTo>
                      <a:lnTo>
                        <a:pt x="179" y="202"/>
                      </a:lnTo>
                      <a:lnTo>
                        <a:pt x="183" y="219"/>
                      </a:lnTo>
                      <a:lnTo>
                        <a:pt x="189" y="216"/>
                      </a:lnTo>
                      <a:lnTo>
                        <a:pt x="189" y="224"/>
                      </a:lnTo>
                      <a:lnTo>
                        <a:pt x="195" y="227"/>
                      </a:lnTo>
                      <a:lnTo>
                        <a:pt x="204" y="228"/>
                      </a:lnTo>
                      <a:lnTo>
                        <a:pt x="204" y="249"/>
                      </a:lnTo>
                      <a:lnTo>
                        <a:pt x="212" y="252"/>
                      </a:lnTo>
                      <a:lnTo>
                        <a:pt x="210" y="271"/>
                      </a:lnTo>
                      <a:lnTo>
                        <a:pt x="201" y="277"/>
                      </a:lnTo>
                      <a:lnTo>
                        <a:pt x="189" y="279"/>
                      </a:lnTo>
                      <a:lnTo>
                        <a:pt x="185" y="289"/>
                      </a:lnTo>
                      <a:lnTo>
                        <a:pt x="178" y="290"/>
                      </a:lnTo>
                      <a:lnTo>
                        <a:pt x="151" y="295"/>
                      </a:lnTo>
                      <a:lnTo>
                        <a:pt x="141" y="296"/>
                      </a:lnTo>
                      <a:lnTo>
                        <a:pt x="138" y="301"/>
                      </a:lnTo>
                      <a:lnTo>
                        <a:pt x="141" y="316"/>
                      </a:lnTo>
                      <a:lnTo>
                        <a:pt x="141" y="336"/>
                      </a:lnTo>
                      <a:lnTo>
                        <a:pt x="127" y="341"/>
                      </a:lnTo>
                      <a:lnTo>
                        <a:pt x="104" y="329"/>
                      </a:lnTo>
                      <a:lnTo>
                        <a:pt x="101" y="344"/>
                      </a:lnTo>
                      <a:lnTo>
                        <a:pt x="112" y="352"/>
                      </a:lnTo>
                      <a:lnTo>
                        <a:pt x="116" y="362"/>
                      </a:lnTo>
                      <a:lnTo>
                        <a:pt x="119" y="374"/>
                      </a:lnTo>
                      <a:lnTo>
                        <a:pt x="113" y="380"/>
                      </a:lnTo>
                      <a:lnTo>
                        <a:pt x="107" y="388"/>
                      </a:lnTo>
                      <a:lnTo>
                        <a:pt x="101" y="407"/>
                      </a:lnTo>
                      <a:lnTo>
                        <a:pt x="93" y="410"/>
                      </a:lnTo>
                      <a:lnTo>
                        <a:pt x="91" y="418"/>
                      </a:lnTo>
                      <a:lnTo>
                        <a:pt x="81" y="421"/>
                      </a:lnTo>
                      <a:lnTo>
                        <a:pt x="79" y="441"/>
                      </a:lnTo>
                      <a:lnTo>
                        <a:pt x="101" y="450"/>
                      </a:lnTo>
                      <a:lnTo>
                        <a:pt x="101" y="460"/>
                      </a:lnTo>
                      <a:lnTo>
                        <a:pt x="101" y="469"/>
                      </a:lnTo>
                      <a:lnTo>
                        <a:pt x="93" y="475"/>
                      </a:lnTo>
                      <a:lnTo>
                        <a:pt x="87" y="483"/>
                      </a:lnTo>
                      <a:lnTo>
                        <a:pt x="88" y="507"/>
                      </a:lnTo>
                      <a:lnTo>
                        <a:pt x="77" y="510"/>
                      </a:lnTo>
                      <a:lnTo>
                        <a:pt x="69" y="516"/>
                      </a:lnTo>
                      <a:lnTo>
                        <a:pt x="70" y="529"/>
                      </a:lnTo>
                      <a:lnTo>
                        <a:pt x="69" y="547"/>
                      </a:lnTo>
                      <a:lnTo>
                        <a:pt x="25" y="549"/>
                      </a:lnTo>
                      <a:lnTo>
                        <a:pt x="22" y="529"/>
                      </a:lnTo>
                      <a:lnTo>
                        <a:pt x="9" y="522"/>
                      </a:lnTo>
                      <a:lnTo>
                        <a:pt x="7" y="477"/>
                      </a:lnTo>
                      <a:lnTo>
                        <a:pt x="15" y="475"/>
                      </a:lnTo>
                      <a:lnTo>
                        <a:pt x="18" y="463"/>
                      </a:lnTo>
                      <a:lnTo>
                        <a:pt x="19" y="402"/>
                      </a:lnTo>
                      <a:lnTo>
                        <a:pt x="13" y="386"/>
                      </a:lnTo>
                      <a:lnTo>
                        <a:pt x="12" y="363"/>
                      </a:lnTo>
                      <a:lnTo>
                        <a:pt x="8" y="336"/>
                      </a:lnTo>
                      <a:lnTo>
                        <a:pt x="2" y="322"/>
                      </a:lnTo>
                      <a:lnTo>
                        <a:pt x="3" y="310"/>
                      </a:lnTo>
                      <a:lnTo>
                        <a:pt x="14" y="297"/>
                      </a:lnTo>
                      <a:lnTo>
                        <a:pt x="0" y="268"/>
                      </a:lnTo>
                      <a:lnTo>
                        <a:pt x="10" y="251"/>
                      </a:lnTo>
                      <a:lnTo>
                        <a:pt x="17" y="241"/>
                      </a:lnTo>
                      <a:lnTo>
                        <a:pt x="10" y="234"/>
                      </a:lnTo>
                      <a:lnTo>
                        <a:pt x="10" y="212"/>
                      </a:lnTo>
                      <a:lnTo>
                        <a:pt x="19" y="209"/>
                      </a:lnTo>
                      <a:lnTo>
                        <a:pt x="17" y="192"/>
                      </a:lnTo>
                      <a:lnTo>
                        <a:pt x="10" y="190"/>
                      </a:lnTo>
                      <a:lnTo>
                        <a:pt x="9" y="165"/>
                      </a:lnTo>
                      <a:lnTo>
                        <a:pt x="16" y="160"/>
                      </a:lnTo>
                      <a:lnTo>
                        <a:pt x="14" y="147"/>
                      </a:lnTo>
                      <a:lnTo>
                        <a:pt x="11" y="123"/>
                      </a:lnTo>
                      <a:lnTo>
                        <a:pt x="17" y="114"/>
                      </a:lnTo>
                      <a:lnTo>
                        <a:pt x="19" y="100"/>
                      </a:lnTo>
                      <a:lnTo>
                        <a:pt x="28" y="93"/>
                      </a:lnTo>
                      <a:lnTo>
                        <a:pt x="32" y="80"/>
                      </a:lnTo>
                      <a:lnTo>
                        <a:pt x="25" y="69"/>
                      </a:lnTo>
                      <a:lnTo>
                        <a:pt x="33" y="59"/>
                      </a:lnTo>
                      <a:lnTo>
                        <a:pt x="34" y="40"/>
                      </a:lnTo>
                      <a:lnTo>
                        <a:pt x="42" y="37"/>
                      </a:lnTo>
                      <a:lnTo>
                        <a:pt x="44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" id="25"/>
                <p:cNvSpPr/>
                <p:nvPr/>
              </p:nvSpPr>
              <p:spPr>
                <a:xfrm>
                  <a:off x="1698" y="3398"/>
                  <a:ext cx="147" cy="16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2" h="142" stroke="true" fill="norm" extrusionOk="true">
                      <a:moveTo>
                        <a:pt x="23" y="68"/>
                      </a:moveTo>
                      <a:lnTo>
                        <a:pt x="27" y="75"/>
                      </a:lnTo>
                      <a:lnTo>
                        <a:pt x="36" y="79"/>
                      </a:lnTo>
                      <a:lnTo>
                        <a:pt x="44" y="86"/>
                      </a:lnTo>
                      <a:lnTo>
                        <a:pt x="48" y="95"/>
                      </a:lnTo>
                      <a:lnTo>
                        <a:pt x="69" y="98"/>
                      </a:lnTo>
                      <a:lnTo>
                        <a:pt x="74" y="100"/>
                      </a:lnTo>
                      <a:lnTo>
                        <a:pt x="78" y="106"/>
                      </a:lnTo>
                      <a:lnTo>
                        <a:pt x="73" y="127"/>
                      </a:lnTo>
                      <a:lnTo>
                        <a:pt x="69" y="140"/>
                      </a:lnTo>
                      <a:lnTo>
                        <a:pt x="114" y="141"/>
                      </a:lnTo>
                      <a:lnTo>
                        <a:pt x="115" y="133"/>
                      </a:lnTo>
                      <a:lnTo>
                        <a:pt x="124" y="127"/>
                      </a:lnTo>
                      <a:lnTo>
                        <a:pt x="131" y="116"/>
                      </a:lnTo>
                      <a:lnTo>
                        <a:pt x="128" y="112"/>
                      </a:lnTo>
                      <a:lnTo>
                        <a:pt x="126" y="75"/>
                      </a:lnTo>
                      <a:lnTo>
                        <a:pt x="114" y="74"/>
                      </a:lnTo>
                      <a:lnTo>
                        <a:pt x="112" y="57"/>
                      </a:lnTo>
                      <a:lnTo>
                        <a:pt x="99" y="57"/>
                      </a:lnTo>
                      <a:lnTo>
                        <a:pt x="91" y="53"/>
                      </a:lnTo>
                      <a:lnTo>
                        <a:pt x="88" y="46"/>
                      </a:lnTo>
                      <a:lnTo>
                        <a:pt x="74" y="43"/>
                      </a:lnTo>
                      <a:lnTo>
                        <a:pt x="74" y="31"/>
                      </a:lnTo>
                      <a:lnTo>
                        <a:pt x="63" y="28"/>
                      </a:lnTo>
                      <a:lnTo>
                        <a:pt x="62" y="17"/>
                      </a:lnTo>
                      <a:lnTo>
                        <a:pt x="55" y="6"/>
                      </a:lnTo>
                      <a:lnTo>
                        <a:pt x="38" y="0"/>
                      </a:lnTo>
                      <a:lnTo>
                        <a:pt x="27" y="8"/>
                      </a:lnTo>
                      <a:lnTo>
                        <a:pt x="11" y="15"/>
                      </a:lnTo>
                      <a:lnTo>
                        <a:pt x="6" y="28"/>
                      </a:lnTo>
                      <a:lnTo>
                        <a:pt x="0" y="52"/>
                      </a:lnTo>
                      <a:lnTo>
                        <a:pt x="9" y="62"/>
                      </a:lnTo>
                      <a:lnTo>
                        <a:pt x="23" y="6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6" id="26"/>
                <p:cNvSpPr/>
                <p:nvPr/>
              </p:nvSpPr>
              <p:spPr>
                <a:xfrm>
                  <a:off x="1449" y="2694"/>
                  <a:ext cx="39" cy="2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4" h="18" stroke="true" fill="norm" extrusionOk="true">
                      <a:moveTo>
                        <a:pt x="8" y="0"/>
                      </a:moveTo>
                      <a:lnTo>
                        <a:pt x="19" y="0"/>
                      </a:lnTo>
                      <a:lnTo>
                        <a:pt x="33" y="6"/>
                      </a:lnTo>
                      <a:lnTo>
                        <a:pt x="29" y="16"/>
                      </a:lnTo>
                      <a:lnTo>
                        <a:pt x="11" y="17"/>
                      </a:lnTo>
                      <a:lnTo>
                        <a:pt x="0" y="9"/>
                      </a:lnTo>
                      <a:lnTo>
                        <a:pt x="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7" id="27"/>
                <p:cNvSpPr/>
                <p:nvPr/>
              </p:nvSpPr>
              <p:spPr>
                <a:xfrm>
                  <a:off x="1552" y="2667"/>
                  <a:ext cx="65" cy="4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7" h="41" stroke="true" fill="norm" extrusionOk="true">
                      <a:moveTo>
                        <a:pt x="0" y="40"/>
                      </a:moveTo>
                      <a:lnTo>
                        <a:pt x="5" y="29"/>
                      </a:lnTo>
                      <a:lnTo>
                        <a:pt x="5" y="8"/>
                      </a:lnTo>
                      <a:lnTo>
                        <a:pt x="5" y="0"/>
                      </a:lnTo>
                      <a:lnTo>
                        <a:pt x="18" y="2"/>
                      </a:lnTo>
                      <a:lnTo>
                        <a:pt x="23" y="9"/>
                      </a:lnTo>
                      <a:lnTo>
                        <a:pt x="29" y="11"/>
                      </a:lnTo>
                      <a:lnTo>
                        <a:pt x="36" y="11"/>
                      </a:lnTo>
                      <a:lnTo>
                        <a:pt x="39" y="20"/>
                      </a:lnTo>
                      <a:lnTo>
                        <a:pt x="47" y="24"/>
                      </a:lnTo>
                      <a:lnTo>
                        <a:pt x="56" y="31"/>
                      </a:lnTo>
                      <a:lnTo>
                        <a:pt x="53" y="37"/>
                      </a:lnTo>
                      <a:lnTo>
                        <a:pt x="40" y="38"/>
                      </a:lnTo>
                      <a:lnTo>
                        <a:pt x="18" y="37"/>
                      </a:lnTo>
                      <a:lnTo>
                        <a:pt x="0" y="4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8" id="28"/>
                <p:cNvSpPr/>
                <p:nvPr/>
              </p:nvSpPr>
              <p:spPr>
                <a:xfrm>
                  <a:off x="1628" y="2697"/>
                  <a:ext cx="26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3" h="16" stroke="true" fill="norm" extrusionOk="true">
                      <a:moveTo>
                        <a:pt x="8" y="2"/>
                      </a:moveTo>
                      <a:lnTo>
                        <a:pt x="0" y="7"/>
                      </a:lnTo>
                      <a:lnTo>
                        <a:pt x="6" y="11"/>
                      </a:lnTo>
                      <a:lnTo>
                        <a:pt x="14" y="15"/>
                      </a:lnTo>
                      <a:lnTo>
                        <a:pt x="22" y="11"/>
                      </a:lnTo>
                      <a:lnTo>
                        <a:pt x="22" y="0"/>
                      </a:lnTo>
                      <a:lnTo>
                        <a:pt x="8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9" id="29"/>
                <p:cNvSpPr/>
                <p:nvPr/>
              </p:nvSpPr>
              <p:spPr>
                <a:xfrm>
                  <a:off x="1223" y="2715"/>
                  <a:ext cx="56" cy="7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0" h="63" stroke="true" fill="norm" extrusionOk="true">
                      <a:moveTo>
                        <a:pt x="0" y="49"/>
                      </a:moveTo>
                      <a:lnTo>
                        <a:pt x="6" y="31"/>
                      </a:lnTo>
                      <a:lnTo>
                        <a:pt x="19" y="28"/>
                      </a:lnTo>
                      <a:lnTo>
                        <a:pt x="21" y="9"/>
                      </a:lnTo>
                      <a:lnTo>
                        <a:pt x="43" y="0"/>
                      </a:lnTo>
                      <a:lnTo>
                        <a:pt x="41" y="20"/>
                      </a:lnTo>
                      <a:lnTo>
                        <a:pt x="41" y="34"/>
                      </a:lnTo>
                      <a:lnTo>
                        <a:pt x="49" y="35"/>
                      </a:lnTo>
                      <a:lnTo>
                        <a:pt x="47" y="48"/>
                      </a:lnTo>
                      <a:lnTo>
                        <a:pt x="37" y="48"/>
                      </a:lnTo>
                      <a:lnTo>
                        <a:pt x="34" y="62"/>
                      </a:lnTo>
                      <a:lnTo>
                        <a:pt x="14" y="61"/>
                      </a:lnTo>
                      <a:lnTo>
                        <a:pt x="0" y="4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0" id="30"/>
                <p:cNvSpPr/>
                <p:nvPr/>
              </p:nvSpPr>
              <p:spPr>
                <a:xfrm>
                  <a:off x="1395" y="3076"/>
                  <a:ext cx="207" cy="30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5" h="274" stroke="true" fill="norm" extrusionOk="true">
                      <a:moveTo>
                        <a:pt x="149" y="12"/>
                      </a:moveTo>
                      <a:lnTo>
                        <a:pt x="136" y="3"/>
                      </a:lnTo>
                      <a:lnTo>
                        <a:pt x="111" y="0"/>
                      </a:lnTo>
                      <a:lnTo>
                        <a:pt x="103" y="10"/>
                      </a:lnTo>
                      <a:lnTo>
                        <a:pt x="62" y="29"/>
                      </a:lnTo>
                      <a:lnTo>
                        <a:pt x="42" y="43"/>
                      </a:lnTo>
                      <a:lnTo>
                        <a:pt x="28" y="54"/>
                      </a:lnTo>
                      <a:lnTo>
                        <a:pt x="17" y="43"/>
                      </a:lnTo>
                      <a:lnTo>
                        <a:pt x="14" y="31"/>
                      </a:lnTo>
                      <a:lnTo>
                        <a:pt x="6" y="31"/>
                      </a:lnTo>
                      <a:lnTo>
                        <a:pt x="0" y="37"/>
                      </a:lnTo>
                      <a:lnTo>
                        <a:pt x="0" y="71"/>
                      </a:lnTo>
                      <a:lnTo>
                        <a:pt x="15" y="71"/>
                      </a:lnTo>
                      <a:lnTo>
                        <a:pt x="21" y="94"/>
                      </a:lnTo>
                      <a:lnTo>
                        <a:pt x="29" y="100"/>
                      </a:lnTo>
                      <a:lnTo>
                        <a:pt x="31" y="114"/>
                      </a:lnTo>
                      <a:lnTo>
                        <a:pt x="36" y="127"/>
                      </a:lnTo>
                      <a:lnTo>
                        <a:pt x="45" y="132"/>
                      </a:lnTo>
                      <a:lnTo>
                        <a:pt x="47" y="147"/>
                      </a:lnTo>
                      <a:lnTo>
                        <a:pt x="51" y="151"/>
                      </a:lnTo>
                      <a:lnTo>
                        <a:pt x="57" y="159"/>
                      </a:lnTo>
                      <a:lnTo>
                        <a:pt x="61" y="173"/>
                      </a:lnTo>
                      <a:lnTo>
                        <a:pt x="68" y="187"/>
                      </a:lnTo>
                      <a:lnTo>
                        <a:pt x="75" y="193"/>
                      </a:lnTo>
                      <a:lnTo>
                        <a:pt x="71" y="199"/>
                      </a:lnTo>
                      <a:lnTo>
                        <a:pt x="76" y="212"/>
                      </a:lnTo>
                      <a:lnTo>
                        <a:pt x="91" y="221"/>
                      </a:lnTo>
                      <a:lnTo>
                        <a:pt x="105" y="239"/>
                      </a:lnTo>
                      <a:lnTo>
                        <a:pt x="127" y="247"/>
                      </a:lnTo>
                      <a:lnTo>
                        <a:pt x="147" y="263"/>
                      </a:lnTo>
                      <a:lnTo>
                        <a:pt x="159" y="273"/>
                      </a:lnTo>
                      <a:lnTo>
                        <a:pt x="170" y="263"/>
                      </a:lnTo>
                      <a:lnTo>
                        <a:pt x="174" y="251"/>
                      </a:lnTo>
                      <a:lnTo>
                        <a:pt x="179" y="249"/>
                      </a:lnTo>
                      <a:lnTo>
                        <a:pt x="174" y="241"/>
                      </a:lnTo>
                      <a:lnTo>
                        <a:pt x="176" y="215"/>
                      </a:lnTo>
                      <a:lnTo>
                        <a:pt x="176" y="196"/>
                      </a:lnTo>
                      <a:lnTo>
                        <a:pt x="182" y="190"/>
                      </a:lnTo>
                      <a:lnTo>
                        <a:pt x="184" y="175"/>
                      </a:lnTo>
                      <a:lnTo>
                        <a:pt x="173" y="158"/>
                      </a:lnTo>
                      <a:lnTo>
                        <a:pt x="160" y="151"/>
                      </a:lnTo>
                      <a:lnTo>
                        <a:pt x="155" y="134"/>
                      </a:lnTo>
                      <a:lnTo>
                        <a:pt x="143" y="140"/>
                      </a:lnTo>
                      <a:lnTo>
                        <a:pt x="131" y="138"/>
                      </a:lnTo>
                      <a:lnTo>
                        <a:pt x="129" y="129"/>
                      </a:lnTo>
                      <a:lnTo>
                        <a:pt x="119" y="128"/>
                      </a:lnTo>
                      <a:lnTo>
                        <a:pt x="115" y="118"/>
                      </a:lnTo>
                      <a:lnTo>
                        <a:pt x="105" y="110"/>
                      </a:lnTo>
                      <a:lnTo>
                        <a:pt x="102" y="100"/>
                      </a:lnTo>
                      <a:lnTo>
                        <a:pt x="104" y="87"/>
                      </a:lnTo>
                      <a:lnTo>
                        <a:pt x="113" y="82"/>
                      </a:lnTo>
                      <a:lnTo>
                        <a:pt x="120" y="77"/>
                      </a:lnTo>
                      <a:lnTo>
                        <a:pt x="116" y="67"/>
                      </a:lnTo>
                      <a:lnTo>
                        <a:pt x="120" y="54"/>
                      </a:lnTo>
                      <a:lnTo>
                        <a:pt x="131" y="47"/>
                      </a:lnTo>
                      <a:lnTo>
                        <a:pt x="143" y="50"/>
                      </a:lnTo>
                      <a:lnTo>
                        <a:pt x="155" y="44"/>
                      </a:lnTo>
                      <a:lnTo>
                        <a:pt x="159" y="31"/>
                      </a:lnTo>
                      <a:lnTo>
                        <a:pt x="149" y="1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1" id="31"/>
                <p:cNvSpPr/>
                <p:nvPr/>
              </p:nvSpPr>
              <p:spPr>
                <a:xfrm>
                  <a:off x="1426" y="2814"/>
                  <a:ext cx="185" cy="27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6" h="248" stroke="true" fill="norm" extrusionOk="true">
                      <a:moveTo>
                        <a:pt x="23" y="95"/>
                      </a:moveTo>
                      <a:lnTo>
                        <a:pt x="26" y="63"/>
                      </a:lnTo>
                      <a:lnTo>
                        <a:pt x="40" y="76"/>
                      </a:lnTo>
                      <a:lnTo>
                        <a:pt x="41" y="53"/>
                      </a:lnTo>
                      <a:lnTo>
                        <a:pt x="57" y="48"/>
                      </a:lnTo>
                      <a:lnTo>
                        <a:pt x="58" y="31"/>
                      </a:lnTo>
                      <a:lnTo>
                        <a:pt x="74" y="20"/>
                      </a:lnTo>
                      <a:lnTo>
                        <a:pt x="91" y="18"/>
                      </a:lnTo>
                      <a:lnTo>
                        <a:pt x="96" y="6"/>
                      </a:lnTo>
                      <a:lnTo>
                        <a:pt x="106" y="0"/>
                      </a:lnTo>
                      <a:lnTo>
                        <a:pt x="113" y="6"/>
                      </a:lnTo>
                      <a:lnTo>
                        <a:pt x="102" y="20"/>
                      </a:lnTo>
                      <a:lnTo>
                        <a:pt x="96" y="42"/>
                      </a:lnTo>
                      <a:lnTo>
                        <a:pt x="85" y="49"/>
                      </a:lnTo>
                      <a:lnTo>
                        <a:pt x="98" y="67"/>
                      </a:lnTo>
                      <a:lnTo>
                        <a:pt x="95" y="84"/>
                      </a:lnTo>
                      <a:lnTo>
                        <a:pt x="121" y="86"/>
                      </a:lnTo>
                      <a:lnTo>
                        <a:pt x="121" y="95"/>
                      </a:lnTo>
                      <a:lnTo>
                        <a:pt x="143" y="105"/>
                      </a:lnTo>
                      <a:lnTo>
                        <a:pt x="165" y="113"/>
                      </a:lnTo>
                      <a:lnTo>
                        <a:pt x="165" y="141"/>
                      </a:lnTo>
                      <a:lnTo>
                        <a:pt x="161" y="160"/>
                      </a:lnTo>
                      <a:lnTo>
                        <a:pt x="162" y="173"/>
                      </a:lnTo>
                      <a:lnTo>
                        <a:pt x="138" y="182"/>
                      </a:lnTo>
                      <a:lnTo>
                        <a:pt x="132" y="192"/>
                      </a:lnTo>
                      <a:lnTo>
                        <a:pt x="140" y="199"/>
                      </a:lnTo>
                      <a:lnTo>
                        <a:pt x="132" y="204"/>
                      </a:lnTo>
                      <a:lnTo>
                        <a:pt x="135" y="233"/>
                      </a:lnTo>
                      <a:lnTo>
                        <a:pt x="135" y="245"/>
                      </a:lnTo>
                      <a:lnTo>
                        <a:pt x="121" y="247"/>
                      </a:lnTo>
                      <a:lnTo>
                        <a:pt x="107" y="238"/>
                      </a:lnTo>
                      <a:lnTo>
                        <a:pt x="83" y="235"/>
                      </a:lnTo>
                      <a:lnTo>
                        <a:pt x="70" y="219"/>
                      </a:lnTo>
                      <a:lnTo>
                        <a:pt x="55" y="209"/>
                      </a:lnTo>
                      <a:lnTo>
                        <a:pt x="44" y="199"/>
                      </a:lnTo>
                      <a:lnTo>
                        <a:pt x="21" y="200"/>
                      </a:lnTo>
                      <a:lnTo>
                        <a:pt x="0" y="188"/>
                      </a:lnTo>
                      <a:lnTo>
                        <a:pt x="11" y="171"/>
                      </a:lnTo>
                      <a:lnTo>
                        <a:pt x="14" y="163"/>
                      </a:lnTo>
                      <a:lnTo>
                        <a:pt x="27" y="161"/>
                      </a:lnTo>
                      <a:lnTo>
                        <a:pt x="23" y="9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2" id="32"/>
                <p:cNvSpPr/>
                <p:nvPr/>
              </p:nvSpPr>
              <p:spPr>
                <a:xfrm>
                  <a:off x="2830" y="1254"/>
                  <a:ext cx="187" cy="11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7" h="99" stroke="true" fill="norm" extrusionOk="true">
                      <a:moveTo>
                        <a:pt x="65" y="3"/>
                      </a:moveTo>
                      <a:lnTo>
                        <a:pt x="60" y="23"/>
                      </a:lnTo>
                      <a:lnTo>
                        <a:pt x="42" y="11"/>
                      </a:lnTo>
                      <a:lnTo>
                        <a:pt x="27" y="20"/>
                      </a:lnTo>
                      <a:lnTo>
                        <a:pt x="20" y="3"/>
                      </a:lnTo>
                      <a:lnTo>
                        <a:pt x="0" y="19"/>
                      </a:lnTo>
                      <a:lnTo>
                        <a:pt x="4" y="28"/>
                      </a:lnTo>
                      <a:lnTo>
                        <a:pt x="8" y="45"/>
                      </a:lnTo>
                      <a:lnTo>
                        <a:pt x="30" y="47"/>
                      </a:lnTo>
                      <a:lnTo>
                        <a:pt x="42" y="35"/>
                      </a:lnTo>
                      <a:lnTo>
                        <a:pt x="53" y="38"/>
                      </a:lnTo>
                      <a:lnTo>
                        <a:pt x="48" y="52"/>
                      </a:lnTo>
                      <a:lnTo>
                        <a:pt x="45" y="65"/>
                      </a:lnTo>
                      <a:lnTo>
                        <a:pt x="57" y="75"/>
                      </a:lnTo>
                      <a:lnTo>
                        <a:pt x="68" y="92"/>
                      </a:lnTo>
                      <a:lnTo>
                        <a:pt x="82" y="98"/>
                      </a:lnTo>
                      <a:lnTo>
                        <a:pt x="88" y="73"/>
                      </a:lnTo>
                      <a:lnTo>
                        <a:pt x="109" y="51"/>
                      </a:lnTo>
                      <a:lnTo>
                        <a:pt x="121" y="58"/>
                      </a:lnTo>
                      <a:lnTo>
                        <a:pt x="121" y="75"/>
                      </a:lnTo>
                      <a:lnTo>
                        <a:pt x="145" y="73"/>
                      </a:lnTo>
                      <a:lnTo>
                        <a:pt x="157" y="78"/>
                      </a:lnTo>
                      <a:lnTo>
                        <a:pt x="166" y="60"/>
                      </a:lnTo>
                      <a:lnTo>
                        <a:pt x="109" y="30"/>
                      </a:lnTo>
                      <a:lnTo>
                        <a:pt x="90" y="0"/>
                      </a:lnTo>
                      <a:lnTo>
                        <a:pt x="65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3" id="33"/>
                <p:cNvSpPr/>
                <p:nvPr/>
              </p:nvSpPr>
              <p:spPr>
                <a:xfrm>
                  <a:off x="2952" y="1241"/>
                  <a:ext cx="107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5" h="38" stroke="true" fill="norm" extrusionOk="true">
                      <a:moveTo>
                        <a:pt x="0" y="3"/>
                      </a:moveTo>
                      <a:lnTo>
                        <a:pt x="5" y="27"/>
                      </a:lnTo>
                      <a:lnTo>
                        <a:pt x="43" y="37"/>
                      </a:lnTo>
                      <a:lnTo>
                        <a:pt x="71" y="27"/>
                      </a:lnTo>
                      <a:lnTo>
                        <a:pt x="94" y="5"/>
                      </a:lnTo>
                      <a:lnTo>
                        <a:pt x="54" y="5"/>
                      </a:lnTo>
                      <a:lnTo>
                        <a:pt x="31" y="0"/>
                      </a:lnTo>
                      <a:lnTo>
                        <a:pt x="0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4" id="34"/>
                <p:cNvSpPr/>
                <p:nvPr/>
              </p:nvSpPr>
              <p:spPr>
                <a:xfrm>
                  <a:off x="1270" y="2703"/>
                  <a:ext cx="31" cy="5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9" h="48" stroke="true" fill="norm" extrusionOk="true">
                      <a:moveTo>
                        <a:pt x="2" y="13"/>
                      </a:moveTo>
                      <a:lnTo>
                        <a:pt x="10" y="10"/>
                      </a:lnTo>
                      <a:lnTo>
                        <a:pt x="28" y="0"/>
                      </a:lnTo>
                      <a:lnTo>
                        <a:pt x="25" y="19"/>
                      </a:lnTo>
                      <a:lnTo>
                        <a:pt x="28" y="39"/>
                      </a:lnTo>
                      <a:lnTo>
                        <a:pt x="18" y="46"/>
                      </a:lnTo>
                      <a:lnTo>
                        <a:pt x="8" y="47"/>
                      </a:lnTo>
                      <a:lnTo>
                        <a:pt x="0" y="45"/>
                      </a:lnTo>
                      <a:lnTo>
                        <a:pt x="0" y="32"/>
                      </a:lnTo>
                      <a:lnTo>
                        <a:pt x="2" y="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5" id="35"/>
                <p:cNvSpPr/>
                <p:nvPr/>
              </p:nvSpPr>
              <p:spPr>
                <a:xfrm>
                  <a:off x="1319" y="2843"/>
                  <a:ext cx="55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9" h="31" stroke="true" fill="norm" extrusionOk="true">
                      <a:moveTo>
                        <a:pt x="33" y="2"/>
                      </a:moveTo>
                      <a:lnTo>
                        <a:pt x="1" y="0"/>
                      </a:lnTo>
                      <a:lnTo>
                        <a:pt x="0" y="12"/>
                      </a:lnTo>
                      <a:lnTo>
                        <a:pt x="7" y="23"/>
                      </a:lnTo>
                      <a:lnTo>
                        <a:pt x="35" y="30"/>
                      </a:lnTo>
                      <a:lnTo>
                        <a:pt x="48" y="23"/>
                      </a:lnTo>
                      <a:lnTo>
                        <a:pt x="47" y="10"/>
                      </a:lnTo>
                      <a:lnTo>
                        <a:pt x="33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6" id="36"/>
                <p:cNvSpPr/>
                <p:nvPr/>
              </p:nvSpPr>
              <p:spPr>
                <a:xfrm>
                  <a:off x="1521" y="2814"/>
                  <a:ext cx="214" cy="2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1" h="193" stroke="true" fill="norm" extrusionOk="true">
                      <a:moveTo>
                        <a:pt x="28" y="6"/>
                      </a:moveTo>
                      <a:lnTo>
                        <a:pt x="16" y="19"/>
                      </a:lnTo>
                      <a:lnTo>
                        <a:pt x="10" y="42"/>
                      </a:lnTo>
                      <a:lnTo>
                        <a:pt x="0" y="49"/>
                      </a:lnTo>
                      <a:lnTo>
                        <a:pt x="13" y="67"/>
                      </a:lnTo>
                      <a:lnTo>
                        <a:pt x="9" y="84"/>
                      </a:lnTo>
                      <a:lnTo>
                        <a:pt x="36" y="85"/>
                      </a:lnTo>
                      <a:lnTo>
                        <a:pt x="36" y="95"/>
                      </a:lnTo>
                      <a:lnTo>
                        <a:pt x="58" y="105"/>
                      </a:lnTo>
                      <a:lnTo>
                        <a:pt x="80" y="112"/>
                      </a:lnTo>
                      <a:lnTo>
                        <a:pt x="80" y="140"/>
                      </a:lnTo>
                      <a:lnTo>
                        <a:pt x="75" y="159"/>
                      </a:lnTo>
                      <a:lnTo>
                        <a:pt x="77" y="173"/>
                      </a:lnTo>
                      <a:lnTo>
                        <a:pt x="87" y="176"/>
                      </a:lnTo>
                      <a:lnTo>
                        <a:pt x="94" y="186"/>
                      </a:lnTo>
                      <a:lnTo>
                        <a:pt x="105" y="192"/>
                      </a:lnTo>
                      <a:lnTo>
                        <a:pt x="120" y="189"/>
                      </a:lnTo>
                      <a:lnTo>
                        <a:pt x="132" y="180"/>
                      </a:lnTo>
                      <a:lnTo>
                        <a:pt x="131" y="169"/>
                      </a:lnTo>
                      <a:lnTo>
                        <a:pt x="122" y="162"/>
                      </a:lnTo>
                      <a:lnTo>
                        <a:pt x="120" y="154"/>
                      </a:lnTo>
                      <a:lnTo>
                        <a:pt x="124" y="140"/>
                      </a:lnTo>
                      <a:lnTo>
                        <a:pt x="130" y="139"/>
                      </a:lnTo>
                      <a:lnTo>
                        <a:pt x="143" y="150"/>
                      </a:lnTo>
                      <a:lnTo>
                        <a:pt x="150" y="145"/>
                      </a:lnTo>
                      <a:lnTo>
                        <a:pt x="176" y="143"/>
                      </a:lnTo>
                      <a:lnTo>
                        <a:pt x="179" y="134"/>
                      </a:lnTo>
                      <a:lnTo>
                        <a:pt x="179" y="123"/>
                      </a:lnTo>
                      <a:lnTo>
                        <a:pt x="172" y="114"/>
                      </a:lnTo>
                      <a:lnTo>
                        <a:pt x="173" y="100"/>
                      </a:lnTo>
                      <a:lnTo>
                        <a:pt x="182" y="92"/>
                      </a:lnTo>
                      <a:lnTo>
                        <a:pt x="184" y="85"/>
                      </a:lnTo>
                      <a:lnTo>
                        <a:pt x="190" y="79"/>
                      </a:lnTo>
                      <a:lnTo>
                        <a:pt x="190" y="64"/>
                      </a:lnTo>
                      <a:lnTo>
                        <a:pt x="184" y="61"/>
                      </a:lnTo>
                      <a:lnTo>
                        <a:pt x="179" y="47"/>
                      </a:lnTo>
                      <a:lnTo>
                        <a:pt x="172" y="39"/>
                      </a:lnTo>
                      <a:lnTo>
                        <a:pt x="176" y="35"/>
                      </a:lnTo>
                      <a:lnTo>
                        <a:pt x="176" y="28"/>
                      </a:lnTo>
                      <a:lnTo>
                        <a:pt x="154" y="27"/>
                      </a:lnTo>
                      <a:lnTo>
                        <a:pt x="137" y="30"/>
                      </a:lnTo>
                      <a:lnTo>
                        <a:pt x="128" y="37"/>
                      </a:lnTo>
                      <a:lnTo>
                        <a:pt x="117" y="35"/>
                      </a:lnTo>
                      <a:lnTo>
                        <a:pt x="86" y="33"/>
                      </a:lnTo>
                      <a:lnTo>
                        <a:pt x="83" y="25"/>
                      </a:lnTo>
                      <a:lnTo>
                        <a:pt x="75" y="22"/>
                      </a:lnTo>
                      <a:lnTo>
                        <a:pt x="62" y="18"/>
                      </a:lnTo>
                      <a:lnTo>
                        <a:pt x="59" y="9"/>
                      </a:lnTo>
                      <a:lnTo>
                        <a:pt x="48" y="6"/>
                      </a:lnTo>
                      <a:lnTo>
                        <a:pt x="48" y="0"/>
                      </a:lnTo>
                      <a:lnTo>
                        <a:pt x="43" y="6"/>
                      </a:lnTo>
                      <a:lnTo>
                        <a:pt x="28" y="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7" id="37"/>
                <p:cNvSpPr/>
                <p:nvPr/>
              </p:nvSpPr>
              <p:spPr>
                <a:xfrm>
                  <a:off x="1783" y="3608"/>
                  <a:ext cx="89" cy="10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0" h="88" stroke="true" fill="norm" extrusionOk="true">
                      <a:moveTo>
                        <a:pt x="19" y="0"/>
                      </a:moveTo>
                      <a:lnTo>
                        <a:pt x="25" y="8"/>
                      </a:lnTo>
                      <a:lnTo>
                        <a:pt x="39" y="13"/>
                      </a:lnTo>
                      <a:lnTo>
                        <a:pt x="70" y="42"/>
                      </a:lnTo>
                      <a:lnTo>
                        <a:pt x="76" y="53"/>
                      </a:lnTo>
                      <a:lnTo>
                        <a:pt x="79" y="65"/>
                      </a:lnTo>
                      <a:lnTo>
                        <a:pt x="70" y="71"/>
                      </a:lnTo>
                      <a:lnTo>
                        <a:pt x="66" y="75"/>
                      </a:lnTo>
                      <a:lnTo>
                        <a:pt x="64" y="81"/>
                      </a:lnTo>
                      <a:lnTo>
                        <a:pt x="53" y="83"/>
                      </a:lnTo>
                      <a:lnTo>
                        <a:pt x="50" y="87"/>
                      </a:lnTo>
                      <a:lnTo>
                        <a:pt x="44" y="84"/>
                      </a:lnTo>
                      <a:lnTo>
                        <a:pt x="29" y="78"/>
                      </a:lnTo>
                      <a:lnTo>
                        <a:pt x="18" y="72"/>
                      </a:lnTo>
                      <a:lnTo>
                        <a:pt x="12" y="78"/>
                      </a:lnTo>
                      <a:lnTo>
                        <a:pt x="6" y="81"/>
                      </a:lnTo>
                      <a:lnTo>
                        <a:pt x="2" y="64"/>
                      </a:lnTo>
                      <a:lnTo>
                        <a:pt x="0" y="40"/>
                      </a:lnTo>
                      <a:lnTo>
                        <a:pt x="3" y="24"/>
                      </a:lnTo>
                      <a:lnTo>
                        <a:pt x="11" y="10"/>
                      </a:lnTo>
                      <a:lnTo>
                        <a:pt x="19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8" id="38"/>
                <p:cNvSpPr/>
                <p:nvPr/>
              </p:nvSpPr>
              <p:spPr>
                <a:xfrm>
                  <a:off x="1585" y="3227"/>
                  <a:ext cx="199" cy="2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7" h="222" stroke="true" fill="norm" extrusionOk="true">
                      <a:moveTo>
                        <a:pt x="162" y="170"/>
                      </a:moveTo>
                      <a:lnTo>
                        <a:pt x="169" y="169"/>
                      </a:lnTo>
                      <a:lnTo>
                        <a:pt x="174" y="159"/>
                      </a:lnTo>
                      <a:lnTo>
                        <a:pt x="176" y="141"/>
                      </a:lnTo>
                      <a:lnTo>
                        <a:pt x="171" y="137"/>
                      </a:lnTo>
                      <a:lnTo>
                        <a:pt x="169" y="126"/>
                      </a:lnTo>
                      <a:lnTo>
                        <a:pt x="161" y="124"/>
                      </a:lnTo>
                      <a:lnTo>
                        <a:pt x="160" y="113"/>
                      </a:lnTo>
                      <a:lnTo>
                        <a:pt x="141" y="114"/>
                      </a:lnTo>
                      <a:lnTo>
                        <a:pt x="136" y="108"/>
                      </a:lnTo>
                      <a:lnTo>
                        <a:pt x="131" y="108"/>
                      </a:lnTo>
                      <a:lnTo>
                        <a:pt x="131" y="87"/>
                      </a:lnTo>
                      <a:lnTo>
                        <a:pt x="138" y="81"/>
                      </a:lnTo>
                      <a:lnTo>
                        <a:pt x="131" y="80"/>
                      </a:lnTo>
                      <a:lnTo>
                        <a:pt x="129" y="66"/>
                      </a:lnTo>
                      <a:lnTo>
                        <a:pt x="121" y="64"/>
                      </a:lnTo>
                      <a:lnTo>
                        <a:pt x="107" y="62"/>
                      </a:lnTo>
                      <a:lnTo>
                        <a:pt x="104" y="53"/>
                      </a:lnTo>
                      <a:lnTo>
                        <a:pt x="94" y="51"/>
                      </a:lnTo>
                      <a:lnTo>
                        <a:pt x="93" y="47"/>
                      </a:lnTo>
                      <a:lnTo>
                        <a:pt x="70" y="47"/>
                      </a:lnTo>
                      <a:lnTo>
                        <a:pt x="67" y="42"/>
                      </a:lnTo>
                      <a:lnTo>
                        <a:pt x="61" y="32"/>
                      </a:lnTo>
                      <a:lnTo>
                        <a:pt x="60" y="3"/>
                      </a:lnTo>
                      <a:lnTo>
                        <a:pt x="40" y="0"/>
                      </a:lnTo>
                      <a:lnTo>
                        <a:pt x="39" y="11"/>
                      </a:lnTo>
                      <a:lnTo>
                        <a:pt x="31" y="10"/>
                      </a:lnTo>
                      <a:lnTo>
                        <a:pt x="28" y="17"/>
                      </a:lnTo>
                      <a:lnTo>
                        <a:pt x="23" y="21"/>
                      </a:lnTo>
                      <a:lnTo>
                        <a:pt x="13" y="25"/>
                      </a:lnTo>
                      <a:lnTo>
                        <a:pt x="3" y="24"/>
                      </a:lnTo>
                      <a:lnTo>
                        <a:pt x="14" y="41"/>
                      </a:lnTo>
                      <a:lnTo>
                        <a:pt x="13" y="55"/>
                      </a:lnTo>
                      <a:lnTo>
                        <a:pt x="6" y="61"/>
                      </a:lnTo>
                      <a:lnTo>
                        <a:pt x="6" y="80"/>
                      </a:lnTo>
                      <a:lnTo>
                        <a:pt x="4" y="106"/>
                      </a:lnTo>
                      <a:lnTo>
                        <a:pt x="9" y="114"/>
                      </a:lnTo>
                      <a:lnTo>
                        <a:pt x="4" y="116"/>
                      </a:lnTo>
                      <a:lnTo>
                        <a:pt x="0" y="128"/>
                      </a:lnTo>
                      <a:lnTo>
                        <a:pt x="8" y="135"/>
                      </a:lnTo>
                      <a:lnTo>
                        <a:pt x="9" y="151"/>
                      </a:lnTo>
                      <a:lnTo>
                        <a:pt x="23" y="163"/>
                      </a:lnTo>
                      <a:lnTo>
                        <a:pt x="23" y="195"/>
                      </a:lnTo>
                      <a:lnTo>
                        <a:pt x="34" y="214"/>
                      </a:lnTo>
                      <a:lnTo>
                        <a:pt x="44" y="221"/>
                      </a:lnTo>
                      <a:lnTo>
                        <a:pt x="53" y="202"/>
                      </a:lnTo>
                      <a:lnTo>
                        <a:pt x="67" y="213"/>
                      </a:lnTo>
                      <a:lnTo>
                        <a:pt x="83" y="219"/>
                      </a:lnTo>
                      <a:lnTo>
                        <a:pt x="100" y="206"/>
                      </a:lnTo>
                      <a:lnTo>
                        <a:pt x="106" y="181"/>
                      </a:lnTo>
                      <a:lnTo>
                        <a:pt x="111" y="169"/>
                      </a:lnTo>
                      <a:lnTo>
                        <a:pt x="127" y="162"/>
                      </a:lnTo>
                      <a:lnTo>
                        <a:pt x="138" y="153"/>
                      </a:lnTo>
                      <a:lnTo>
                        <a:pt x="155" y="159"/>
                      </a:lnTo>
                      <a:lnTo>
                        <a:pt x="162" y="17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9" id="39"/>
                <p:cNvSpPr/>
                <p:nvPr/>
              </p:nvSpPr>
              <p:spPr>
                <a:xfrm>
                  <a:off x="1823" y="2937"/>
                  <a:ext cx="57" cy="7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1" h="64" stroke="true" fill="norm" extrusionOk="true">
                      <a:moveTo>
                        <a:pt x="9" y="2"/>
                      </a:moveTo>
                      <a:lnTo>
                        <a:pt x="4" y="10"/>
                      </a:lnTo>
                      <a:lnTo>
                        <a:pt x="4" y="51"/>
                      </a:lnTo>
                      <a:lnTo>
                        <a:pt x="0" y="55"/>
                      </a:lnTo>
                      <a:lnTo>
                        <a:pt x="6" y="61"/>
                      </a:lnTo>
                      <a:lnTo>
                        <a:pt x="22" y="63"/>
                      </a:lnTo>
                      <a:lnTo>
                        <a:pt x="25" y="54"/>
                      </a:lnTo>
                      <a:lnTo>
                        <a:pt x="30" y="46"/>
                      </a:lnTo>
                      <a:lnTo>
                        <a:pt x="38" y="38"/>
                      </a:lnTo>
                      <a:lnTo>
                        <a:pt x="50" y="38"/>
                      </a:lnTo>
                      <a:lnTo>
                        <a:pt x="47" y="28"/>
                      </a:lnTo>
                      <a:lnTo>
                        <a:pt x="37" y="22"/>
                      </a:lnTo>
                      <a:lnTo>
                        <a:pt x="35" y="13"/>
                      </a:lnTo>
                      <a:lnTo>
                        <a:pt x="28" y="10"/>
                      </a:lnTo>
                      <a:lnTo>
                        <a:pt x="18" y="8"/>
                      </a:lnTo>
                      <a:lnTo>
                        <a:pt x="16" y="0"/>
                      </a:lnTo>
                      <a:lnTo>
                        <a:pt x="9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0" id="40"/>
                <p:cNvSpPr/>
                <p:nvPr/>
              </p:nvSpPr>
              <p:spPr>
                <a:xfrm>
                  <a:off x="1782" y="4041"/>
                  <a:ext cx="61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5" h="37" stroke="true" fill="norm" extrusionOk="true">
                      <a:moveTo>
                        <a:pt x="17" y="9"/>
                      </a:moveTo>
                      <a:lnTo>
                        <a:pt x="2" y="12"/>
                      </a:lnTo>
                      <a:lnTo>
                        <a:pt x="0" y="25"/>
                      </a:lnTo>
                      <a:lnTo>
                        <a:pt x="3" y="36"/>
                      </a:lnTo>
                      <a:lnTo>
                        <a:pt x="14" y="25"/>
                      </a:lnTo>
                      <a:lnTo>
                        <a:pt x="21" y="30"/>
                      </a:lnTo>
                      <a:lnTo>
                        <a:pt x="42" y="24"/>
                      </a:lnTo>
                      <a:lnTo>
                        <a:pt x="54" y="18"/>
                      </a:lnTo>
                      <a:lnTo>
                        <a:pt x="39" y="9"/>
                      </a:lnTo>
                      <a:lnTo>
                        <a:pt x="31" y="0"/>
                      </a:lnTo>
                      <a:lnTo>
                        <a:pt x="29" y="11"/>
                      </a:lnTo>
                      <a:lnTo>
                        <a:pt x="17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1" id="41"/>
                <p:cNvSpPr/>
                <p:nvPr/>
              </p:nvSpPr>
              <p:spPr>
                <a:xfrm>
                  <a:off x="1920" y="1562"/>
                  <a:ext cx="41" cy="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6" h="18" stroke="true" fill="norm" extrusionOk="true">
                      <a:moveTo>
                        <a:pt x="10" y="0"/>
                      </a:moveTo>
                      <a:lnTo>
                        <a:pt x="0" y="17"/>
                      </a:lnTo>
                      <a:lnTo>
                        <a:pt x="17" y="17"/>
                      </a:lnTo>
                      <a:lnTo>
                        <a:pt x="35" y="10"/>
                      </a:lnTo>
                      <a:lnTo>
                        <a:pt x="1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2" id="42"/>
                <p:cNvSpPr/>
                <p:nvPr/>
              </p:nvSpPr>
              <p:spPr>
                <a:xfrm>
                  <a:off x="232" y="1531"/>
                  <a:ext cx="534" cy="43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76" h="391" stroke="true" fill="norm" extrusionOk="true">
                      <a:moveTo>
                        <a:pt x="240" y="0"/>
                      </a:moveTo>
                      <a:lnTo>
                        <a:pt x="229" y="10"/>
                      </a:lnTo>
                      <a:lnTo>
                        <a:pt x="198" y="10"/>
                      </a:lnTo>
                      <a:lnTo>
                        <a:pt x="191" y="25"/>
                      </a:lnTo>
                      <a:lnTo>
                        <a:pt x="156" y="27"/>
                      </a:lnTo>
                      <a:lnTo>
                        <a:pt x="143" y="55"/>
                      </a:lnTo>
                      <a:lnTo>
                        <a:pt x="93" y="63"/>
                      </a:lnTo>
                      <a:lnTo>
                        <a:pt x="88" y="75"/>
                      </a:lnTo>
                      <a:lnTo>
                        <a:pt x="115" y="95"/>
                      </a:lnTo>
                      <a:lnTo>
                        <a:pt x="158" y="112"/>
                      </a:lnTo>
                      <a:lnTo>
                        <a:pt x="128" y="117"/>
                      </a:lnTo>
                      <a:lnTo>
                        <a:pt x="108" y="122"/>
                      </a:lnTo>
                      <a:lnTo>
                        <a:pt x="98" y="110"/>
                      </a:lnTo>
                      <a:lnTo>
                        <a:pt x="83" y="115"/>
                      </a:lnTo>
                      <a:lnTo>
                        <a:pt x="83" y="122"/>
                      </a:lnTo>
                      <a:lnTo>
                        <a:pt x="58" y="125"/>
                      </a:lnTo>
                      <a:lnTo>
                        <a:pt x="51" y="135"/>
                      </a:lnTo>
                      <a:lnTo>
                        <a:pt x="66" y="143"/>
                      </a:lnTo>
                      <a:lnTo>
                        <a:pt x="64" y="158"/>
                      </a:lnTo>
                      <a:lnTo>
                        <a:pt x="74" y="165"/>
                      </a:lnTo>
                      <a:lnTo>
                        <a:pt x="103" y="165"/>
                      </a:lnTo>
                      <a:lnTo>
                        <a:pt x="123" y="153"/>
                      </a:lnTo>
                      <a:lnTo>
                        <a:pt x="130" y="160"/>
                      </a:lnTo>
                      <a:lnTo>
                        <a:pt x="121" y="167"/>
                      </a:lnTo>
                      <a:lnTo>
                        <a:pt x="119" y="185"/>
                      </a:lnTo>
                      <a:lnTo>
                        <a:pt x="96" y="185"/>
                      </a:lnTo>
                      <a:lnTo>
                        <a:pt x="91" y="200"/>
                      </a:lnTo>
                      <a:lnTo>
                        <a:pt x="79" y="190"/>
                      </a:lnTo>
                      <a:lnTo>
                        <a:pt x="58" y="200"/>
                      </a:lnTo>
                      <a:lnTo>
                        <a:pt x="56" y="215"/>
                      </a:lnTo>
                      <a:lnTo>
                        <a:pt x="36" y="225"/>
                      </a:lnTo>
                      <a:lnTo>
                        <a:pt x="43" y="238"/>
                      </a:lnTo>
                      <a:lnTo>
                        <a:pt x="56" y="242"/>
                      </a:lnTo>
                      <a:lnTo>
                        <a:pt x="38" y="253"/>
                      </a:lnTo>
                      <a:lnTo>
                        <a:pt x="51" y="268"/>
                      </a:lnTo>
                      <a:lnTo>
                        <a:pt x="66" y="265"/>
                      </a:lnTo>
                      <a:lnTo>
                        <a:pt x="74" y="253"/>
                      </a:lnTo>
                      <a:lnTo>
                        <a:pt x="74" y="273"/>
                      </a:lnTo>
                      <a:lnTo>
                        <a:pt x="66" y="285"/>
                      </a:lnTo>
                      <a:lnTo>
                        <a:pt x="68" y="301"/>
                      </a:lnTo>
                      <a:lnTo>
                        <a:pt x="91" y="293"/>
                      </a:lnTo>
                      <a:lnTo>
                        <a:pt x="98" y="299"/>
                      </a:lnTo>
                      <a:lnTo>
                        <a:pt x="115" y="293"/>
                      </a:lnTo>
                      <a:lnTo>
                        <a:pt x="119" y="316"/>
                      </a:lnTo>
                      <a:lnTo>
                        <a:pt x="61" y="354"/>
                      </a:lnTo>
                      <a:lnTo>
                        <a:pt x="20" y="373"/>
                      </a:lnTo>
                      <a:lnTo>
                        <a:pt x="0" y="382"/>
                      </a:lnTo>
                      <a:lnTo>
                        <a:pt x="1" y="390"/>
                      </a:lnTo>
                      <a:lnTo>
                        <a:pt x="68" y="377"/>
                      </a:lnTo>
                      <a:lnTo>
                        <a:pt x="138" y="330"/>
                      </a:lnTo>
                      <a:lnTo>
                        <a:pt x="146" y="323"/>
                      </a:lnTo>
                      <a:lnTo>
                        <a:pt x="157" y="315"/>
                      </a:lnTo>
                      <a:lnTo>
                        <a:pt x="177" y="302"/>
                      </a:lnTo>
                      <a:lnTo>
                        <a:pt x="174" y="289"/>
                      </a:lnTo>
                      <a:lnTo>
                        <a:pt x="196" y="268"/>
                      </a:lnTo>
                      <a:lnTo>
                        <a:pt x="223" y="235"/>
                      </a:lnTo>
                      <a:lnTo>
                        <a:pt x="247" y="241"/>
                      </a:lnTo>
                      <a:lnTo>
                        <a:pt x="209" y="268"/>
                      </a:lnTo>
                      <a:lnTo>
                        <a:pt x="216" y="278"/>
                      </a:lnTo>
                      <a:lnTo>
                        <a:pt x="206" y="285"/>
                      </a:lnTo>
                      <a:lnTo>
                        <a:pt x="217" y="293"/>
                      </a:lnTo>
                      <a:lnTo>
                        <a:pt x="221" y="293"/>
                      </a:lnTo>
                      <a:lnTo>
                        <a:pt x="225" y="292"/>
                      </a:lnTo>
                      <a:lnTo>
                        <a:pt x="229" y="291"/>
                      </a:lnTo>
                      <a:lnTo>
                        <a:pt x="233" y="288"/>
                      </a:lnTo>
                      <a:lnTo>
                        <a:pt x="236" y="285"/>
                      </a:lnTo>
                      <a:lnTo>
                        <a:pt x="240" y="281"/>
                      </a:lnTo>
                      <a:lnTo>
                        <a:pt x="244" y="278"/>
                      </a:lnTo>
                      <a:lnTo>
                        <a:pt x="246" y="274"/>
                      </a:lnTo>
                      <a:lnTo>
                        <a:pt x="249" y="271"/>
                      </a:lnTo>
                      <a:lnTo>
                        <a:pt x="251" y="269"/>
                      </a:lnTo>
                      <a:lnTo>
                        <a:pt x="251" y="268"/>
                      </a:lnTo>
                      <a:lnTo>
                        <a:pt x="251" y="267"/>
                      </a:lnTo>
                      <a:lnTo>
                        <a:pt x="264" y="260"/>
                      </a:lnTo>
                      <a:lnTo>
                        <a:pt x="267" y="244"/>
                      </a:lnTo>
                      <a:lnTo>
                        <a:pt x="285" y="238"/>
                      </a:lnTo>
                      <a:lnTo>
                        <a:pt x="290" y="247"/>
                      </a:lnTo>
                      <a:lnTo>
                        <a:pt x="303" y="249"/>
                      </a:lnTo>
                      <a:lnTo>
                        <a:pt x="303" y="261"/>
                      </a:lnTo>
                      <a:lnTo>
                        <a:pt x="347" y="264"/>
                      </a:lnTo>
                      <a:lnTo>
                        <a:pt x="351" y="268"/>
                      </a:lnTo>
                      <a:lnTo>
                        <a:pt x="353" y="276"/>
                      </a:lnTo>
                      <a:lnTo>
                        <a:pt x="368" y="280"/>
                      </a:lnTo>
                      <a:lnTo>
                        <a:pt x="370" y="291"/>
                      </a:lnTo>
                      <a:lnTo>
                        <a:pt x="382" y="290"/>
                      </a:lnTo>
                      <a:lnTo>
                        <a:pt x="385" y="301"/>
                      </a:lnTo>
                      <a:lnTo>
                        <a:pt x="397" y="307"/>
                      </a:lnTo>
                      <a:lnTo>
                        <a:pt x="403" y="297"/>
                      </a:lnTo>
                      <a:lnTo>
                        <a:pt x="409" y="307"/>
                      </a:lnTo>
                      <a:lnTo>
                        <a:pt x="417" y="312"/>
                      </a:lnTo>
                      <a:lnTo>
                        <a:pt x="423" y="307"/>
                      </a:lnTo>
                      <a:lnTo>
                        <a:pt x="429" y="308"/>
                      </a:lnTo>
                      <a:lnTo>
                        <a:pt x="428" y="315"/>
                      </a:lnTo>
                      <a:lnTo>
                        <a:pt x="428" y="328"/>
                      </a:lnTo>
                      <a:lnTo>
                        <a:pt x="434" y="335"/>
                      </a:lnTo>
                      <a:lnTo>
                        <a:pt x="443" y="336"/>
                      </a:lnTo>
                      <a:lnTo>
                        <a:pt x="443" y="348"/>
                      </a:lnTo>
                      <a:lnTo>
                        <a:pt x="454" y="354"/>
                      </a:lnTo>
                      <a:lnTo>
                        <a:pt x="465" y="354"/>
                      </a:lnTo>
                      <a:lnTo>
                        <a:pt x="475" y="344"/>
                      </a:lnTo>
                      <a:lnTo>
                        <a:pt x="456" y="339"/>
                      </a:lnTo>
                      <a:lnTo>
                        <a:pt x="450" y="315"/>
                      </a:lnTo>
                      <a:lnTo>
                        <a:pt x="443" y="312"/>
                      </a:lnTo>
                      <a:lnTo>
                        <a:pt x="439" y="294"/>
                      </a:lnTo>
                      <a:lnTo>
                        <a:pt x="417" y="270"/>
                      </a:lnTo>
                      <a:lnTo>
                        <a:pt x="409" y="268"/>
                      </a:lnTo>
                      <a:lnTo>
                        <a:pt x="406" y="279"/>
                      </a:lnTo>
                      <a:lnTo>
                        <a:pt x="398" y="279"/>
                      </a:lnTo>
                      <a:lnTo>
                        <a:pt x="395" y="287"/>
                      </a:lnTo>
                      <a:lnTo>
                        <a:pt x="382" y="279"/>
                      </a:lnTo>
                      <a:lnTo>
                        <a:pt x="378" y="260"/>
                      </a:lnTo>
                      <a:lnTo>
                        <a:pt x="372" y="255"/>
                      </a:lnTo>
                      <a:lnTo>
                        <a:pt x="359" y="260"/>
                      </a:lnTo>
                      <a:lnTo>
                        <a:pt x="423" y="40"/>
                      </a:lnTo>
                      <a:lnTo>
                        <a:pt x="408" y="26"/>
                      </a:lnTo>
                      <a:lnTo>
                        <a:pt x="373" y="30"/>
                      </a:lnTo>
                      <a:lnTo>
                        <a:pt x="358" y="31"/>
                      </a:lnTo>
                      <a:lnTo>
                        <a:pt x="348" y="21"/>
                      </a:lnTo>
                      <a:lnTo>
                        <a:pt x="303" y="25"/>
                      </a:lnTo>
                      <a:lnTo>
                        <a:pt x="288" y="4"/>
                      </a:lnTo>
                      <a:lnTo>
                        <a:pt x="273" y="18"/>
                      </a:lnTo>
                      <a:lnTo>
                        <a:pt x="251" y="15"/>
                      </a:lnTo>
                      <a:lnTo>
                        <a:pt x="251" y="1"/>
                      </a:lnTo>
                      <a:lnTo>
                        <a:pt x="24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3" id="43"/>
                <p:cNvSpPr/>
                <p:nvPr/>
              </p:nvSpPr>
              <p:spPr>
                <a:xfrm>
                  <a:off x="770" y="2086"/>
                  <a:ext cx="905" cy="50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05" h="505" stroke="true" fill="norm" extrusionOk="true">
                      <a:moveTo>
                        <a:pt x="63" y="1"/>
                      </a:moveTo>
                      <a:lnTo>
                        <a:pt x="489" y="0"/>
                      </a:lnTo>
                      <a:lnTo>
                        <a:pt x="488" y="10"/>
                      </a:lnTo>
                      <a:lnTo>
                        <a:pt x="518" y="10"/>
                      </a:lnTo>
                      <a:lnTo>
                        <a:pt x="562" y="16"/>
                      </a:lnTo>
                      <a:lnTo>
                        <a:pt x="531" y="37"/>
                      </a:lnTo>
                      <a:lnTo>
                        <a:pt x="531" y="50"/>
                      </a:lnTo>
                      <a:lnTo>
                        <a:pt x="558" y="58"/>
                      </a:lnTo>
                      <a:lnTo>
                        <a:pt x="583" y="26"/>
                      </a:lnTo>
                      <a:lnTo>
                        <a:pt x="585" y="32"/>
                      </a:lnTo>
                      <a:lnTo>
                        <a:pt x="616" y="37"/>
                      </a:lnTo>
                      <a:lnTo>
                        <a:pt x="622" y="53"/>
                      </a:lnTo>
                      <a:lnTo>
                        <a:pt x="596" y="53"/>
                      </a:lnTo>
                      <a:lnTo>
                        <a:pt x="577" y="71"/>
                      </a:lnTo>
                      <a:lnTo>
                        <a:pt x="576" y="89"/>
                      </a:lnTo>
                      <a:lnTo>
                        <a:pt x="589" y="77"/>
                      </a:lnTo>
                      <a:lnTo>
                        <a:pt x="580" y="110"/>
                      </a:lnTo>
                      <a:lnTo>
                        <a:pt x="579" y="143"/>
                      </a:lnTo>
                      <a:lnTo>
                        <a:pt x="594" y="163"/>
                      </a:lnTo>
                      <a:lnTo>
                        <a:pt x="613" y="145"/>
                      </a:lnTo>
                      <a:lnTo>
                        <a:pt x="603" y="106"/>
                      </a:lnTo>
                      <a:lnTo>
                        <a:pt x="604" y="85"/>
                      </a:lnTo>
                      <a:lnTo>
                        <a:pt x="622" y="76"/>
                      </a:lnTo>
                      <a:lnTo>
                        <a:pt x="622" y="56"/>
                      </a:lnTo>
                      <a:lnTo>
                        <a:pt x="649" y="86"/>
                      </a:lnTo>
                      <a:lnTo>
                        <a:pt x="643" y="115"/>
                      </a:lnTo>
                      <a:lnTo>
                        <a:pt x="657" y="107"/>
                      </a:lnTo>
                      <a:lnTo>
                        <a:pt x="664" y="118"/>
                      </a:lnTo>
                      <a:lnTo>
                        <a:pt x="652" y="138"/>
                      </a:lnTo>
                      <a:lnTo>
                        <a:pt x="643" y="150"/>
                      </a:lnTo>
                      <a:lnTo>
                        <a:pt x="668" y="160"/>
                      </a:lnTo>
                      <a:lnTo>
                        <a:pt x="702" y="130"/>
                      </a:lnTo>
                      <a:lnTo>
                        <a:pt x="716" y="117"/>
                      </a:lnTo>
                      <a:lnTo>
                        <a:pt x="753" y="119"/>
                      </a:lnTo>
                      <a:lnTo>
                        <a:pt x="760" y="94"/>
                      </a:lnTo>
                      <a:lnTo>
                        <a:pt x="772" y="83"/>
                      </a:lnTo>
                      <a:lnTo>
                        <a:pt x="839" y="86"/>
                      </a:lnTo>
                      <a:lnTo>
                        <a:pt x="850" y="71"/>
                      </a:lnTo>
                      <a:lnTo>
                        <a:pt x="858" y="55"/>
                      </a:lnTo>
                      <a:lnTo>
                        <a:pt x="868" y="28"/>
                      </a:lnTo>
                      <a:lnTo>
                        <a:pt x="890" y="34"/>
                      </a:lnTo>
                      <a:lnTo>
                        <a:pt x="894" y="77"/>
                      </a:lnTo>
                      <a:lnTo>
                        <a:pt x="905" y="83"/>
                      </a:lnTo>
                      <a:lnTo>
                        <a:pt x="896" y="94"/>
                      </a:lnTo>
                      <a:lnTo>
                        <a:pt x="881" y="95"/>
                      </a:lnTo>
                      <a:lnTo>
                        <a:pt x="875" y="107"/>
                      </a:lnTo>
                      <a:lnTo>
                        <a:pt x="862" y="104"/>
                      </a:lnTo>
                      <a:lnTo>
                        <a:pt x="860" y="113"/>
                      </a:lnTo>
                      <a:lnTo>
                        <a:pt x="846" y="113"/>
                      </a:lnTo>
                      <a:lnTo>
                        <a:pt x="841" y="127"/>
                      </a:lnTo>
                      <a:lnTo>
                        <a:pt x="839" y="139"/>
                      </a:lnTo>
                      <a:lnTo>
                        <a:pt x="850" y="150"/>
                      </a:lnTo>
                      <a:lnTo>
                        <a:pt x="836" y="159"/>
                      </a:lnTo>
                      <a:lnTo>
                        <a:pt x="807" y="162"/>
                      </a:lnTo>
                      <a:lnTo>
                        <a:pt x="800" y="175"/>
                      </a:lnTo>
                      <a:lnTo>
                        <a:pt x="796" y="183"/>
                      </a:lnTo>
                      <a:lnTo>
                        <a:pt x="778" y="185"/>
                      </a:lnTo>
                      <a:lnTo>
                        <a:pt x="770" y="196"/>
                      </a:lnTo>
                      <a:lnTo>
                        <a:pt x="766" y="224"/>
                      </a:lnTo>
                      <a:lnTo>
                        <a:pt x="754" y="229"/>
                      </a:lnTo>
                      <a:lnTo>
                        <a:pt x="747" y="237"/>
                      </a:lnTo>
                      <a:lnTo>
                        <a:pt x="740" y="247"/>
                      </a:lnTo>
                      <a:lnTo>
                        <a:pt x="749" y="252"/>
                      </a:lnTo>
                      <a:lnTo>
                        <a:pt x="747" y="286"/>
                      </a:lnTo>
                      <a:lnTo>
                        <a:pt x="736" y="292"/>
                      </a:lnTo>
                      <a:lnTo>
                        <a:pt x="733" y="304"/>
                      </a:lnTo>
                      <a:lnTo>
                        <a:pt x="715" y="303"/>
                      </a:lnTo>
                      <a:lnTo>
                        <a:pt x="707" y="314"/>
                      </a:lnTo>
                      <a:lnTo>
                        <a:pt x="689" y="320"/>
                      </a:lnTo>
                      <a:lnTo>
                        <a:pt x="685" y="335"/>
                      </a:lnTo>
                      <a:lnTo>
                        <a:pt x="671" y="338"/>
                      </a:lnTo>
                      <a:lnTo>
                        <a:pt x="658" y="350"/>
                      </a:lnTo>
                      <a:lnTo>
                        <a:pt x="653" y="366"/>
                      </a:lnTo>
                      <a:lnTo>
                        <a:pt x="653" y="390"/>
                      </a:lnTo>
                      <a:lnTo>
                        <a:pt x="652" y="412"/>
                      </a:lnTo>
                      <a:lnTo>
                        <a:pt x="659" y="415"/>
                      </a:lnTo>
                      <a:lnTo>
                        <a:pt x="660" y="442"/>
                      </a:lnTo>
                      <a:lnTo>
                        <a:pt x="665" y="450"/>
                      </a:lnTo>
                      <a:lnTo>
                        <a:pt x="671" y="489"/>
                      </a:lnTo>
                      <a:lnTo>
                        <a:pt x="665" y="505"/>
                      </a:lnTo>
                      <a:lnTo>
                        <a:pt x="656" y="495"/>
                      </a:lnTo>
                      <a:lnTo>
                        <a:pt x="640" y="484"/>
                      </a:lnTo>
                      <a:lnTo>
                        <a:pt x="631" y="462"/>
                      </a:lnTo>
                      <a:lnTo>
                        <a:pt x="624" y="439"/>
                      </a:lnTo>
                      <a:lnTo>
                        <a:pt x="628" y="414"/>
                      </a:lnTo>
                      <a:lnTo>
                        <a:pt x="615" y="402"/>
                      </a:lnTo>
                      <a:lnTo>
                        <a:pt x="598" y="388"/>
                      </a:lnTo>
                      <a:lnTo>
                        <a:pt x="579" y="393"/>
                      </a:lnTo>
                      <a:lnTo>
                        <a:pt x="565" y="385"/>
                      </a:lnTo>
                      <a:lnTo>
                        <a:pt x="528" y="386"/>
                      </a:lnTo>
                      <a:lnTo>
                        <a:pt x="515" y="395"/>
                      </a:lnTo>
                      <a:lnTo>
                        <a:pt x="523" y="412"/>
                      </a:lnTo>
                      <a:lnTo>
                        <a:pt x="506" y="414"/>
                      </a:lnTo>
                      <a:lnTo>
                        <a:pt x="488" y="410"/>
                      </a:lnTo>
                      <a:lnTo>
                        <a:pt x="485" y="386"/>
                      </a:lnTo>
                      <a:lnTo>
                        <a:pt x="473" y="390"/>
                      </a:lnTo>
                      <a:lnTo>
                        <a:pt x="468" y="408"/>
                      </a:lnTo>
                      <a:lnTo>
                        <a:pt x="459" y="405"/>
                      </a:lnTo>
                      <a:lnTo>
                        <a:pt x="449" y="390"/>
                      </a:lnTo>
                      <a:lnTo>
                        <a:pt x="437" y="397"/>
                      </a:lnTo>
                      <a:lnTo>
                        <a:pt x="428" y="408"/>
                      </a:lnTo>
                      <a:lnTo>
                        <a:pt x="418" y="423"/>
                      </a:lnTo>
                      <a:lnTo>
                        <a:pt x="409" y="434"/>
                      </a:lnTo>
                      <a:lnTo>
                        <a:pt x="390" y="442"/>
                      </a:lnTo>
                      <a:lnTo>
                        <a:pt x="384" y="469"/>
                      </a:lnTo>
                      <a:lnTo>
                        <a:pt x="360" y="469"/>
                      </a:lnTo>
                      <a:lnTo>
                        <a:pt x="356" y="447"/>
                      </a:lnTo>
                      <a:lnTo>
                        <a:pt x="342" y="440"/>
                      </a:lnTo>
                      <a:lnTo>
                        <a:pt x="338" y="416"/>
                      </a:lnTo>
                      <a:lnTo>
                        <a:pt x="328" y="403"/>
                      </a:lnTo>
                      <a:lnTo>
                        <a:pt x="311" y="390"/>
                      </a:lnTo>
                      <a:lnTo>
                        <a:pt x="305" y="414"/>
                      </a:lnTo>
                      <a:lnTo>
                        <a:pt x="289" y="414"/>
                      </a:lnTo>
                      <a:lnTo>
                        <a:pt x="281" y="386"/>
                      </a:lnTo>
                      <a:lnTo>
                        <a:pt x="272" y="385"/>
                      </a:lnTo>
                      <a:lnTo>
                        <a:pt x="269" y="368"/>
                      </a:lnTo>
                      <a:lnTo>
                        <a:pt x="256" y="366"/>
                      </a:lnTo>
                      <a:lnTo>
                        <a:pt x="251" y="348"/>
                      </a:lnTo>
                      <a:lnTo>
                        <a:pt x="240" y="357"/>
                      </a:lnTo>
                      <a:lnTo>
                        <a:pt x="226" y="359"/>
                      </a:lnTo>
                      <a:lnTo>
                        <a:pt x="222" y="368"/>
                      </a:lnTo>
                      <a:lnTo>
                        <a:pt x="199" y="368"/>
                      </a:lnTo>
                      <a:lnTo>
                        <a:pt x="181" y="376"/>
                      </a:lnTo>
                      <a:lnTo>
                        <a:pt x="156" y="370"/>
                      </a:lnTo>
                      <a:lnTo>
                        <a:pt x="139" y="353"/>
                      </a:lnTo>
                      <a:lnTo>
                        <a:pt x="125" y="348"/>
                      </a:lnTo>
                      <a:lnTo>
                        <a:pt x="120" y="338"/>
                      </a:lnTo>
                      <a:lnTo>
                        <a:pt x="85" y="335"/>
                      </a:lnTo>
                      <a:lnTo>
                        <a:pt x="86" y="323"/>
                      </a:lnTo>
                      <a:lnTo>
                        <a:pt x="65" y="315"/>
                      </a:lnTo>
                      <a:lnTo>
                        <a:pt x="52" y="304"/>
                      </a:lnTo>
                      <a:lnTo>
                        <a:pt x="37" y="297"/>
                      </a:lnTo>
                      <a:lnTo>
                        <a:pt x="39" y="274"/>
                      </a:lnTo>
                      <a:lnTo>
                        <a:pt x="20" y="270"/>
                      </a:lnTo>
                      <a:lnTo>
                        <a:pt x="21" y="258"/>
                      </a:lnTo>
                      <a:lnTo>
                        <a:pt x="27" y="243"/>
                      </a:lnTo>
                      <a:lnTo>
                        <a:pt x="16" y="230"/>
                      </a:lnTo>
                      <a:lnTo>
                        <a:pt x="3" y="217"/>
                      </a:lnTo>
                      <a:lnTo>
                        <a:pt x="0" y="168"/>
                      </a:lnTo>
                      <a:lnTo>
                        <a:pt x="9" y="160"/>
                      </a:lnTo>
                      <a:lnTo>
                        <a:pt x="3" y="153"/>
                      </a:lnTo>
                      <a:lnTo>
                        <a:pt x="1" y="145"/>
                      </a:lnTo>
                      <a:lnTo>
                        <a:pt x="6" y="137"/>
                      </a:lnTo>
                      <a:lnTo>
                        <a:pt x="8" y="119"/>
                      </a:lnTo>
                      <a:lnTo>
                        <a:pt x="16" y="113"/>
                      </a:lnTo>
                      <a:lnTo>
                        <a:pt x="16" y="85"/>
                      </a:lnTo>
                      <a:lnTo>
                        <a:pt x="25" y="77"/>
                      </a:lnTo>
                      <a:lnTo>
                        <a:pt x="33" y="46"/>
                      </a:lnTo>
                      <a:lnTo>
                        <a:pt x="40" y="43"/>
                      </a:lnTo>
                      <a:lnTo>
                        <a:pt x="28" y="28"/>
                      </a:lnTo>
                      <a:lnTo>
                        <a:pt x="28" y="16"/>
                      </a:lnTo>
                      <a:lnTo>
                        <a:pt x="44" y="12"/>
                      </a:lnTo>
                      <a:lnTo>
                        <a:pt x="53" y="24"/>
                      </a:lnTo>
                      <a:lnTo>
                        <a:pt x="60" y="34"/>
                      </a:lnTo>
                      <a:lnTo>
                        <a:pt x="63" y="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4" id="44"/>
                <p:cNvSpPr/>
                <p:nvPr/>
              </p:nvSpPr>
              <p:spPr>
                <a:xfrm>
                  <a:off x="636" y="1520"/>
                  <a:ext cx="1226" cy="7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26" h="726" stroke="true" fill="norm" extrusionOk="true">
                      <a:moveTo>
                        <a:pt x="1119" y="301"/>
                      </a:moveTo>
                      <a:lnTo>
                        <a:pt x="1127" y="313"/>
                      </a:lnTo>
                      <a:lnTo>
                        <a:pt x="1132" y="335"/>
                      </a:lnTo>
                      <a:lnTo>
                        <a:pt x="1145" y="335"/>
                      </a:lnTo>
                      <a:lnTo>
                        <a:pt x="1148" y="364"/>
                      </a:lnTo>
                      <a:lnTo>
                        <a:pt x="1157" y="362"/>
                      </a:lnTo>
                      <a:lnTo>
                        <a:pt x="1157" y="375"/>
                      </a:lnTo>
                      <a:lnTo>
                        <a:pt x="1148" y="380"/>
                      </a:lnTo>
                      <a:lnTo>
                        <a:pt x="1150" y="392"/>
                      </a:lnTo>
                      <a:lnTo>
                        <a:pt x="1161" y="394"/>
                      </a:lnTo>
                      <a:lnTo>
                        <a:pt x="1166" y="421"/>
                      </a:lnTo>
                      <a:lnTo>
                        <a:pt x="1188" y="418"/>
                      </a:lnTo>
                      <a:lnTo>
                        <a:pt x="1186" y="430"/>
                      </a:lnTo>
                      <a:lnTo>
                        <a:pt x="1202" y="426"/>
                      </a:lnTo>
                      <a:lnTo>
                        <a:pt x="1191" y="442"/>
                      </a:lnTo>
                      <a:lnTo>
                        <a:pt x="1186" y="453"/>
                      </a:lnTo>
                      <a:lnTo>
                        <a:pt x="1164" y="459"/>
                      </a:lnTo>
                      <a:lnTo>
                        <a:pt x="1173" y="463"/>
                      </a:lnTo>
                      <a:lnTo>
                        <a:pt x="1191" y="459"/>
                      </a:lnTo>
                      <a:lnTo>
                        <a:pt x="1207" y="450"/>
                      </a:lnTo>
                      <a:lnTo>
                        <a:pt x="1221" y="451"/>
                      </a:lnTo>
                      <a:lnTo>
                        <a:pt x="1224" y="466"/>
                      </a:lnTo>
                      <a:lnTo>
                        <a:pt x="1224" y="485"/>
                      </a:lnTo>
                      <a:lnTo>
                        <a:pt x="1226" y="496"/>
                      </a:lnTo>
                      <a:lnTo>
                        <a:pt x="1224" y="505"/>
                      </a:lnTo>
                      <a:lnTo>
                        <a:pt x="1205" y="510"/>
                      </a:lnTo>
                      <a:lnTo>
                        <a:pt x="1188" y="508"/>
                      </a:lnTo>
                      <a:lnTo>
                        <a:pt x="1166" y="528"/>
                      </a:lnTo>
                      <a:lnTo>
                        <a:pt x="1128" y="533"/>
                      </a:lnTo>
                      <a:lnTo>
                        <a:pt x="1088" y="533"/>
                      </a:lnTo>
                      <a:lnTo>
                        <a:pt x="1069" y="530"/>
                      </a:lnTo>
                      <a:lnTo>
                        <a:pt x="1054" y="543"/>
                      </a:lnTo>
                      <a:lnTo>
                        <a:pt x="1034" y="553"/>
                      </a:lnTo>
                      <a:lnTo>
                        <a:pt x="1014" y="578"/>
                      </a:lnTo>
                      <a:lnTo>
                        <a:pt x="1048" y="563"/>
                      </a:lnTo>
                      <a:lnTo>
                        <a:pt x="1067" y="553"/>
                      </a:lnTo>
                      <a:lnTo>
                        <a:pt x="1087" y="565"/>
                      </a:lnTo>
                      <a:lnTo>
                        <a:pt x="1074" y="585"/>
                      </a:lnTo>
                      <a:lnTo>
                        <a:pt x="1092" y="605"/>
                      </a:lnTo>
                      <a:lnTo>
                        <a:pt x="1137" y="627"/>
                      </a:lnTo>
                      <a:lnTo>
                        <a:pt x="1097" y="648"/>
                      </a:lnTo>
                      <a:lnTo>
                        <a:pt x="1058" y="675"/>
                      </a:lnTo>
                      <a:lnTo>
                        <a:pt x="1049" y="665"/>
                      </a:lnTo>
                      <a:lnTo>
                        <a:pt x="1097" y="620"/>
                      </a:lnTo>
                      <a:lnTo>
                        <a:pt x="1094" y="614"/>
                      </a:lnTo>
                      <a:lnTo>
                        <a:pt x="1079" y="614"/>
                      </a:lnTo>
                      <a:lnTo>
                        <a:pt x="1040" y="648"/>
                      </a:lnTo>
                      <a:lnTo>
                        <a:pt x="1028" y="643"/>
                      </a:lnTo>
                      <a:lnTo>
                        <a:pt x="1025" y="599"/>
                      </a:lnTo>
                      <a:lnTo>
                        <a:pt x="1003" y="593"/>
                      </a:lnTo>
                      <a:lnTo>
                        <a:pt x="993" y="620"/>
                      </a:lnTo>
                      <a:lnTo>
                        <a:pt x="985" y="636"/>
                      </a:lnTo>
                      <a:lnTo>
                        <a:pt x="972" y="652"/>
                      </a:lnTo>
                      <a:lnTo>
                        <a:pt x="907" y="648"/>
                      </a:lnTo>
                      <a:lnTo>
                        <a:pt x="895" y="660"/>
                      </a:lnTo>
                      <a:lnTo>
                        <a:pt x="888" y="684"/>
                      </a:lnTo>
                      <a:lnTo>
                        <a:pt x="851" y="682"/>
                      </a:lnTo>
                      <a:lnTo>
                        <a:pt x="837" y="696"/>
                      </a:lnTo>
                      <a:lnTo>
                        <a:pt x="803" y="726"/>
                      </a:lnTo>
                      <a:lnTo>
                        <a:pt x="778" y="717"/>
                      </a:lnTo>
                      <a:lnTo>
                        <a:pt x="786" y="703"/>
                      </a:lnTo>
                      <a:lnTo>
                        <a:pt x="801" y="682"/>
                      </a:lnTo>
                      <a:lnTo>
                        <a:pt x="812" y="691"/>
                      </a:lnTo>
                      <a:lnTo>
                        <a:pt x="815" y="654"/>
                      </a:lnTo>
                      <a:lnTo>
                        <a:pt x="834" y="657"/>
                      </a:lnTo>
                      <a:lnTo>
                        <a:pt x="818" y="628"/>
                      </a:lnTo>
                      <a:lnTo>
                        <a:pt x="767" y="619"/>
                      </a:lnTo>
                      <a:lnTo>
                        <a:pt x="752" y="564"/>
                      </a:lnTo>
                      <a:lnTo>
                        <a:pt x="696" y="571"/>
                      </a:lnTo>
                      <a:lnTo>
                        <a:pt x="698" y="580"/>
                      </a:lnTo>
                      <a:lnTo>
                        <a:pt x="653" y="576"/>
                      </a:lnTo>
                      <a:lnTo>
                        <a:pt x="622" y="576"/>
                      </a:lnTo>
                      <a:lnTo>
                        <a:pt x="625" y="565"/>
                      </a:lnTo>
                      <a:lnTo>
                        <a:pt x="197" y="567"/>
                      </a:lnTo>
                      <a:lnTo>
                        <a:pt x="177" y="540"/>
                      </a:lnTo>
                      <a:lnTo>
                        <a:pt x="156" y="525"/>
                      </a:lnTo>
                      <a:lnTo>
                        <a:pt x="139" y="506"/>
                      </a:lnTo>
                      <a:lnTo>
                        <a:pt x="138" y="482"/>
                      </a:lnTo>
                      <a:lnTo>
                        <a:pt x="136" y="462"/>
                      </a:lnTo>
                      <a:lnTo>
                        <a:pt x="121" y="463"/>
                      </a:lnTo>
                      <a:lnTo>
                        <a:pt x="119" y="449"/>
                      </a:lnTo>
                      <a:lnTo>
                        <a:pt x="110" y="444"/>
                      </a:lnTo>
                      <a:lnTo>
                        <a:pt x="112" y="421"/>
                      </a:lnTo>
                      <a:lnTo>
                        <a:pt x="119" y="408"/>
                      </a:lnTo>
                      <a:lnTo>
                        <a:pt x="130" y="397"/>
                      </a:lnTo>
                      <a:lnTo>
                        <a:pt x="109" y="392"/>
                      </a:lnTo>
                      <a:lnTo>
                        <a:pt x="103" y="365"/>
                      </a:lnTo>
                      <a:lnTo>
                        <a:pt x="94" y="361"/>
                      </a:lnTo>
                      <a:lnTo>
                        <a:pt x="90" y="341"/>
                      </a:lnTo>
                      <a:lnTo>
                        <a:pt x="66" y="314"/>
                      </a:lnTo>
                      <a:lnTo>
                        <a:pt x="56" y="313"/>
                      </a:lnTo>
                      <a:lnTo>
                        <a:pt x="53" y="324"/>
                      </a:lnTo>
                      <a:lnTo>
                        <a:pt x="44" y="324"/>
                      </a:lnTo>
                      <a:lnTo>
                        <a:pt x="40" y="333"/>
                      </a:lnTo>
                      <a:lnTo>
                        <a:pt x="26" y="324"/>
                      </a:lnTo>
                      <a:lnTo>
                        <a:pt x="21" y="303"/>
                      </a:lnTo>
                      <a:lnTo>
                        <a:pt x="15" y="297"/>
                      </a:lnTo>
                      <a:lnTo>
                        <a:pt x="0" y="303"/>
                      </a:lnTo>
                      <a:lnTo>
                        <a:pt x="72" y="57"/>
                      </a:lnTo>
                      <a:lnTo>
                        <a:pt x="118" y="65"/>
                      </a:lnTo>
                      <a:lnTo>
                        <a:pt x="159" y="85"/>
                      </a:lnTo>
                      <a:lnTo>
                        <a:pt x="177" y="86"/>
                      </a:lnTo>
                      <a:lnTo>
                        <a:pt x="178" y="71"/>
                      </a:lnTo>
                      <a:lnTo>
                        <a:pt x="194" y="58"/>
                      </a:lnTo>
                      <a:lnTo>
                        <a:pt x="233" y="34"/>
                      </a:lnTo>
                      <a:lnTo>
                        <a:pt x="245" y="40"/>
                      </a:lnTo>
                      <a:lnTo>
                        <a:pt x="216" y="58"/>
                      </a:lnTo>
                      <a:lnTo>
                        <a:pt x="247" y="57"/>
                      </a:lnTo>
                      <a:lnTo>
                        <a:pt x="257" y="46"/>
                      </a:lnTo>
                      <a:lnTo>
                        <a:pt x="264" y="34"/>
                      </a:lnTo>
                      <a:lnTo>
                        <a:pt x="274" y="29"/>
                      </a:lnTo>
                      <a:lnTo>
                        <a:pt x="287" y="53"/>
                      </a:lnTo>
                      <a:lnTo>
                        <a:pt x="306" y="55"/>
                      </a:lnTo>
                      <a:lnTo>
                        <a:pt x="315" y="46"/>
                      </a:lnTo>
                      <a:lnTo>
                        <a:pt x="325" y="62"/>
                      </a:lnTo>
                      <a:lnTo>
                        <a:pt x="340" y="52"/>
                      </a:lnTo>
                      <a:lnTo>
                        <a:pt x="399" y="71"/>
                      </a:lnTo>
                      <a:lnTo>
                        <a:pt x="437" y="72"/>
                      </a:lnTo>
                      <a:lnTo>
                        <a:pt x="465" y="86"/>
                      </a:lnTo>
                      <a:lnTo>
                        <a:pt x="460" y="107"/>
                      </a:lnTo>
                      <a:lnTo>
                        <a:pt x="497" y="95"/>
                      </a:lnTo>
                      <a:lnTo>
                        <a:pt x="525" y="121"/>
                      </a:lnTo>
                      <a:lnTo>
                        <a:pt x="544" y="120"/>
                      </a:lnTo>
                      <a:lnTo>
                        <a:pt x="542" y="107"/>
                      </a:lnTo>
                      <a:lnTo>
                        <a:pt x="564" y="84"/>
                      </a:lnTo>
                      <a:lnTo>
                        <a:pt x="588" y="102"/>
                      </a:lnTo>
                      <a:lnTo>
                        <a:pt x="659" y="107"/>
                      </a:lnTo>
                      <a:lnTo>
                        <a:pt x="672" y="90"/>
                      </a:lnTo>
                      <a:lnTo>
                        <a:pt x="692" y="88"/>
                      </a:lnTo>
                      <a:lnTo>
                        <a:pt x="703" y="104"/>
                      </a:lnTo>
                      <a:lnTo>
                        <a:pt x="721" y="95"/>
                      </a:lnTo>
                      <a:lnTo>
                        <a:pt x="737" y="84"/>
                      </a:lnTo>
                      <a:lnTo>
                        <a:pt x="729" y="52"/>
                      </a:lnTo>
                      <a:lnTo>
                        <a:pt x="708" y="37"/>
                      </a:lnTo>
                      <a:lnTo>
                        <a:pt x="723" y="28"/>
                      </a:lnTo>
                      <a:lnTo>
                        <a:pt x="732" y="13"/>
                      </a:lnTo>
                      <a:lnTo>
                        <a:pt x="754" y="0"/>
                      </a:lnTo>
                      <a:lnTo>
                        <a:pt x="776" y="19"/>
                      </a:lnTo>
                      <a:lnTo>
                        <a:pt x="769" y="37"/>
                      </a:lnTo>
                      <a:lnTo>
                        <a:pt x="773" y="53"/>
                      </a:lnTo>
                      <a:lnTo>
                        <a:pt x="786" y="65"/>
                      </a:lnTo>
                      <a:lnTo>
                        <a:pt x="794" y="88"/>
                      </a:lnTo>
                      <a:lnTo>
                        <a:pt x="812" y="65"/>
                      </a:lnTo>
                      <a:lnTo>
                        <a:pt x="822" y="85"/>
                      </a:lnTo>
                      <a:lnTo>
                        <a:pt x="821" y="117"/>
                      </a:lnTo>
                      <a:lnTo>
                        <a:pt x="834" y="117"/>
                      </a:lnTo>
                      <a:lnTo>
                        <a:pt x="840" y="99"/>
                      </a:lnTo>
                      <a:lnTo>
                        <a:pt x="860" y="79"/>
                      </a:lnTo>
                      <a:lnTo>
                        <a:pt x="868" y="53"/>
                      </a:lnTo>
                      <a:lnTo>
                        <a:pt x="904" y="57"/>
                      </a:lnTo>
                      <a:lnTo>
                        <a:pt x="913" y="83"/>
                      </a:lnTo>
                      <a:lnTo>
                        <a:pt x="898" y="90"/>
                      </a:lnTo>
                      <a:lnTo>
                        <a:pt x="906" y="123"/>
                      </a:lnTo>
                      <a:lnTo>
                        <a:pt x="860" y="146"/>
                      </a:lnTo>
                      <a:lnTo>
                        <a:pt x="854" y="136"/>
                      </a:lnTo>
                      <a:lnTo>
                        <a:pt x="830" y="137"/>
                      </a:lnTo>
                      <a:lnTo>
                        <a:pt x="827" y="156"/>
                      </a:lnTo>
                      <a:lnTo>
                        <a:pt x="799" y="156"/>
                      </a:lnTo>
                      <a:lnTo>
                        <a:pt x="791" y="148"/>
                      </a:lnTo>
                      <a:lnTo>
                        <a:pt x="778" y="149"/>
                      </a:lnTo>
                      <a:lnTo>
                        <a:pt x="779" y="160"/>
                      </a:lnTo>
                      <a:lnTo>
                        <a:pt x="806" y="171"/>
                      </a:lnTo>
                      <a:lnTo>
                        <a:pt x="799" y="195"/>
                      </a:lnTo>
                      <a:lnTo>
                        <a:pt x="785" y="205"/>
                      </a:lnTo>
                      <a:lnTo>
                        <a:pt x="763" y="208"/>
                      </a:lnTo>
                      <a:lnTo>
                        <a:pt x="750" y="228"/>
                      </a:lnTo>
                      <a:lnTo>
                        <a:pt x="720" y="251"/>
                      </a:lnTo>
                      <a:lnTo>
                        <a:pt x="694" y="274"/>
                      </a:lnTo>
                      <a:lnTo>
                        <a:pt x="673" y="306"/>
                      </a:lnTo>
                      <a:lnTo>
                        <a:pt x="672" y="330"/>
                      </a:lnTo>
                      <a:lnTo>
                        <a:pt x="691" y="333"/>
                      </a:lnTo>
                      <a:lnTo>
                        <a:pt x="701" y="374"/>
                      </a:lnTo>
                      <a:lnTo>
                        <a:pt x="745" y="379"/>
                      </a:lnTo>
                      <a:lnTo>
                        <a:pt x="773" y="406"/>
                      </a:lnTo>
                      <a:lnTo>
                        <a:pt x="791" y="408"/>
                      </a:lnTo>
                      <a:lnTo>
                        <a:pt x="806" y="426"/>
                      </a:lnTo>
                      <a:lnTo>
                        <a:pt x="836" y="424"/>
                      </a:lnTo>
                      <a:lnTo>
                        <a:pt x="833" y="459"/>
                      </a:lnTo>
                      <a:lnTo>
                        <a:pt x="830" y="489"/>
                      </a:lnTo>
                      <a:lnTo>
                        <a:pt x="841" y="512"/>
                      </a:lnTo>
                      <a:lnTo>
                        <a:pt x="854" y="513"/>
                      </a:lnTo>
                      <a:lnTo>
                        <a:pt x="865" y="501"/>
                      </a:lnTo>
                      <a:lnTo>
                        <a:pt x="877" y="512"/>
                      </a:lnTo>
                      <a:lnTo>
                        <a:pt x="882" y="499"/>
                      </a:lnTo>
                      <a:lnTo>
                        <a:pt x="889" y="463"/>
                      </a:lnTo>
                      <a:lnTo>
                        <a:pt x="888" y="450"/>
                      </a:lnTo>
                      <a:lnTo>
                        <a:pt x="891" y="426"/>
                      </a:lnTo>
                      <a:lnTo>
                        <a:pt x="914" y="414"/>
                      </a:lnTo>
                      <a:lnTo>
                        <a:pt x="915" y="413"/>
                      </a:lnTo>
                      <a:lnTo>
                        <a:pt x="916" y="409"/>
                      </a:lnTo>
                      <a:lnTo>
                        <a:pt x="916" y="403"/>
                      </a:lnTo>
                      <a:lnTo>
                        <a:pt x="917" y="395"/>
                      </a:lnTo>
                      <a:lnTo>
                        <a:pt x="919" y="387"/>
                      </a:lnTo>
                      <a:lnTo>
                        <a:pt x="919" y="377"/>
                      </a:lnTo>
                      <a:lnTo>
                        <a:pt x="919" y="368"/>
                      </a:lnTo>
                      <a:lnTo>
                        <a:pt x="917" y="358"/>
                      </a:lnTo>
                      <a:lnTo>
                        <a:pt x="916" y="350"/>
                      </a:lnTo>
                      <a:lnTo>
                        <a:pt x="914" y="342"/>
                      </a:lnTo>
                      <a:lnTo>
                        <a:pt x="910" y="337"/>
                      </a:lnTo>
                      <a:lnTo>
                        <a:pt x="906" y="332"/>
                      </a:lnTo>
                      <a:lnTo>
                        <a:pt x="922" y="325"/>
                      </a:lnTo>
                      <a:lnTo>
                        <a:pt x="926" y="294"/>
                      </a:lnTo>
                      <a:lnTo>
                        <a:pt x="923" y="283"/>
                      </a:lnTo>
                      <a:lnTo>
                        <a:pt x="926" y="257"/>
                      </a:lnTo>
                      <a:lnTo>
                        <a:pt x="943" y="232"/>
                      </a:lnTo>
                      <a:lnTo>
                        <a:pt x="969" y="246"/>
                      </a:lnTo>
                      <a:lnTo>
                        <a:pt x="1004" y="246"/>
                      </a:lnTo>
                      <a:lnTo>
                        <a:pt x="1017" y="259"/>
                      </a:lnTo>
                      <a:lnTo>
                        <a:pt x="1033" y="275"/>
                      </a:lnTo>
                      <a:lnTo>
                        <a:pt x="1054" y="283"/>
                      </a:lnTo>
                      <a:lnTo>
                        <a:pt x="1045" y="295"/>
                      </a:lnTo>
                      <a:lnTo>
                        <a:pt x="1046" y="340"/>
                      </a:lnTo>
                      <a:lnTo>
                        <a:pt x="1071" y="347"/>
                      </a:lnTo>
                      <a:lnTo>
                        <a:pt x="1096" y="338"/>
                      </a:lnTo>
                      <a:lnTo>
                        <a:pt x="1105" y="324"/>
                      </a:lnTo>
                      <a:lnTo>
                        <a:pt x="1119" y="30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5" id="45"/>
                <p:cNvSpPr/>
                <p:nvPr/>
              </p:nvSpPr>
              <p:spPr>
                <a:xfrm>
                  <a:off x="1798" y="2040"/>
                  <a:ext cx="91" cy="9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1" h="84" stroke="true" fill="norm" extrusionOk="true">
                      <a:moveTo>
                        <a:pt x="44" y="0"/>
                      </a:moveTo>
                      <a:lnTo>
                        <a:pt x="34" y="3"/>
                      </a:lnTo>
                      <a:lnTo>
                        <a:pt x="27" y="13"/>
                      </a:lnTo>
                      <a:lnTo>
                        <a:pt x="19" y="24"/>
                      </a:lnTo>
                      <a:lnTo>
                        <a:pt x="6" y="30"/>
                      </a:lnTo>
                      <a:lnTo>
                        <a:pt x="0" y="44"/>
                      </a:lnTo>
                      <a:lnTo>
                        <a:pt x="0" y="64"/>
                      </a:lnTo>
                      <a:lnTo>
                        <a:pt x="16" y="66"/>
                      </a:lnTo>
                      <a:lnTo>
                        <a:pt x="31" y="60"/>
                      </a:lnTo>
                      <a:lnTo>
                        <a:pt x="42" y="60"/>
                      </a:lnTo>
                      <a:lnTo>
                        <a:pt x="44" y="79"/>
                      </a:lnTo>
                      <a:lnTo>
                        <a:pt x="54" y="83"/>
                      </a:lnTo>
                      <a:lnTo>
                        <a:pt x="54" y="70"/>
                      </a:lnTo>
                      <a:lnTo>
                        <a:pt x="63" y="71"/>
                      </a:lnTo>
                      <a:lnTo>
                        <a:pt x="66" y="83"/>
                      </a:lnTo>
                      <a:lnTo>
                        <a:pt x="74" y="65"/>
                      </a:lnTo>
                      <a:lnTo>
                        <a:pt x="80" y="50"/>
                      </a:lnTo>
                      <a:lnTo>
                        <a:pt x="77" y="30"/>
                      </a:lnTo>
                      <a:lnTo>
                        <a:pt x="66" y="26"/>
                      </a:lnTo>
                      <a:lnTo>
                        <a:pt x="54" y="26"/>
                      </a:lnTo>
                      <a:lnTo>
                        <a:pt x="49" y="13"/>
                      </a:lnTo>
                      <a:lnTo>
                        <a:pt x="50" y="5"/>
                      </a:lnTo>
                      <a:lnTo>
                        <a:pt x="4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6" id="46"/>
                <p:cNvSpPr/>
                <p:nvPr/>
              </p:nvSpPr>
              <p:spPr>
                <a:xfrm>
                  <a:off x="947" y="1422"/>
                  <a:ext cx="159" cy="10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2" h="98" stroke="true" fill="norm" extrusionOk="true">
                      <a:moveTo>
                        <a:pt x="45" y="4"/>
                      </a:moveTo>
                      <a:lnTo>
                        <a:pt x="28" y="32"/>
                      </a:lnTo>
                      <a:lnTo>
                        <a:pt x="18" y="50"/>
                      </a:lnTo>
                      <a:lnTo>
                        <a:pt x="0" y="70"/>
                      </a:lnTo>
                      <a:lnTo>
                        <a:pt x="13" y="84"/>
                      </a:lnTo>
                      <a:lnTo>
                        <a:pt x="32" y="97"/>
                      </a:lnTo>
                      <a:lnTo>
                        <a:pt x="71" y="77"/>
                      </a:lnTo>
                      <a:lnTo>
                        <a:pt x="91" y="64"/>
                      </a:lnTo>
                      <a:lnTo>
                        <a:pt x="121" y="57"/>
                      </a:lnTo>
                      <a:lnTo>
                        <a:pt x="141" y="42"/>
                      </a:lnTo>
                      <a:lnTo>
                        <a:pt x="116" y="19"/>
                      </a:lnTo>
                      <a:lnTo>
                        <a:pt x="84" y="12"/>
                      </a:lnTo>
                      <a:lnTo>
                        <a:pt x="71" y="0"/>
                      </a:lnTo>
                      <a:lnTo>
                        <a:pt x="56" y="15"/>
                      </a:lnTo>
                      <a:lnTo>
                        <a:pt x="45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7" id="47"/>
                <p:cNvSpPr/>
                <p:nvPr/>
              </p:nvSpPr>
              <p:spPr>
                <a:xfrm>
                  <a:off x="1050" y="1470"/>
                  <a:ext cx="228" cy="1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3" h="109" stroke="true" fill="norm" extrusionOk="true">
                      <a:moveTo>
                        <a:pt x="62" y="9"/>
                      </a:moveTo>
                      <a:lnTo>
                        <a:pt x="34" y="25"/>
                      </a:lnTo>
                      <a:lnTo>
                        <a:pt x="34" y="37"/>
                      </a:lnTo>
                      <a:lnTo>
                        <a:pt x="2" y="40"/>
                      </a:lnTo>
                      <a:lnTo>
                        <a:pt x="0" y="53"/>
                      </a:lnTo>
                      <a:lnTo>
                        <a:pt x="52" y="62"/>
                      </a:lnTo>
                      <a:lnTo>
                        <a:pt x="12" y="72"/>
                      </a:lnTo>
                      <a:lnTo>
                        <a:pt x="4" y="80"/>
                      </a:lnTo>
                      <a:lnTo>
                        <a:pt x="32" y="95"/>
                      </a:lnTo>
                      <a:lnTo>
                        <a:pt x="57" y="108"/>
                      </a:lnTo>
                      <a:lnTo>
                        <a:pt x="92" y="108"/>
                      </a:lnTo>
                      <a:lnTo>
                        <a:pt x="151" y="105"/>
                      </a:lnTo>
                      <a:lnTo>
                        <a:pt x="188" y="98"/>
                      </a:lnTo>
                      <a:lnTo>
                        <a:pt x="179" y="72"/>
                      </a:lnTo>
                      <a:lnTo>
                        <a:pt x="202" y="68"/>
                      </a:lnTo>
                      <a:lnTo>
                        <a:pt x="177" y="53"/>
                      </a:lnTo>
                      <a:lnTo>
                        <a:pt x="161" y="22"/>
                      </a:lnTo>
                      <a:lnTo>
                        <a:pt x="169" y="5"/>
                      </a:lnTo>
                      <a:lnTo>
                        <a:pt x="139" y="0"/>
                      </a:lnTo>
                      <a:lnTo>
                        <a:pt x="132" y="32"/>
                      </a:lnTo>
                      <a:lnTo>
                        <a:pt x="117" y="14"/>
                      </a:lnTo>
                      <a:lnTo>
                        <a:pt x="104" y="5"/>
                      </a:lnTo>
                      <a:lnTo>
                        <a:pt x="94" y="22"/>
                      </a:lnTo>
                      <a:lnTo>
                        <a:pt x="85" y="3"/>
                      </a:lnTo>
                      <a:lnTo>
                        <a:pt x="62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8" id="48"/>
                <p:cNvSpPr/>
                <p:nvPr/>
              </p:nvSpPr>
              <p:spPr>
                <a:xfrm>
                  <a:off x="1228" y="1446"/>
                  <a:ext cx="35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0" h="15" stroke="true" fill="norm" extrusionOk="true">
                      <a:moveTo>
                        <a:pt x="15" y="14"/>
                      </a:moveTo>
                      <a:lnTo>
                        <a:pt x="18" y="14"/>
                      </a:lnTo>
                      <a:lnTo>
                        <a:pt x="19" y="14"/>
                      </a:lnTo>
                      <a:lnTo>
                        <a:pt x="21" y="14"/>
                      </a:lnTo>
                      <a:lnTo>
                        <a:pt x="23" y="13"/>
                      </a:lnTo>
                      <a:lnTo>
                        <a:pt x="25" y="12"/>
                      </a:lnTo>
                      <a:lnTo>
                        <a:pt x="26" y="11"/>
                      </a:lnTo>
                      <a:lnTo>
                        <a:pt x="28" y="11"/>
                      </a:lnTo>
                      <a:lnTo>
                        <a:pt x="29" y="10"/>
                      </a:lnTo>
                      <a:lnTo>
                        <a:pt x="29" y="9"/>
                      </a:lnTo>
                      <a:lnTo>
                        <a:pt x="29" y="8"/>
                      </a:lnTo>
                      <a:lnTo>
                        <a:pt x="29" y="7"/>
                      </a:lnTo>
                      <a:lnTo>
                        <a:pt x="29" y="6"/>
                      </a:lnTo>
                      <a:lnTo>
                        <a:pt x="29" y="4"/>
                      </a:lnTo>
                      <a:lnTo>
                        <a:pt x="28" y="3"/>
                      </a:lnTo>
                      <a:lnTo>
                        <a:pt x="26" y="3"/>
                      </a:lnTo>
                      <a:lnTo>
                        <a:pt x="25" y="2"/>
                      </a:lnTo>
                      <a:lnTo>
                        <a:pt x="23" y="1"/>
                      </a:lnTo>
                      <a:lnTo>
                        <a:pt x="21" y="0"/>
                      </a:lnTo>
                      <a:lnTo>
                        <a:pt x="19" y="0"/>
                      </a:lnTo>
                      <a:lnTo>
                        <a:pt x="18" y="0"/>
                      </a:lnTo>
                      <a:lnTo>
                        <a:pt x="15" y="0"/>
                      </a:lnTo>
                      <a:lnTo>
                        <a:pt x="13" y="0"/>
                      </a:lnTo>
                      <a:lnTo>
                        <a:pt x="11" y="0"/>
                      </a:lnTo>
                      <a:lnTo>
                        <a:pt x="10" y="0"/>
                      </a:lnTo>
                      <a:lnTo>
                        <a:pt x="8" y="1"/>
                      </a:lnTo>
                      <a:lnTo>
                        <a:pt x="6" y="2"/>
                      </a:lnTo>
                      <a:lnTo>
                        <a:pt x="5" y="2"/>
                      </a:lnTo>
                      <a:lnTo>
                        <a:pt x="4" y="3"/>
                      </a:lnTo>
                      <a:lnTo>
                        <a:pt x="2" y="3"/>
                      </a:lnTo>
                      <a:lnTo>
                        <a:pt x="2" y="4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8"/>
                      </a:lnTo>
                      <a:lnTo>
                        <a:pt x="1" y="9"/>
                      </a:lnTo>
                      <a:lnTo>
                        <a:pt x="2" y="10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2"/>
                      </a:lnTo>
                      <a:lnTo>
                        <a:pt x="6" y="12"/>
                      </a:lnTo>
                      <a:lnTo>
                        <a:pt x="8" y="13"/>
                      </a:lnTo>
                      <a:lnTo>
                        <a:pt x="10" y="14"/>
                      </a:lnTo>
                      <a:lnTo>
                        <a:pt x="11" y="14"/>
                      </a:lnTo>
                      <a:lnTo>
                        <a:pt x="13" y="14"/>
                      </a:lnTo>
                      <a:lnTo>
                        <a:pt x="15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9" id="49"/>
                <p:cNvSpPr/>
                <p:nvPr/>
              </p:nvSpPr>
              <p:spPr>
                <a:xfrm>
                  <a:off x="1032" y="1335"/>
                  <a:ext cx="98" cy="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6" h="55" stroke="true" fill="norm" extrusionOk="true">
                      <a:moveTo>
                        <a:pt x="85" y="0"/>
                      </a:moveTo>
                      <a:lnTo>
                        <a:pt x="63" y="8"/>
                      </a:lnTo>
                      <a:lnTo>
                        <a:pt x="30" y="24"/>
                      </a:lnTo>
                      <a:lnTo>
                        <a:pt x="2" y="31"/>
                      </a:lnTo>
                      <a:lnTo>
                        <a:pt x="0" y="49"/>
                      </a:lnTo>
                      <a:lnTo>
                        <a:pt x="37" y="54"/>
                      </a:lnTo>
                      <a:lnTo>
                        <a:pt x="63" y="29"/>
                      </a:lnTo>
                      <a:lnTo>
                        <a:pt x="85" y="29"/>
                      </a:lnTo>
                      <a:lnTo>
                        <a:pt x="8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0" id="50"/>
                <p:cNvSpPr/>
                <p:nvPr/>
              </p:nvSpPr>
              <p:spPr>
                <a:xfrm>
                  <a:off x="1091" y="1391"/>
                  <a:ext cx="18" cy="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26" stroke="true" fill="norm" extrusionOk="true">
                      <a:moveTo>
                        <a:pt x="7" y="25"/>
                      </a:moveTo>
                      <a:lnTo>
                        <a:pt x="6" y="25"/>
                      </a:lnTo>
                      <a:lnTo>
                        <a:pt x="4" y="24"/>
                      </a:lnTo>
                      <a:lnTo>
                        <a:pt x="3" y="24"/>
                      </a:lnTo>
                      <a:lnTo>
                        <a:pt x="3" y="23"/>
                      </a:lnTo>
                      <a:lnTo>
                        <a:pt x="2" y="22"/>
                      </a:lnTo>
                      <a:lnTo>
                        <a:pt x="2" y="21"/>
                      </a:lnTo>
                      <a:lnTo>
                        <a:pt x="2" y="20"/>
                      </a:lnTo>
                      <a:lnTo>
                        <a:pt x="1" y="18"/>
                      </a:lnTo>
                      <a:lnTo>
                        <a:pt x="1" y="16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11"/>
                      </a:lnTo>
                      <a:lnTo>
                        <a:pt x="1" y="9"/>
                      </a:lnTo>
                      <a:lnTo>
                        <a:pt x="1" y="8"/>
                      </a:lnTo>
                      <a:lnTo>
                        <a:pt x="2" y="6"/>
                      </a:lnTo>
                      <a:lnTo>
                        <a:pt x="2" y="5"/>
                      </a:lnTo>
                      <a:lnTo>
                        <a:pt x="2" y="4"/>
                      </a:lnTo>
                      <a:lnTo>
                        <a:pt x="3" y="3"/>
                      </a:lnTo>
                      <a:lnTo>
                        <a:pt x="3" y="2"/>
                      </a:lnTo>
                      <a:lnTo>
                        <a:pt x="4" y="2"/>
                      </a:lnTo>
                      <a:lnTo>
                        <a:pt x="6" y="1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11" y="2"/>
                      </a:lnTo>
                      <a:lnTo>
                        <a:pt x="12" y="3"/>
                      </a:lnTo>
                      <a:lnTo>
                        <a:pt x="12" y="4"/>
                      </a:lnTo>
                      <a:lnTo>
                        <a:pt x="13" y="5"/>
                      </a:lnTo>
                      <a:lnTo>
                        <a:pt x="13" y="6"/>
                      </a:lnTo>
                      <a:lnTo>
                        <a:pt x="14" y="8"/>
                      </a:lnTo>
                      <a:lnTo>
                        <a:pt x="14" y="9"/>
                      </a:lnTo>
                      <a:lnTo>
                        <a:pt x="14" y="11"/>
                      </a:lnTo>
                      <a:lnTo>
                        <a:pt x="14" y="13"/>
                      </a:lnTo>
                      <a:lnTo>
                        <a:pt x="14" y="15"/>
                      </a:lnTo>
                      <a:lnTo>
                        <a:pt x="14" y="16"/>
                      </a:lnTo>
                      <a:lnTo>
                        <a:pt x="14" y="18"/>
                      </a:lnTo>
                      <a:lnTo>
                        <a:pt x="13" y="20"/>
                      </a:lnTo>
                      <a:lnTo>
                        <a:pt x="13" y="21"/>
                      </a:lnTo>
                      <a:lnTo>
                        <a:pt x="12" y="22"/>
                      </a:lnTo>
                      <a:lnTo>
                        <a:pt x="12" y="23"/>
                      </a:lnTo>
                      <a:lnTo>
                        <a:pt x="11" y="24"/>
                      </a:lnTo>
                      <a:lnTo>
                        <a:pt x="9" y="25"/>
                      </a:lnTo>
                      <a:lnTo>
                        <a:pt x="8" y="25"/>
                      </a:lnTo>
                      <a:lnTo>
                        <a:pt x="7" y="2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1" id="51"/>
                <p:cNvSpPr/>
                <p:nvPr/>
              </p:nvSpPr>
              <p:spPr>
                <a:xfrm>
                  <a:off x="1124" y="1364"/>
                  <a:ext cx="147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1" h="64" stroke="true" fill="norm" extrusionOk="true">
                      <a:moveTo>
                        <a:pt x="45" y="20"/>
                      </a:moveTo>
                      <a:lnTo>
                        <a:pt x="33" y="33"/>
                      </a:lnTo>
                      <a:lnTo>
                        <a:pt x="5" y="33"/>
                      </a:lnTo>
                      <a:lnTo>
                        <a:pt x="0" y="55"/>
                      </a:lnTo>
                      <a:lnTo>
                        <a:pt x="30" y="63"/>
                      </a:lnTo>
                      <a:lnTo>
                        <a:pt x="55" y="59"/>
                      </a:lnTo>
                      <a:lnTo>
                        <a:pt x="77" y="51"/>
                      </a:lnTo>
                      <a:lnTo>
                        <a:pt x="105" y="46"/>
                      </a:lnTo>
                      <a:lnTo>
                        <a:pt x="130" y="54"/>
                      </a:lnTo>
                      <a:lnTo>
                        <a:pt x="117" y="26"/>
                      </a:lnTo>
                      <a:lnTo>
                        <a:pt x="90" y="18"/>
                      </a:lnTo>
                      <a:lnTo>
                        <a:pt x="85" y="0"/>
                      </a:lnTo>
                      <a:lnTo>
                        <a:pt x="62" y="3"/>
                      </a:lnTo>
                      <a:lnTo>
                        <a:pt x="60" y="18"/>
                      </a:lnTo>
                      <a:lnTo>
                        <a:pt x="45" y="2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2" id="52"/>
                <p:cNvSpPr/>
                <p:nvPr/>
              </p:nvSpPr>
              <p:spPr>
                <a:xfrm>
                  <a:off x="1172" y="1326"/>
                  <a:ext cx="47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31" stroke="true" fill="norm" extrusionOk="true">
                      <a:moveTo>
                        <a:pt x="26" y="2"/>
                      </a:moveTo>
                      <a:lnTo>
                        <a:pt x="8" y="2"/>
                      </a:lnTo>
                      <a:lnTo>
                        <a:pt x="0" y="17"/>
                      </a:lnTo>
                      <a:lnTo>
                        <a:pt x="0" y="30"/>
                      </a:lnTo>
                      <a:lnTo>
                        <a:pt x="18" y="20"/>
                      </a:lnTo>
                      <a:lnTo>
                        <a:pt x="38" y="15"/>
                      </a:lnTo>
                      <a:lnTo>
                        <a:pt x="40" y="0"/>
                      </a:lnTo>
                      <a:lnTo>
                        <a:pt x="26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3" id="53"/>
                <p:cNvSpPr/>
                <p:nvPr/>
              </p:nvSpPr>
              <p:spPr>
                <a:xfrm>
                  <a:off x="1171" y="1286"/>
                  <a:ext cx="56" cy="3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1" h="27" stroke="true" fill="norm" extrusionOk="true">
                      <a:moveTo>
                        <a:pt x="13" y="7"/>
                      </a:moveTo>
                      <a:lnTo>
                        <a:pt x="25" y="0"/>
                      </a:lnTo>
                      <a:lnTo>
                        <a:pt x="42" y="2"/>
                      </a:lnTo>
                      <a:lnTo>
                        <a:pt x="50" y="15"/>
                      </a:lnTo>
                      <a:lnTo>
                        <a:pt x="28" y="23"/>
                      </a:lnTo>
                      <a:lnTo>
                        <a:pt x="0" y="26"/>
                      </a:lnTo>
                      <a:lnTo>
                        <a:pt x="13" y="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4" id="54"/>
                <p:cNvSpPr/>
                <p:nvPr/>
              </p:nvSpPr>
              <p:spPr>
                <a:xfrm>
                  <a:off x="1278" y="1286"/>
                  <a:ext cx="78" cy="5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0" h="45" stroke="true" fill="norm" extrusionOk="true">
                      <a:moveTo>
                        <a:pt x="13" y="0"/>
                      </a:moveTo>
                      <a:lnTo>
                        <a:pt x="31" y="2"/>
                      </a:lnTo>
                      <a:lnTo>
                        <a:pt x="48" y="7"/>
                      </a:lnTo>
                      <a:lnTo>
                        <a:pt x="64" y="25"/>
                      </a:lnTo>
                      <a:lnTo>
                        <a:pt x="69" y="40"/>
                      </a:lnTo>
                      <a:lnTo>
                        <a:pt x="39" y="44"/>
                      </a:lnTo>
                      <a:lnTo>
                        <a:pt x="31" y="29"/>
                      </a:lnTo>
                      <a:lnTo>
                        <a:pt x="13" y="27"/>
                      </a:lnTo>
                      <a:lnTo>
                        <a:pt x="0" y="9"/>
                      </a:lnTo>
                      <a:lnTo>
                        <a:pt x="13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5" id="55"/>
                <p:cNvSpPr/>
                <p:nvPr/>
              </p:nvSpPr>
              <p:spPr>
                <a:xfrm>
                  <a:off x="1278" y="1442"/>
                  <a:ext cx="75" cy="7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7" h="70" stroke="true" fill="norm" extrusionOk="true">
                      <a:moveTo>
                        <a:pt x="23" y="5"/>
                      </a:moveTo>
                      <a:lnTo>
                        <a:pt x="28" y="21"/>
                      </a:lnTo>
                      <a:lnTo>
                        <a:pt x="25" y="38"/>
                      </a:lnTo>
                      <a:lnTo>
                        <a:pt x="3" y="26"/>
                      </a:lnTo>
                      <a:lnTo>
                        <a:pt x="0" y="41"/>
                      </a:lnTo>
                      <a:lnTo>
                        <a:pt x="21" y="53"/>
                      </a:lnTo>
                      <a:lnTo>
                        <a:pt x="31" y="66"/>
                      </a:lnTo>
                      <a:lnTo>
                        <a:pt x="53" y="69"/>
                      </a:lnTo>
                      <a:lnTo>
                        <a:pt x="66" y="46"/>
                      </a:lnTo>
                      <a:lnTo>
                        <a:pt x="58" y="28"/>
                      </a:lnTo>
                      <a:lnTo>
                        <a:pt x="61" y="0"/>
                      </a:lnTo>
                      <a:lnTo>
                        <a:pt x="23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6" id="56"/>
                <p:cNvSpPr/>
                <p:nvPr/>
              </p:nvSpPr>
              <p:spPr>
                <a:xfrm>
                  <a:off x="1296" y="1556"/>
                  <a:ext cx="46" cy="3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2" h="32" stroke="true" fill="norm" extrusionOk="true">
                      <a:moveTo>
                        <a:pt x="20" y="0"/>
                      </a:moveTo>
                      <a:lnTo>
                        <a:pt x="5" y="10"/>
                      </a:lnTo>
                      <a:lnTo>
                        <a:pt x="0" y="28"/>
                      </a:lnTo>
                      <a:lnTo>
                        <a:pt x="25" y="31"/>
                      </a:lnTo>
                      <a:lnTo>
                        <a:pt x="41" y="21"/>
                      </a:lnTo>
                      <a:lnTo>
                        <a:pt x="2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7" id="57"/>
                <p:cNvSpPr/>
                <p:nvPr/>
              </p:nvSpPr>
              <p:spPr>
                <a:xfrm>
                  <a:off x="1375" y="1439"/>
                  <a:ext cx="76" cy="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7" h="55" stroke="true" fill="norm" extrusionOk="true">
                      <a:moveTo>
                        <a:pt x="0" y="54"/>
                      </a:moveTo>
                      <a:lnTo>
                        <a:pt x="2" y="31"/>
                      </a:lnTo>
                      <a:lnTo>
                        <a:pt x="9" y="10"/>
                      </a:lnTo>
                      <a:lnTo>
                        <a:pt x="32" y="0"/>
                      </a:lnTo>
                      <a:lnTo>
                        <a:pt x="52" y="3"/>
                      </a:lnTo>
                      <a:lnTo>
                        <a:pt x="66" y="8"/>
                      </a:lnTo>
                      <a:lnTo>
                        <a:pt x="53" y="23"/>
                      </a:lnTo>
                      <a:lnTo>
                        <a:pt x="33" y="39"/>
                      </a:lnTo>
                      <a:lnTo>
                        <a:pt x="19" y="39"/>
                      </a:lnTo>
                      <a:lnTo>
                        <a:pt x="14" y="54"/>
                      </a:lnTo>
                      <a:lnTo>
                        <a:pt x="0" y="5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8" id="58"/>
                <p:cNvSpPr/>
                <p:nvPr/>
              </p:nvSpPr>
              <p:spPr>
                <a:xfrm>
                  <a:off x="1456" y="1446"/>
                  <a:ext cx="363" cy="3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3" h="289" stroke="true" fill="norm" extrusionOk="true">
                      <a:moveTo>
                        <a:pt x="47" y="0"/>
                      </a:moveTo>
                      <a:lnTo>
                        <a:pt x="17" y="9"/>
                      </a:lnTo>
                      <a:lnTo>
                        <a:pt x="0" y="40"/>
                      </a:lnTo>
                      <a:lnTo>
                        <a:pt x="3" y="67"/>
                      </a:lnTo>
                      <a:lnTo>
                        <a:pt x="25" y="76"/>
                      </a:lnTo>
                      <a:lnTo>
                        <a:pt x="15" y="87"/>
                      </a:lnTo>
                      <a:lnTo>
                        <a:pt x="20" y="96"/>
                      </a:lnTo>
                      <a:lnTo>
                        <a:pt x="68" y="89"/>
                      </a:lnTo>
                      <a:lnTo>
                        <a:pt x="97" y="104"/>
                      </a:lnTo>
                      <a:lnTo>
                        <a:pt x="120" y="89"/>
                      </a:lnTo>
                      <a:lnTo>
                        <a:pt x="147" y="114"/>
                      </a:lnTo>
                      <a:lnTo>
                        <a:pt x="145" y="131"/>
                      </a:lnTo>
                      <a:lnTo>
                        <a:pt x="170" y="131"/>
                      </a:lnTo>
                      <a:lnTo>
                        <a:pt x="185" y="144"/>
                      </a:lnTo>
                      <a:lnTo>
                        <a:pt x="187" y="171"/>
                      </a:lnTo>
                      <a:lnTo>
                        <a:pt x="160" y="201"/>
                      </a:lnTo>
                      <a:lnTo>
                        <a:pt x="115" y="211"/>
                      </a:lnTo>
                      <a:lnTo>
                        <a:pt x="105" y="226"/>
                      </a:lnTo>
                      <a:lnTo>
                        <a:pt x="123" y="243"/>
                      </a:lnTo>
                      <a:lnTo>
                        <a:pt x="160" y="233"/>
                      </a:lnTo>
                      <a:lnTo>
                        <a:pt x="197" y="263"/>
                      </a:lnTo>
                      <a:lnTo>
                        <a:pt x="247" y="288"/>
                      </a:lnTo>
                      <a:lnTo>
                        <a:pt x="230" y="248"/>
                      </a:lnTo>
                      <a:lnTo>
                        <a:pt x="264" y="270"/>
                      </a:lnTo>
                      <a:lnTo>
                        <a:pt x="275" y="246"/>
                      </a:lnTo>
                      <a:lnTo>
                        <a:pt x="267" y="215"/>
                      </a:lnTo>
                      <a:lnTo>
                        <a:pt x="242" y="211"/>
                      </a:lnTo>
                      <a:lnTo>
                        <a:pt x="245" y="182"/>
                      </a:lnTo>
                      <a:lnTo>
                        <a:pt x="258" y="178"/>
                      </a:lnTo>
                      <a:lnTo>
                        <a:pt x="297" y="218"/>
                      </a:lnTo>
                      <a:lnTo>
                        <a:pt x="312" y="193"/>
                      </a:lnTo>
                      <a:lnTo>
                        <a:pt x="322" y="176"/>
                      </a:lnTo>
                      <a:lnTo>
                        <a:pt x="297" y="159"/>
                      </a:lnTo>
                      <a:lnTo>
                        <a:pt x="270" y="151"/>
                      </a:lnTo>
                      <a:lnTo>
                        <a:pt x="250" y="123"/>
                      </a:lnTo>
                      <a:lnTo>
                        <a:pt x="264" y="106"/>
                      </a:lnTo>
                      <a:lnTo>
                        <a:pt x="253" y="84"/>
                      </a:lnTo>
                      <a:lnTo>
                        <a:pt x="212" y="67"/>
                      </a:lnTo>
                      <a:lnTo>
                        <a:pt x="187" y="54"/>
                      </a:lnTo>
                      <a:lnTo>
                        <a:pt x="168" y="22"/>
                      </a:lnTo>
                      <a:lnTo>
                        <a:pt x="117" y="27"/>
                      </a:lnTo>
                      <a:lnTo>
                        <a:pt x="103" y="47"/>
                      </a:lnTo>
                      <a:lnTo>
                        <a:pt x="109" y="2"/>
                      </a:lnTo>
                      <a:lnTo>
                        <a:pt x="75" y="0"/>
                      </a:lnTo>
                      <a:lnTo>
                        <a:pt x="58" y="22"/>
                      </a:lnTo>
                      <a:lnTo>
                        <a:pt x="55" y="40"/>
                      </a:lnTo>
                      <a:lnTo>
                        <a:pt x="37" y="36"/>
                      </a:lnTo>
                      <a:lnTo>
                        <a:pt x="47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9" id="59"/>
                <p:cNvSpPr/>
                <p:nvPr/>
              </p:nvSpPr>
              <p:spPr>
                <a:xfrm>
                  <a:off x="1591" y="1615"/>
                  <a:ext cx="30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" h="30" stroke="true" fill="norm" extrusionOk="true">
                      <a:moveTo>
                        <a:pt x="3" y="29"/>
                      </a:moveTo>
                      <a:lnTo>
                        <a:pt x="2" y="29"/>
                      </a:lnTo>
                      <a:lnTo>
                        <a:pt x="1" y="28"/>
                      </a:lnTo>
                      <a:lnTo>
                        <a:pt x="0" y="28"/>
                      </a:lnTo>
                      <a:lnTo>
                        <a:pt x="0" y="27"/>
                      </a:lnTo>
                      <a:lnTo>
                        <a:pt x="1" y="25"/>
                      </a:lnTo>
                      <a:lnTo>
                        <a:pt x="2" y="24"/>
                      </a:lnTo>
                      <a:lnTo>
                        <a:pt x="2" y="22"/>
                      </a:lnTo>
                      <a:lnTo>
                        <a:pt x="3" y="20"/>
                      </a:lnTo>
                      <a:lnTo>
                        <a:pt x="3" y="18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3" y="12"/>
                      </a:lnTo>
                      <a:lnTo>
                        <a:pt x="4" y="11"/>
                      </a:lnTo>
                      <a:lnTo>
                        <a:pt x="4" y="10"/>
                      </a:lnTo>
                      <a:lnTo>
                        <a:pt x="5" y="7"/>
                      </a:lnTo>
                      <a:lnTo>
                        <a:pt x="6" y="7"/>
                      </a:lnTo>
                      <a:lnTo>
                        <a:pt x="7" y="5"/>
                      </a:lnTo>
                      <a:lnTo>
                        <a:pt x="7" y="4"/>
                      </a:lnTo>
                      <a:lnTo>
                        <a:pt x="9" y="3"/>
                      </a:lnTo>
                      <a:lnTo>
                        <a:pt x="10" y="2"/>
                      </a:lnTo>
                      <a:lnTo>
                        <a:pt x="11" y="2"/>
                      </a:lnTo>
                      <a:lnTo>
                        <a:pt x="12" y="1"/>
                      </a:lnTo>
                      <a:lnTo>
                        <a:pt x="14" y="1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8" y="1"/>
                      </a:lnTo>
                      <a:lnTo>
                        <a:pt x="19" y="2"/>
                      </a:lnTo>
                      <a:lnTo>
                        <a:pt x="21" y="2"/>
                      </a:lnTo>
                      <a:lnTo>
                        <a:pt x="23" y="3"/>
                      </a:lnTo>
                      <a:lnTo>
                        <a:pt x="23" y="4"/>
                      </a:lnTo>
                      <a:lnTo>
                        <a:pt x="23" y="5"/>
                      </a:lnTo>
                      <a:lnTo>
                        <a:pt x="24" y="7"/>
                      </a:lnTo>
                      <a:lnTo>
                        <a:pt x="25" y="7"/>
                      </a:lnTo>
                      <a:lnTo>
                        <a:pt x="26" y="10"/>
                      </a:lnTo>
                      <a:lnTo>
                        <a:pt x="26" y="11"/>
                      </a:lnTo>
                      <a:lnTo>
                        <a:pt x="26" y="12"/>
                      </a:lnTo>
                      <a:lnTo>
                        <a:pt x="26" y="14"/>
                      </a:lnTo>
                      <a:lnTo>
                        <a:pt x="25" y="17"/>
                      </a:lnTo>
                      <a:lnTo>
                        <a:pt x="23" y="18"/>
                      </a:lnTo>
                      <a:lnTo>
                        <a:pt x="22" y="20"/>
                      </a:lnTo>
                      <a:lnTo>
                        <a:pt x="19" y="22"/>
                      </a:lnTo>
                      <a:lnTo>
                        <a:pt x="16" y="24"/>
                      </a:lnTo>
                      <a:lnTo>
                        <a:pt x="15" y="25"/>
                      </a:lnTo>
                      <a:lnTo>
                        <a:pt x="11" y="27"/>
                      </a:lnTo>
                      <a:lnTo>
                        <a:pt x="9" y="28"/>
                      </a:lnTo>
                      <a:lnTo>
                        <a:pt x="7" y="28"/>
                      </a:lnTo>
                      <a:lnTo>
                        <a:pt x="4" y="29"/>
                      </a:lnTo>
                      <a:lnTo>
                        <a:pt x="3" y="2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0" id="60"/>
                <p:cNvSpPr/>
                <p:nvPr/>
              </p:nvSpPr>
              <p:spPr>
                <a:xfrm>
                  <a:off x="1574" y="1570"/>
                  <a:ext cx="17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31" stroke="true" fill="norm" extrusionOk="true">
                      <a:moveTo>
                        <a:pt x="7" y="30"/>
                      </a:moveTo>
                      <a:lnTo>
                        <a:pt x="6" y="30"/>
                      </a:lnTo>
                      <a:lnTo>
                        <a:pt x="4" y="29"/>
                      </a:lnTo>
                      <a:lnTo>
                        <a:pt x="4" y="27"/>
                      </a:lnTo>
                      <a:lnTo>
                        <a:pt x="3" y="26"/>
                      </a:lnTo>
                      <a:lnTo>
                        <a:pt x="2" y="26"/>
                      </a:lnTo>
                      <a:lnTo>
                        <a:pt x="2" y="24"/>
                      </a:lnTo>
                      <a:lnTo>
                        <a:pt x="2" y="22"/>
                      </a:lnTo>
                      <a:lnTo>
                        <a:pt x="1" y="20"/>
                      </a:lnTo>
                      <a:lnTo>
                        <a:pt x="1" y="19"/>
                      </a:lnTo>
                      <a:lnTo>
                        <a:pt x="1" y="17"/>
                      </a:lnTo>
                      <a:lnTo>
                        <a:pt x="0" y="14"/>
                      </a:lnTo>
                      <a:lnTo>
                        <a:pt x="1" y="13"/>
                      </a:lnTo>
                      <a:lnTo>
                        <a:pt x="1" y="11"/>
                      </a:lnTo>
                      <a:lnTo>
                        <a:pt x="1" y="10"/>
                      </a:lnTo>
                      <a:lnTo>
                        <a:pt x="2" y="7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4" y="3"/>
                      </a:lnTo>
                      <a:lnTo>
                        <a:pt x="4" y="2"/>
                      </a:lnTo>
                      <a:lnTo>
                        <a:pt x="6" y="1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11" y="2"/>
                      </a:lnTo>
                      <a:lnTo>
                        <a:pt x="11" y="3"/>
                      </a:lnTo>
                      <a:lnTo>
                        <a:pt x="12" y="4"/>
                      </a:lnTo>
                      <a:lnTo>
                        <a:pt x="13" y="6"/>
                      </a:lnTo>
                      <a:lnTo>
                        <a:pt x="13" y="7"/>
                      </a:lnTo>
                      <a:lnTo>
                        <a:pt x="14" y="10"/>
                      </a:lnTo>
                      <a:lnTo>
                        <a:pt x="14" y="11"/>
                      </a:lnTo>
                      <a:lnTo>
                        <a:pt x="14" y="13"/>
                      </a:lnTo>
                      <a:lnTo>
                        <a:pt x="14" y="14"/>
                      </a:lnTo>
                      <a:lnTo>
                        <a:pt x="14" y="17"/>
                      </a:lnTo>
                      <a:lnTo>
                        <a:pt x="14" y="19"/>
                      </a:lnTo>
                      <a:lnTo>
                        <a:pt x="14" y="20"/>
                      </a:lnTo>
                      <a:lnTo>
                        <a:pt x="13" y="22"/>
                      </a:lnTo>
                      <a:lnTo>
                        <a:pt x="13" y="24"/>
                      </a:lnTo>
                      <a:lnTo>
                        <a:pt x="12" y="26"/>
                      </a:lnTo>
                      <a:lnTo>
                        <a:pt x="11" y="27"/>
                      </a:lnTo>
                      <a:lnTo>
                        <a:pt x="11" y="29"/>
                      </a:lnTo>
                      <a:lnTo>
                        <a:pt x="9" y="30"/>
                      </a:lnTo>
                      <a:lnTo>
                        <a:pt x="8" y="30"/>
                      </a:lnTo>
                      <a:lnTo>
                        <a:pt x="7" y="3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1" id="61"/>
                <p:cNvSpPr/>
                <p:nvPr/>
              </p:nvSpPr>
              <p:spPr>
                <a:xfrm>
                  <a:off x="1449" y="1689"/>
                  <a:ext cx="66" cy="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9" h="51" stroke="true" fill="norm" extrusionOk="true">
                      <a:moveTo>
                        <a:pt x="26" y="0"/>
                      </a:moveTo>
                      <a:lnTo>
                        <a:pt x="50" y="8"/>
                      </a:lnTo>
                      <a:lnTo>
                        <a:pt x="58" y="23"/>
                      </a:lnTo>
                      <a:lnTo>
                        <a:pt x="38" y="31"/>
                      </a:lnTo>
                      <a:lnTo>
                        <a:pt x="15" y="50"/>
                      </a:lnTo>
                      <a:lnTo>
                        <a:pt x="0" y="31"/>
                      </a:lnTo>
                      <a:lnTo>
                        <a:pt x="3" y="10"/>
                      </a:lnTo>
                      <a:lnTo>
                        <a:pt x="26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2" id="62"/>
                <p:cNvSpPr/>
                <p:nvPr/>
              </p:nvSpPr>
              <p:spPr>
                <a:xfrm>
                  <a:off x="1281" y="1364"/>
                  <a:ext cx="79" cy="5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1" h="46" stroke="true" fill="norm" extrusionOk="true">
                      <a:moveTo>
                        <a:pt x="30" y="18"/>
                      </a:moveTo>
                      <a:lnTo>
                        <a:pt x="50" y="5"/>
                      </a:lnTo>
                      <a:lnTo>
                        <a:pt x="70" y="7"/>
                      </a:lnTo>
                      <a:lnTo>
                        <a:pt x="68" y="37"/>
                      </a:lnTo>
                      <a:lnTo>
                        <a:pt x="26" y="45"/>
                      </a:lnTo>
                      <a:lnTo>
                        <a:pt x="13" y="30"/>
                      </a:lnTo>
                      <a:lnTo>
                        <a:pt x="0" y="10"/>
                      </a:lnTo>
                      <a:lnTo>
                        <a:pt x="10" y="0"/>
                      </a:lnTo>
                      <a:lnTo>
                        <a:pt x="22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3" id="63"/>
                <p:cNvSpPr/>
                <p:nvPr/>
              </p:nvSpPr>
              <p:spPr>
                <a:xfrm>
                  <a:off x="1382" y="1295"/>
                  <a:ext cx="40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6" h="37" stroke="true" fill="norm" extrusionOk="true">
                      <a:moveTo>
                        <a:pt x="0" y="7"/>
                      </a:moveTo>
                      <a:lnTo>
                        <a:pt x="0" y="25"/>
                      </a:lnTo>
                      <a:lnTo>
                        <a:pt x="13" y="36"/>
                      </a:lnTo>
                      <a:lnTo>
                        <a:pt x="27" y="34"/>
                      </a:lnTo>
                      <a:lnTo>
                        <a:pt x="35" y="17"/>
                      </a:lnTo>
                      <a:lnTo>
                        <a:pt x="23" y="0"/>
                      </a:lnTo>
                      <a:lnTo>
                        <a:pt x="0" y="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4" id="64"/>
                <p:cNvSpPr/>
                <p:nvPr/>
              </p:nvSpPr>
              <p:spPr>
                <a:xfrm>
                  <a:off x="1375" y="1253"/>
                  <a:ext cx="28" cy="2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" h="21" stroke="true" fill="norm" extrusionOk="true">
                      <a:moveTo>
                        <a:pt x="2" y="0"/>
                      </a:moveTo>
                      <a:lnTo>
                        <a:pt x="0" y="20"/>
                      </a:lnTo>
                      <a:lnTo>
                        <a:pt x="19" y="20"/>
                      </a:lnTo>
                      <a:lnTo>
                        <a:pt x="24" y="5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5" id="65"/>
                <p:cNvSpPr/>
                <p:nvPr/>
              </p:nvSpPr>
              <p:spPr>
                <a:xfrm>
                  <a:off x="1433" y="1217"/>
                  <a:ext cx="93" cy="9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3" h="89" stroke="true" fill="norm" extrusionOk="true">
                      <a:moveTo>
                        <a:pt x="27" y="0"/>
                      </a:moveTo>
                      <a:lnTo>
                        <a:pt x="15" y="18"/>
                      </a:lnTo>
                      <a:lnTo>
                        <a:pt x="0" y="35"/>
                      </a:lnTo>
                      <a:lnTo>
                        <a:pt x="2" y="56"/>
                      </a:lnTo>
                      <a:lnTo>
                        <a:pt x="20" y="56"/>
                      </a:lnTo>
                      <a:lnTo>
                        <a:pt x="17" y="67"/>
                      </a:lnTo>
                      <a:lnTo>
                        <a:pt x="22" y="83"/>
                      </a:lnTo>
                      <a:lnTo>
                        <a:pt x="67" y="88"/>
                      </a:lnTo>
                      <a:lnTo>
                        <a:pt x="80" y="70"/>
                      </a:lnTo>
                      <a:lnTo>
                        <a:pt x="82" y="43"/>
                      </a:lnTo>
                      <a:lnTo>
                        <a:pt x="65" y="20"/>
                      </a:lnTo>
                      <a:lnTo>
                        <a:pt x="27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6" id="66"/>
                <p:cNvSpPr/>
                <p:nvPr/>
              </p:nvSpPr>
              <p:spPr>
                <a:xfrm>
                  <a:off x="1487" y="1160"/>
                  <a:ext cx="395" cy="2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53" h="201" stroke="true" fill="norm" extrusionOk="true">
                      <a:moveTo>
                        <a:pt x="27" y="37"/>
                      </a:moveTo>
                      <a:lnTo>
                        <a:pt x="34" y="53"/>
                      </a:lnTo>
                      <a:lnTo>
                        <a:pt x="47" y="68"/>
                      </a:lnTo>
                      <a:lnTo>
                        <a:pt x="59" y="72"/>
                      </a:lnTo>
                      <a:lnTo>
                        <a:pt x="85" y="80"/>
                      </a:lnTo>
                      <a:lnTo>
                        <a:pt x="107" y="69"/>
                      </a:lnTo>
                      <a:lnTo>
                        <a:pt x="137" y="62"/>
                      </a:lnTo>
                      <a:lnTo>
                        <a:pt x="148" y="58"/>
                      </a:lnTo>
                      <a:lnTo>
                        <a:pt x="148" y="75"/>
                      </a:lnTo>
                      <a:lnTo>
                        <a:pt x="115" y="82"/>
                      </a:lnTo>
                      <a:lnTo>
                        <a:pt x="95" y="92"/>
                      </a:lnTo>
                      <a:lnTo>
                        <a:pt x="112" y="100"/>
                      </a:lnTo>
                      <a:lnTo>
                        <a:pt x="80" y="100"/>
                      </a:lnTo>
                      <a:lnTo>
                        <a:pt x="64" y="90"/>
                      </a:lnTo>
                      <a:lnTo>
                        <a:pt x="62" y="109"/>
                      </a:lnTo>
                      <a:lnTo>
                        <a:pt x="75" y="127"/>
                      </a:lnTo>
                      <a:lnTo>
                        <a:pt x="59" y="140"/>
                      </a:lnTo>
                      <a:lnTo>
                        <a:pt x="47" y="149"/>
                      </a:lnTo>
                      <a:lnTo>
                        <a:pt x="32" y="160"/>
                      </a:lnTo>
                      <a:lnTo>
                        <a:pt x="25" y="172"/>
                      </a:lnTo>
                      <a:lnTo>
                        <a:pt x="0" y="167"/>
                      </a:lnTo>
                      <a:lnTo>
                        <a:pt x="12" y="189"/>
                      </a:lnTo>
                      <a:lnTo>
                        <a:pt x="81" y="200"/>
                      </a:lnTo>
                      <a:lnTo>
                        <a:pt x="121" y="192"/>
                      </a:lnTo>
                      <a:lnTo>
                        <a:pt x="140" y="172"/>
                      </a:lnTo>
                      <a:lnTo>
                        <a:pt x="125" y="153"/>
                      </a:lnTo>
                      <a:lnTo>
                        <a:pt x="140" y="147"/>
                      </a:lnTo>
                      <a:lnTo>
                        <a:pt x="157" y="142"/>
                      </a:lnTo>
                      <a:lnTo>
                        <a:pt x="182" y="117"/>
                      </a:lnTo>
                      <a:lnTo>
                        <a:pt x="189" y="105"/>
                      </a:lnTo>
                      <a:lnTo>
                        <a:pt x="210" y="92"/>
                      </a:lnTo>
                      <a:lnTo>
                        <a:pt x="237" y="100"/>
                      </a:lnTo>
                      <a:lnTo>
                        <a:pt x="287" y="58"/>
                      </a:lnTo>
                      <a:lnTo>
                        <a:pt x="277" y="40"/>
                      </a:lnTo>
                      <a:lnTo>
                        <a:pt x="322" y="32"/>
                      </a:lnTo>
                      <a:lnTo>
                        <a:pt x="352" y="20"/>
                      </a:lnTo>
                      <a:lnTo>
                        <a:pt x="335" y="3"/>
                      </a:lnTo>
                      <a:lnTo>
                        <a:pt x="305" y="3"/>
                      </a:lnTo>
                      <a:lnTo>
                        <a:pt x="230" y="0"/>
                      </a:lnTo>
                      <a:lnTo>
                        <a:pt x="204" y="20"/>
                      </a:lnTo>
                      <a:lnTo>
                        <a:pt x="182" y="0"/>
                      </a:lnTo>
                      <a:lnTo>
                        <a:pt x="180" y="10"/>
                      </a:lnTo>
                      <a:lnTo>
                        <a:pt x="137" y="7"/>
                      </a:lnTo>
                      <a:lnTo>
                        <a:pt x="117" y="30"/>
                      </a:lnTo>
                      <a:lnTo>
                        <a:pt x="97" y="30"/>
                      </a:lnTo>
                      <a:lnTo>
                        <a:pt x="87" y="18"/>
                      </a:lnTo>
                      <a:lnTo>
                        <a:pt x="64" y="22"/>
                      </a:lnTo>
                      <a:lnTo>
                        <a:pt x="59" y="32"/>
                      </a:lnTo>
                      <a:lnTo>
                        <a:pt x="27" y="3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7" id="67"/>
                <p:cNvSpPr/>
                <p:nvPr/>
              </p:nvSpPr>
              <p:spPr>
                <a:xfrm>
                  <a:off x="1421" y="1350"/>
                  <a:ext cx="178" cy="8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0" h="75" stroke="true" fill="norm" extrusionOk="true">
                      <a:moveTo>
                        <a:pt x="20" y="0"/>
                      </a:moveTo>
                      <a:lnTo>
                        <a:pt x="0" y="18"/>
                      </a:lnTo>
                      <a:lnTo>
                        <a:pt x="13" y="35"/>
                      </a:lnTo>
                      <a:lnTo>
                        <a:pt x="35" y="61"/>
                      </a:lnTo>
                      <a:lnTo>
                        <a:pt x="57" y="71"/>
                      </a:lnTo>
                      <a:lnTo>
                        <a:pt x="122" y="64"/>
                      </a:lnTo>
                      <a:lnTo>
                        <a:pt x="159" y="74"/>
                      </a:lnTo>
                      <a:lnTo>
                        <a:pt x="155" y="46"/>
                      </a:lnTo>
                      <a:lnTo>
                        <a:pt x="101" y="43"/>
                      </a:lnTo>
                      <a:lnTo>
                        <a:pt x="54" y="31"/>
                      </a:lnTo>
                      <a:lnTo>
                        <a:pt x="47" y="3"/>
                      </a:lnTo>
                      <a:lnTo>
                        <a:pt x="2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8" id="68"/>
                <p:cNvSpPr/>
                <p:nvPr/>
              </p:nvSpPr>
              <p:spPr>
                <a:xfrm>
                  <a:off x="1379" y="1398"/>
                  <a:ext cx="39" cy="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4" h="23" stroke="true" fill="norm" extrusionOk="true">
                      <a:moveTo>
                        <a:pt x="13" y="0"/>
                      </a:moveTo>
                      <a:lnTo>
                        <a:pt x="0" y="15"/>
                      </a:lnTo>
                      <a:lnTo>
                        <a:pt x="18" y="22"/>
                      </a:lnTo>
                      <a:lnTo>
                        <a:pt x="33" y="15"/>
                      </a:lnTo>
                      <a:lnTo>
                        <a:pt x="30" y="2"/>
                      </a:lnTo>
                      <a:lnTo>
                        <a:pt x="13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9" id="69"/>
                <p:cNvSpPr/>
                <p:nvPr/>
              </p:nvSpPr>
              <p:spPr>
                <a:xfrm>
                  <a:off x="1724" y="1135"/>
                  <a:ext cx="808" cy="68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20" h="608" stroke="true" fill="norm" extrusionOk="true">
                      <a:moveTo>
                        <a:pt x="150" y="65"/>
                      </a:moveTo>
                      <a:lnTo>
                        <a:pt x="138" y="83"/>
                      </a:lnTo>
                      <a:lnTo>
                        <a:pt x="95" y="92"/>
                      </a:lnTo>
                      <a:lnTo>
                        <a:pt x="93" y="123"/>
                      </a:lnTo>
                      <a:lnTo>
                        <a:pt x="60" y="132"/>
                      </a:lnTo>
                      <a:lnTo>
                        <a:pt x="31" y="155"/>
                      </a:lnTo>
                      <a:lnTo>
                        <a:pt x="0" y="164"/>
                      </a:lnTo>
                      <a:lnTo>
                        <a:pt x="3" y="175"/>
                      </a:lnTo>
                      <a:lnTo>
                        <a:pt x="55" y="172"/>
                      </a:lnTo>
                      <a:lnTo>
                        <a:pt x="65" y="187"/>
                      </a:lnTo>
                      <a:lnTo>
                        <a:pt x="42" y="192"/>
                      </a:lnTo>
                      <a:lnTo>
                        <a:pt x="20" y="195"/>
                      </a:lnTo>
                      <a:lnTo>
                        <a:pt x="55" y="220"/>
                      </a:lnTo>
                      <a:lnTo>
                        <a:pt x="143" y="220"/>
                      </a:lnTo>
                      <a:lnTo>
                        <a:pt x="166" y="245"/>
                      </a:lnTo>
                      <a:lnTo>
                        <a:pt x="180" y="285"/>
                      </a:lnTo>
                      <a:lnTo>
                        <a:pt x="188" y="326"/>
                      </a:lnTo>
                      <a:lnTo>
                        <a:pt x="190" y="342"/>
                      </a:lnTo>
                      <a:lnTo>
                        <a:pt x="211" y="332"/>
                      </a:lnTo>
                      <a:lnTo>
                        <a:pt x="219" y="354"/>
                      </a:lnTo>
                      <a:lnTo>
                        <a:pt x="193" y="363"/>
                      </a:lnTo>
                      <a:lnTo>
                        <a:pt x="227" y="377"/>
                      </a:lnTo>
                      <a:lnTo>
                        <a:pt x="222" y="407"/>
                      </a:lnTo>
                      <a:lnTo>
                        <a:pt x="195" y="422"/>
                      </a:lnTo>
                      <a:lnTo>
                        <a:pt x="188" y="445"/>
                      </a:lnTo>
                      <a:lnTo>
                        <a:pt x="200" y="490"/>
                      </a:lnTo>
                      <a:lnTo>
                        <a:pt x="218" y="537"/>
                      </a:lnTo>
                      <a:lnTo>
                        <a:pt x="240" y="582"/>
                      </a:lnTo>
                      <a:lnTo>
                        <a:pt x="266" y="588"/>
                      </a:lnTo>
                      <a:lnTo>
                        <a:pt x="278" y="607"/>
                      </a:lnTo>
                      <a:lnTo>
                        <a:pt x="301" y="602"/>
                      </a:lnTo>
                      <a:lnTo>
                        <a:pt x="325" y="540"/>
                      </a:lnTo>
                      <a:lnTo>
                        <a:pt x="343" y="517"/>
                      </a:lnTo>
                      <a:lnTo>
                        <a:pt x="345" y="485"/>
                      </a:lnTo>
                      <a:lnTo>
                        <a:pt x="388" y="475"/>
                      </a:lnTo>
                      <a:lnTo>
                        <a:pt x="433" y="465"/>
                      </a:lnTo>
                      <a:lnTo>
                        <a:pt x="456" y="420"/>
                      </a:lnTo>
                      <a:lnTo>
                        <a:pt x="510" y="425"/>
                      </a:lnTo>
                      <a:lnTo>
                        <a:pt x="558" y="393"/>
                      </a:lnTo>
                      <a:lnTo>
                        <a:pt x="581" y="367"/>
                      </a:lnTo>
                      <a:lnTo>
                        <a:pt x="556" y="359"/>
                      </a:lnTo>
                      <a:lnTo>
                        <a:pt x="525" y="354"/>
                      </a:lnTo>
                      <a:lnTo>
                        <a:pt x="531" y="337"/>
                      </a:lnTo>
                      <a:lnTo>
                        <a:pt x="548" y="332"/>
                      </a:lnTo>
                      <a:lnTo>
                        <a:pt x="569" y="348"/>
                      </a:lnTo>
                      <a:lnTo>
                        <a:pt x="588" y="358"/>
                      </a:lnTo>
                      <a:lnTo>
                        <a:pt x="598" y="342"/>
                      </a:lnTo>
                      <a:lnTo>
                        <a:pt x="586" y="318"/>
                      </a:lnTo>
                      <a:lnTo>
                        <a:pt x="558" y="307"/>
                      </a:lnTo>
                      <a:lnTo>
                        <a:pt x="561" y="290"/>
                      </a:lnTo>
                      <a:lnTo>
                        <a:pt x="581" y="290"/>
                      </a:lnTo>
                      <a:lnTo>
                        <a:pt x="588" y="298"/>
                      </a:lnTo>
                      <a:lnTo>
                        <a:pt x="596" y="285"/>
                      </a:lnTo>
                      <a:lnTo>
                        <a:pt x="616" y="280"/>
                      </a:lnTo>
                      <a:lnTo>
                        <a:pt x="609" y="267"/>
                      </a:lnTo>
                      <a:lnTo>
                        <a:pt x="626" y="267"/>
                      </a:lnTo>
                      <a:lnTo>
                        <a:pt x="641" y="253"/>
                      </a:lnTo>
                      <a:lnTo>
                        <a:pt x="646" y="237"/>
                      </a:lnTo>
                      <a:lnTo>
                        <a:pt x="624" y="227"/>
                      </a:lnTo>
                      <a:lnTo>
                        <a:pt x="621" y="210"/>
                      </a:lnTo>
                      <a:lnTo>
                        <a:pt x="631" y="198"/>
                      </a:lnTo>
                      <a:lnTo>
                        <a:pt x="643" y="195"/>
                      </a:lnTo>
                      <a:lnTo>
                        <a:pt x="641" y="172"/>
                      </a:lnTo>
                      <a:lnTo>
                        <a:pt x="598" y="168"/>
                      </a:lnTo>
                      <a:lnTo>
                        <a:pt x="609" y="142"/>
                      </a:lnTo>
                      <a:lnTo>
                        <a:pt x="631" y="128"/>
                      </a:lnTo>
                      <a:lnTo>
                        <a:pt x="643" y="117"/>
                      </a:lnTo>
                      <a:lnTo>
                        <a:pt x="618" y="105"/>
                      </a:lnTo>
                      <a:lnTo>
                        <a:pt x="636" y="97"/>
                      </a:lnTo>
                      <a:lnTo>
                        <a:pt x="651" y="95"/>
                      </a:lnTo>
                      <a:lnTo>
                        <a:pt x="686" y="85"/>
                      </a:lnTo>
                      <a:lnTo>
                        <a:pt x="719" y="63"/>
                      </a:lnTo>
                      <a:lnTo>
                        <a:pt x="656" y="58"/>
                      </a:lnTo>
                      <a:lnTo>
                        <a:pt x="624" y="68"/>
                      </a:lnTo>
                      <a:lnTo>
                        <a:pt x="578" y="91"/>
                      </a:lnTo>
                      <a:lnTo>
                        <a:pt x="601" y="50"/>
                      </a:lnTo>
                      <a:lnTo>
                        <a:pt x="550" y="68"/>
                      </a:lnTo>
                      <a:lnTo>
                        <a:pt x="553" y="45"/>
                      </a:lnTo>
                      <a:lnTo>
                        <a:pt x="470" y="53"/>
                      </a:lnTo>
                      <a:lnTo>
                        <a:pt x="518" y="37"/>
                      </a:lnTo>
                      <a:lnTo>
                        <a:pt x="578" y="28"/>
                      </a:lnTo>
                      <a:lnTo>
                        <a:pt x="598" y="23"/>
                      </a:lnTo>
                      <a:lnTo>
                        <a:pt x="558" y="8"/>
                      </a:lnTo>
                      <a:lnTo>
                        <a:pt x="470" y="20"/>
                      </a:lnTo>
                      <a:lnTo>
                        <a:pt x="518" y="0"/>
                      </a:lnTo>
                      <a:lnTo>
                        <a:pt x="413" y="3"/>
                      </a:lnTo>
                      <a:lnTo>
                        <a:pt x="383" y="30"/>
                      </a:lnTo>
                      <a:lnTo>
                        <a:pt x="340" y="15"/>
                      </a:lnTo>
                      <a:lnTo>
                        <a:pt x="340" y="36"/>
                      </a:lnTo>
                      <a:lnTo>
                        <a:pt x="333" y="58"/>
                      </a:lnTo>
                      <a:lnTo>
                        <a:pt x="318" y="41"/>
                      </a:lnTo>
                      <a:lnTo>
                        <a:pt x="303" y="41"/>
                      </a:lnTo>
                      <a:lnTo>
                        <a:pt x="283" y="41"/>
                      </a:lnTo>
                      <a:lnTo>
                        <a:pt x="283" y="65"/>
                      </a:lnTo>
                      <a:lnTo>
                        <a:pt x="261" y="65"/>
                      </a:lnTo>
                      <a:lnTo>
                        <a:pt x="258" y="45"/>
                      </a:lnTo>
                      <a:lnTo>
                        <a:pt x="235" y="43"/>
                      </a:lnTo>
                      <a:lnTo>
                        <a:pt x="240" y="55"/>
                      </a:lnTo>
                      <a:lnTo>
                        <a:pt x="200" y="41"/>
                      </a:lnTo>
                      <a:lnTo>
                        <a:pt x="183" y="50"/>
                      </a:lnTo>
                      <a:lnTo>
                        <a:pt x="167" y="50"/>
                      </a:lnTo>
                      <a:lnTo>
                        <a:pt x="150" y="6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0" id="70"/>
                <p:cNvSpPr/>
                <p:nvPr/>
              </p:nvSpPr>
              <p:spPr>
                <a:xfrm>
                  <a:off x="2556" y="1520"/>
                  <a:ext cx="26" cy="3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4" h="29" stroke="true" fill="norm" extrusionOk="true">
                      <a:moveTo>
                        <a:pt x="8" y="0"/>
                      </a:moveTo>
                      <a:lnTo>
                        <a:pt x="0" y="28"/>
                      </a:lnTo>
                      <a:lnTo>
                        <a:pt x="23" y="10"/>
                      </a:lnTo>
                      <a:lnTo>
                        <a:pt x="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1" id="71"/>
                <p:cNvSpPr/>
                <p:nvPr/>
              </p:nvSpPr>
              <p:spPr>
                <a:xfrm>
                  <a:off x="1353" y="2612"/>
                  <a:ext cx="166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8" h="65" stroke="true" fill="norm" extrusionOk="true">
                      <a:moveTo>
                        <a:pt x="0" y="19"/>
                      </a:moveTo>
                      <a:lnTo>
                        <a:pt x="14" y="6"/>
                      </a:lnTo>
                      <a:lnTo>
                        <a:pt x="26" y="0"/>
                      </a:lnTo>
                      <a:lnTo>
                        <a:pt x="46" y="3"/>
                      </a:lnTo>
                      <a:lnTo>
                        <a:pt x="74" y="9"/>
                      </a:lnTo>
                      <a:lnTo>
                        <a:pt x="100" y="23"/>
                      </a:lnTo>
                      <a:lnTo>
                        <a:pt x="140" y="42"/>
                      </a:lnTo>
                      <a:lnTo>
                        <a:pt x="147" y="52"/>
                      </a:lnTo>
                      <a:lnTo>
                        <a:pt x="127" y="64"/>
                      </a:lnTo>
                      <a:lnTo>
                        <a:pt x="96" y="61"/>
                      </a:lnTo>
                      <a:lnTo>
                        <a:pt x="100" y="45"/>
                      </a:lnTo>
                      <a:lnTo>
                        <a:pt x="90" y="35"/>
                      </a:lnTo>
                      <a:lnTo>
                        <a:pt x="68" y="20"/>
                      </a:lnTo>
                      <a:lnTo>
                        <a:pt x="60" y="17"/>
                      </a:lnTo>
                      <a:lnTo>
                        <a:pt x="17" y="13"/>
                      </a:lnTo>
                      <a:lnTo>
                        <a:pt x="0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2" id="72"/>
                <p:cNvSpPr/>
                <p:nvPr/>
              </p:nvSpPr>
              <p:spPr>
                <a:xfrm>
                  <a:off x="1359" y="2865"/>
                  <a:ext cx="97" cy="5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7" h="49" stroke="true" fill="norm" extrusionOk="true">
                      <a:moveTo>
                        <a:pt x="13" y="4"/>
                      </a:moveTo>
                      <a:lnTo>
                        <a:pt x="0" y="11"/>
                      </a:lnTo>
                      <a:lnTo>
                        <a:pt x="1" y="26"/>
                      </a:lnTo>
                      <a:lnTo>
                        <a:pt x="30" y="30"/>
                      </a:lnTo>
                      <a:lnTo>
                        <a:pt x="41" y="40"/>
                      </a:lnTo>
                      <a:lnTo>
                        <a:pt x="54" y="33"/>
                      </a:lnTo>
                      <a:lnTo>
                        <a:pt x="49" y="22"/>
                      </a:lnTo>
                      <a:lnTo>
                        <a:pt x="63" y="21"/>
                      </a:lnTo>
                      <a:lnTo>
                        <a:pt x="77" y="37"/>
                      </a:lnTo>
                      <a:lnTo>
                        <a:pt x="83" y="48"/>
                      </a:lnTo>
                      <a:lnTo>
                        <a:pt x="86" y="17"/>
                      </a:lnTo>
                      <a:lnTo>
                        <a:pt x="67" y="4"/>
                      </a:lnTo>
                      <a:lnTo>
                        <a:pt x="52" y="0"/>
                      </a:lnTo>
                      <a:lnTo>
                        <a:pt x="40" y="11"/>
                      </a:lnTo>
                      <a:lnTo>
                        <a:pt x="13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3" id="73"/>
                <p:cNvSpPr/>
                <p:nvPr/>
              </p:nvSpPr>
              <p:spPr>
                <a:xfrm>
                  <a:off x="1396" y="3024"/>
                  <a:ext cx="123" cy="11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0" h="101" stroke="true" fill="norm" extrusionOk="true">
                      <a:moveTo>
                        <a:pt x="109" y="47"/>
                      </a:moveTo>
                      <a:lnTo>
                        <a:pt x="96" y="31"/>
                      </a:lnTo>
                      <a:lnTo>
                        <a:pt x="81" y="20"/>
                      </a:lnTo>
                      <a:lnTo>
                        <a:pt x="70" y="11"/>
                      </a:lnTo>
                      <a:lnTo>
                        <a:pt x="47" y="12"/>
                      </a:lnTo>
                      <a:lnTo>
                        <a:pt x="26" y="0"/>
                      </a:lnTo>
                      <a:lnTo>
                        <a:pt x="14" y="6"/>
                      </a:lnTo>
                      <a:lnTo>
                        <a:pt x="11" y="23"/>
                      </a:lnTo>
                      <a:lnTo>
                        <a:pt x="4" y="32"/>
                      </a:lnTo>
                      <a:lnTo>
                        <a:pt x="0" y="43"/>
                      </a:lnTo>
                      <a:lnTo>
                        <a:pt x="4" y="54"/>
                      </a:lnTo>
                      <a:lnTo>
                        <a:pt x="14" y="63"/>
                      </a:lnTo>
                      <a:lnTo>
                        <a:pt x="15" y="74"/>
                      </a:lnTo>
                      <a:lnTo>
                        <a:pt x="15" y="89"/>
                      </a:lnTo>
                      <a:lnTo>
                        <a:pt x="26" y="100"/>
                      </a:lnTo>
                      <a:lnTo>
                        <a:pt x="41" y="89"/>
                      </a:lnTo>
                      <a:lnTo>
                        <a:pt x="60" y="75"/>
                      </a:lnTo>
                      <a:lnTo>
                        <a:pt x="101" y="57"/>
                      </a:lnTo>
                      <a:lnTo>
                        <a:pt x="109" y="4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4" id="74"/>
                <p:cNvSpPr/>
                <p:nvPr/>
              </p:nvSpPr>
              <p:spPr>
                <a:xfrm>
                  <a:off x="1716" y="2885"/>
                  <a:ext cx="71" cy="14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4" h="125" stroke="true" fill="norm" extrusionOk="true">
                      <a:moveTo>
                        <a:pt x="18" y="0"/>
                      </a:moveTo>
                      <a:lnTo>
                        <a:pt x="18" y="14"/>
                      </a:lnTo>
                      <a:lnTo>
                        <a:pt x="12" y="20"/>
                      </a:lnTo>
                      <a:lnTo>
                        <a:pt x="9" y="28"/>
                      </a:lnTo>
                      <a:lnTo>
                        <a:pt x="1" y="36"/>
                      </a:lnTo>
                      <a:lnTo>
                        <a:pt x="0" y="50"/>
                      </a:lnTo>
                      <a:lnTo>
                        <a:pt x="7" y="59"/>
                      </a:lnTo>
                      <a:lnTo>
                        <a:pt x="7" y="70"/>
                      </a:lnTo>
                      <a:lnTo>
                        <a:pt x="18" y="73"/>
                      </a:lnTo>
                      <a:lnTo>
                        <a:pt x="22" y="90"/>
                      </a:lnTo>
                      <a:lnTo>
                        <a:pt x="18" y="101"/>
                      </a:lnTo>
                      <a:lnTo>
                        <a:pt x="25" y="116"/>
                      </a:lnTo>
                      <a:lnTo>
                        <a:pt x="32" y="124"/>
                      </a:lnTo>
                      <a:lnTo>
                        <a:pt x="41" y="123"/>
                      </a:lnTo>
                      <a:lnTo>
                        <a:pt x="45" y="117"/>
                      </a:lnTo>
                      <a:lnTo>
                        <a:pt x="57" y="116"/>
                      </a:lnTo>
                      <a:lnTo>
                        <a:pt x="60" y="109"/>
                      </a:lnTo>
                      <a:lnTo>
                        <a:pt x="59" y="94"/>
                      </a:lnTo>
                      <a:lnTo>
                        <a:pt x="50" y="89"/>
                      </a:lnTo>
                      <a:lnTo>
                        <a:pt x="45" y="83"/>
                      </a:lnTo>
                      <a:lnTo>
                        <a:pt x="45" y="70"/>
                      </a:lnTo>
                      <a:lnTo>
                        <a:pt x="51" y="65"/>
                      </a:lnTo>
                      <a:lnTo>
                        <a:pt x="61" y="66"/>
                      </a:lnTo>
                      <a:lnTo>
                        <a:pt x="63" y="51"/>
                      </a:lnTo>
                      <a:lnTo>
                        <a:pt x="61" y="36"/>
                      </a:lnTo>
                      <a:lnTo>
                        <a:pt x="55" y="30"/>
                      </a:lnTo>
                      <a:lnTo>
                        <a:pt x="44" y="29"/>
                      </a:lnTo>
                      <a:lnTo>
                        <a:pt x="41" y="15"/>
                      </a:lnTo>
                      <a:lnTo>
                        <a:pt x="33" y="14"/>
                      </a:lnTo>
                      <a:lnTo>
                        <a:pt x="29" y="2"/>
                      </a:lnTo>
                      <a:lnTo>
                        <a:pt x="1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5" id="75"/>
                <p:cNvSpPr/>
                <p:nvPr/>
              </p:nvSpPr>
              <p:spPr>
                <a:xfrm>
                  <a:off x="1765" y="2925"/>
                  <a:ext cx="67" cy="9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1" h="82" stroke="true" fill="norm" extrusionOk="true">
                      <a:moveTo>
                        <a:pt x="19" y="15"/>
                      </a:moveTo>
                      <a:lnTo>
                        <a:pt x="17" y="30"/>
                      </a:lnTo>
                      <a:lnTo>
                        <a:pt x="7" y="29"/>
                      </a:lnTo>
                      <a:lnTo>
                        <a:pt x="0" y="34"/>
                      </a:lnTo>
                      <a:lnTo>
                        <a:pt x="1" y="47"/>
                      </a:lnTo>
                      <a:lnTo>
                        <a:pt x="6" y="53"/>
                      </a:lnTo>
                      <a:lnTo>
                        <a:pt x="14" y="59"/>
                      </a:lnTo>
                      <a:lnTo>
                        <a:pt x="15" y="73"/>
                      </a:lnTo>
                      <a:lnTo>
                        <a:pt x="13" y="81"/>
                      </a:lnTo>
                      <a:lnTo>
                        <a:pt x="30" y="80"/>
                      </a:lnTo>
                      <a:lnTo>
                        <a:pt x="30" y="67"/>
                      </a:lnTo>
                      <a:lnTo>
                        <a:pt x="52" y="65"/>
                      </a:lnTo>
                      <a:lnTo>
                        <a:pt x="56" y="61"/>
                      </a:lnTo>
                      <a:lnTo>
                        <a:pt x="56" y="19"/>
                      </a:lnTo>
                      <a:lnTo>
                        <a:pt x="60" y="10"/>
                      </a:lnTo>
                      <a:lnTo>
                        <a:pt x="54" y="0"/>
                      </a:lnTo>
                      <a:lnTo>
                        <a:pt x="37" y="0"/>
                      </a:lnTo>
                      <a:lnTo>
                        <a:pt x="32" y="8"/>
                      </a:lnTo>
                      <a:lnTo>
                        <a:pt x="19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6" id="76"/>
                <p:cNvSpPr/>
                <p:nvPr/>
              </p:nvSpPr>
              <p:spPr>
                <a:xfrm>
                  <a:off x="1508" y="2963"/>
                  <a:ext cx="644" cy="7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73" h="641" stroke="true" fill="norm" extrusionOk="true">
                      <a:moveTo>
                        <a:pt x="89" y="39"/>
                      </a:moveTo>
                      <a:lnTo>
                        <a:pt x="64" y="47"/>
                      </a:lnTo>
                      <a:lnTo>
                        <a:pt x="58" y="58"/>
                      </a:lnTo>
                      <a:lnTo>
                        <a:pt x="66" y="65"/>
                      </a:lnTo>
                      <a:lnTo>
                        <a:pt x="58" y="70"/>
                      </a:lnTo>
                      <a:lnTo>
                        <a:pt x="62" y="98"/>
                      </a:lnTo>
                      <a:lnTo>
                        <a:pt x="62" y="111"/>
                      </a:lnTo>
                      <a:lnTo>
                        <a:pt x="47" y="113"/>
                      </a:lnTo>
                      <a:lnTo>
                        <a:pt x="57" y="131"/>
                      </a:lnTo>
                      <a:lnTo>
                        <a:pt x="53" y="145"/>
                      </a:lnTo>
                      <a:lnTo>
                        <a:pt x="42" y="151"/>
                      </a:lnTo>
                      <a:lnTo>
                        <a:pt x="29" y="147"/>
                      </a:lnTo>
                      <a:lnTo>
                        <a:pt x="19" y="154"/>
                      </a:lnTo>
                      <a:lnTo>
                        <a:pt x="14" y="168"/>
                      </a:lnTo>
                      <a:lnTo>
                        <a:pt x="18" y="178"/>
                      </a:lnTo>
                      <a:lnTo>
                        <a:pt x="11" y="183"/>
                      </a:lnTo>
                      <a:lnTo>
                        <a:pt x="3" y="187"/>
                      </a:lnTo>
                      <a:lnTo>
                        <a:pt x="0" y="201"/>
                      </a:lnTo>
                      <a:lnTo>
                        <a:pt x="3" y="210"/>
                      </a:lnTo>
                      <a:lnTo>
                        <a:pt x="14" y="219"/>
                      </a:lnTo>
                      <a:lnTo>
                        <a:pt x="17" y="228"/>
                      </a:lnTo>
                      <a:lnTo>
                        <a:pt x="27" y="230"/>
                      </a:lnTo>
                      <a:lnTo>
                        <a:pt x="29" y="238"/>
                      </a:lnTo>
                      <a:lnTo>
                        <a:pt x="42" y="241"/>
                      </a:lnTo>
                      <a:lnTo>
                        <a:pt x="53" y="234"/>
                      </a:lnTo>
                      <a:lnTo>
                        <a:pt x="58" y="252"/>
                      </a:lnTo>
                      <a:lnTo>
                        <a:pt x="71" y="259"/>
                      </a:lnTo>
                      <a:lnTo>
                        <a:pt x="81" y="259"/>
                      </a:lnTo>
                      <a:lnTo>
                        <a:pt x="91" y="256"/>
                      </a:lnTo>
                      <a:lnTo>
                        <a:pt x="96" y="252"/>
                      </a:lnTo>
                      <a:lnTo>
                        <a:pt x="99" y="245"/>
                      </a:lnTo>
                      <a:lnTo>
                        <a:pt x="107" y="246"/>
                      </a:lnTo>
                      <a:lnTo>
                        <a:pt x="108" y="235"/>
                      </a:lnTo>
                      <a:lnTo>
                        <a:pt x="128" y="237"/>
                      </a:lnTo>
                      <a:lnTo>
                        <a:pt x="130" y="267"/>
                      </a:lnTo>
                      <a:lnTo>
                        <a:pt x="136" y="277"/>
                      </a:lnTo>
                      <a:lnTo>
                        <a:pt x="138" y="282"/>
                      </a:lnTo>
                      <a:lnTo>
                        <a:pt x="161" y="282"/>
                      </a:lnTo>
                      <a:lnTo>
                        <a:pt x="163" y="286"/>
                      </a:lnTo>
                      <a:lnTo>
                        <a:pt x="173" y="288"/>
                      </a:lnTo>
                      <a:lnTo>
                        <a:pt x="175" y="297"/>
                      </a:lnTo>
                      <a:lnTo>
                        <a:pt x="190" y="299"/>
                      </a:lnTo>
                      <a:lnTo>
                        <a:pt x="197" y="301"/>
                      </a:lnTo>
                      <a:lnTo>
                        <a:pt x="199" y="315"/>
                      </a:lnTo>
                      <a:lnTo>
                        <a:pt x="207" y="316"/>
                      </a:lnTo>
                      <a:lnTo>
                        <a:pt x="199" y="322"/>
                      </a:lnTo>
                      <a:lnTo>
                        <a:pt x="200" y="342"/>
                      </a:lnTo>
                      <a:lnTo>
                        <a:pt x="204" y="343"/>
                      </a:lnTo>
                      <a:lnTo>
                        <a:pt x="209" y="349"/>
                      </a:lnTo>
                      <a:lnTo>
                        <a:pt x="229" y="348"/>
                      </a:lnTo>
                      <a:lnTo>
                        <a:pt x="230" y="359"/>
                      </a:lnTo>
                      <a:lnTo>
                        <a:pt x="238" y="361"/>
                      </a:lnTo>
                      <a:lnTo>
                        <a:pt x="240" y="372"/>
                      </a:lnTo>
                      <a:lnTo>
                        <a:pt x="245" y="376"/>
                      </a:lnTo>
                      <a:lnTo>
                        <a:pt x="243" y="394"/>
                      </a:lnTo>
                      <a:lnTo>
                        <a:pt x="238" y="403"/>
                      </a:lnTo>
                      <a:lnTo>
                        <a:pt x="230" y="405"/>
                      </a:lnTo>
                      <a:lnTo>
                        <a:pt x="231" y="416"/>
                      </a:lnTo>
                      <a:lnTo>
                        <a:pt x="242" y="420"/>
                      </a:lnTo>
                      <a:lnTo>
                        <a:pt x="243" y="431"/>
                      </a:lnTo>
                      <a:lnTo>
                        <a:pt x="257" y="435"/>
                      </a:lnTo>
                      <a:lnTo>
                        <a:pt x="260" y="442"/>
                      </a:lnTo>
                      <a:lnTo>
                        <a:pt x="268" y="445"/>
                      </a:lnTo>
                      <a:lnTo>
                        <a:pt x="281" y="446"/>
                      </a:lnTo>
                      <a:lnTo>
                        <a:pt x="283" y="463"/>
                      </a:lnTo>
                      <a:lnTo>
                        <a:pt x="295" y="464"/>
                      </a:lnTo>
                      <a:lnTo>
                        <a:pt x="297" y="501"/>
                      </a:lnTo>
                      <a:lnTo>
                        <a:pt x="300" y="504"/>
                      </a:lnTo>
                      <a:lnTo>
                        <a:pt x="302" y="520"/>
                      </a:lnTo>
                      <a:lnTo>
                        <a:pt x="309" y="520"/>
                      </a:lnTo>
                      <a:lnTo>
                        <a:pt x="310" y="531"/>
                      </a:lnTo>
                      <a:lnTo>
                        <a:pt x="299" y="533"/>
                      </a:lnTo>
                      <a:lnTo>
                        <a:pt x="292" y="543"/>
                      </a:lnTo>
                      <a:lnTo>
                        <a:pt x="285" y="546"/>
                      </a:lnTo>
                      <a:lnTo>
                        <a:pt x="277" y="557"/>
                      </a:lnTo>
                      <a:lnTo>
                        <a:pt x="269" y="565"/>
                      </a:lnTo>
                      <a:lnTo>
                        <a:pt x="264" y="576"/>
                      </a:lnTo>
                      <a:lnTo>
                        <a:pt x="269" y="584"/>
                      </a:lnTo>
                      <a:lnTo>
                        <a:pt x="283" y="589"/>
                      </a:lnTo>
                      <a:lnTo>
                        <a:pt x="314" y="618"/>
                      </a:lnTo>
                      <a:lnTo>
                        <a:pt x="320" y="629"/>
                      </a:lnTo>
                      <a:lnTo>
                        <a:pt x="323" y="640"/>
                      </a:lnTo>
                      <a:lnTo>
                        <a:pt x="330" y="628"/>
                      </a:lnTo>
                      <a:lnTo>
                        <a:pt x="331" y="611"/>
                      </a:lnTo>
                      <a:lnTo>
                        <a:pt x="335" y="599"/>
                      </a:lnTo>
                      <a:lnTo>
                        <a:pt x="336" y="580"/>
                      </a:lnTo>
                      <a:lnTo>
                        <a:pt x="342" y="581"/>
                      </a:lnTo>
                      <a:lnTo>
                        <a:pt x="345" y="585"/>
                      </a:lnTo>
                      <a:lnTo>
                        <a:pt x="343" y="595"/>
                      </a:lnTo>
                      <a:lnTo>
                        <a:pt x="339" y="603"/>
                      </a:lnTo>
                      <a:lnTo>
                        <a:pt x="353" y="598"/>
                      </a:lnTo>
                      <a:lnTo>
                        <a:pt x="356" y="585"/>
                      </a:lnTo>
                      <a:lnTo>
                        <a:pt x="364" y="578"/>
                      </a:lnTo>
                      <a:lnTo>
                        <a:pt x="362" y="558"/>
                      </a:lnTo>
                      <a:lnTo>
                        <a:pt x="378" y="548"/>
                      </a:lnTo>
                      <a:lnTo>
                        <a:pt x="383" y="500"/>
                      </a:lnTo>
                      <a:lnTo>
                        <a:pt x="386" y="489"/>
                      </a:lnTo>
                      <a:lnTo>
                        <a:pt x="398" y="484"/>
                      </a:lnTo>
                      <a:lnTo>
                        <a:pt x="403" y="476"/>
                      </a:lnTo>
                      <a:lnTo>
                        <a:pt x="411" y="470"/>
                      </a:lnTo>
                      <a:lnTo>
                        <a:pt x="426" y="459"/>
                      </a:lnTo>
                      <a:lnTo>
                        <a:pt x="456" y="455"/>
                      </a:lnTo>
                      <a:lnTo>
                        <a:pt x="459" y="447"/>
                      </a:lnTo>
                      <a:lnTo>
                        <a:pt x="482" y="446"/>
                      </a:lnTo>
                      <a:lnTo>
                        <a:pt x="486" y="420"/>
                      </a:lnTo>
                      <a:lnTo>
                        <a:pt x="493" y="408"/>
                      </a:lnTo>
                      <a:lnTo>
                        <a:pt x="499" y="392"/>
                      </a:lnTo>
                      <a:lnTo>
                        <a:pt x="501" y="365"/>
                      </a:lnTo>
                      <a:lnTo>
                        <a:pt x="508" y="361"/>
                      </a:lnTo>
                      <a:lnTo>
                        <a:pt x="512" y="285"/>
                      </a:lnTo>
                      <a:lnTo>
                        <a:pt x="525" y="280"/>
                      </a:lnTo>
                      <a:lnTo>
                        <a:pt x="525" y="265"/>
                      </a:lnTo>
                      <a:lnTo>
                        <a:pt x="532" y="261"/>
                      </a:lnTo>
                      <a:lnTo>
                        <a:pt x="536" y="247"/>
                      </a:lnTo>
                      <a:lnTo>
                        <a:pt x="543" y="244"/>
                      </a:lnTo>
                      <a:lnTo>
                        <a:pt x="547" y="230"/>
                      </a:lnTo>
                      <a:lnTo>
                        <a:pt x="558" y="226"/>
                      </a:lnTo>
                      <a:lnTo>
                        <a:pt x="558" y="214"/>
                      </a:lnTo>
                      <a:lnTo>
                        <a:pt x="564" y="212"/>
                      </a:lnTo>
                      <a:lnTo>
                        <a:pt x="563" y="198"/>
                      </a:lnTo>
                      <a:lnTo>
                        <a:pt x="569" y="198"/>
                      </a:lnTo>
                      <a:lnTo>
                        <a:pt x="572" y="185"/>
                      </a:lnTo>
                      <a:lnTo>
                        <a:pt x="562" y="184"/>
                      </a:lnTo>
                      <a:lnTo>
                        <a:pt x="559" y="156"/>
                      </a:lnTo>
                      <a:lnTo>
                        <a:pt x="553" y="150"/>
                      </a:lnTo>
                      <a:lnTo>
                        <a:pt x="542" y="148"/>
                      </a:lnTo>
                      <a:lnTo>
                        <a:pt x="533" y="142"/>
                      </a:lnTo>
                      <a:lnTo>
                        <a:pt x="525" y="130"/>
                      </a:lnTo>
                      <a:lnTo>
                        <a:pt x="513" y="130"/>
                      </a:lnTo>
                      <a:lnTo>
                        <a:pt x="510" y="119"/>
                      </a:lnTo>
                      <a:lnTo>
                        <a:pt x="500" y="114"/>
                      </a:lnTo>
                      <a:lnTo>
                        <a:pt x="486" y="114"/>
                      </a:lnTo>
                      <a:lnTo>
                        <a:pt x="472" y="111"/>
                      </a:lnTo>
                      <a:lnTo>
                        <a:pt x="465" y="104"/>
                      </a:lnTo>
                      <a:lnTo>
                        <a:pt x="456" y="109"/>
                      </a:lnTo>
                      <a:lnTo>
                        <a:pt x="447" y="110"/>
                      </a:lnTo>
                      <a:lnTo>
                        <a:pt x="435" y="103"/>
                      </a:lnTo>
                      <a:lnTo>
                        <a:pt x="426" y="92"/>
                      </a:lnTo>
                      <a:lnTo>
                        <a:pt x="414" y="84"/>
                      </a:lnTo>
                      <a:lnTo>
                        <a:pt x="401" y="82"/>
                      </a:lnTo>
                      <a:lnTo>
                        <a:pt x="385" y="84"/>
                      </a:lnTo>
                      <a:lnTo>
                        <a:pt x="375" y="87"/>
                      </a:lnTo>
                      <a:lnTo>
                        <a:pt x="371" y="95"/>
                      </a:lnTo>
                      <a:lnTo>
                        <a:pt x="358" y="102"/>
                      </a:lnTo>
                      <a:lnTo>
                        <a:pt x="364" y="92"/>
                      </a:lnTo>
                      <a:lnTo>
                        <a:pt x="370" y="80"/>
                      </a:lnTo>
                      <a:lnTo>
                        <a:pt x="362" y="74"/>
                      </a:lnTo>
                      <a:lnTo>
                        <a:pt x="351" y="74"/>
                      </a:lnTo>
                      <a:lnTo>
                        <a:pt x="342" y="81"/>
                      </a:lnTo>
                      <a:lnTo>
                        <a:pt x="334" y="90"/>
                      </a:lnTo>
                      <a:lnTo>
                        <a:pt x="327" y="99"/>
                      </a:lnTo>
                      <a:lnTo>
                        <a:pt x="317" y="103"/>
                      </a:lnTo>
                      <a:lnTo>
                        <a:pt x="330" y="81"/>
                      </a:lnTo>
                      <a:lnTo>
                        <a:pt x="338" y="70"/>
                      </a:lnTo>
                      <a:lnTo>
                        <a:pt x="345" y="56"/>
                      </a:lnTo>
                      <a:lnTo>
                        <a:pt x="349" y="48"/>
                      </a:lnTo>
                      <a:lnTo>
                        <a:pt x="338" y="23"/>
                      </a:lnTo>
                      <a:lnTo>
                        <a:pt x="330" y="14"/>
                      </a:lnTo>
                      <a:lnTo>
                        <a:pt x="318" y="14"/>
                      </a:lnTo>
                      <a:lnTo>
                        <a:pt x="310" y="22"/>
                      </a:lnTo>
                      <a:lnTo>
                        <a:pt x="305" y="31"/>
                      </a:lnTo>
                      <a:lnTo>
                        <a:pt x="302" y="40"/>
                      </a:lnTo>
                      <a:lnTo>
                        <a:pt x="286" y="38"/>
                      </a:lnTo>
                      <a:lnTo>
                        <a:pt x="280" y="31"/>
                      </a:lnTo>
                      <a:lnTo>
                        <a:pt x="259" y="33"/>
                      </a:lnTo>
                      <a:lnTo>
                        <a:pt x="258" y="46"/>
                      </a:lnTo>
                      <a:lnTo>
                        <a:pt x="242" y="47"/>
                      </a:lnTo>
                      <a:lnTo>
                        <a:pt x="230" y="47"/>
                      </a:lnTo>
                      <a:lnTo>
                        <a:pt x="225" y="53"/>
                      </a:lnTo>
                      <a:lnTo>
                        <a:pt x="216" y="54"/>
                      </a:lnTo>
                      <a:lnTo>
                        <a:pt x="209" y="46"/>
                      </a:lnTo>
                      <a:lnTo>
                        <a:pt x="202" y="31"/>
                      </a:lnTo>
                      <a:lnTo>
                        <a:pt x="206" y="20"/>
                      </a:lnTo>
                      <a:lnTo>
                        <a:pt x="203" y="3"/>
                      </a:lnTo>
                      <a:lnTo>
                        <a:pt x="191" y="0"/>
                      </a:lnTo>
                      <a:lnTo>
                        <a:pt x="187" y="9"/>
                      </a:lnTo>
                      <a:lnTo>
                        <a:pt x="162" y="11"/>
                      </a:lnTo>
                      <a:lnTo>
                        <a:pt x="154" y="16"/>
                      </a:lnTo>
                      <a:lnTo>
                        <a:pt x="142" y="5"/>
                      </a:lnTo>
                      <a:lnTo>
                        <a:pt x="136" y="7"/>
                      </a:lnTo>
                      <a:lnTo>
                        <a:pt x="132" y="20"/>
                      </a:lnTo>
                      <a:lnTo>
                        <a:pt x="134" y="29"/>
                      </a:lnTo>
                      <a:lnTo>
                        <a:pt x="143" y="36"/>
                      </a:lnTo>
                      <a:lnTo>
                        <a:pt x="144" y="47"/>
                      </a:lnTo>
                      <a:lnTo>
                        <a:pt x="132" y="56"/>
                      </a:lnTo>
                      <a:lnTo>
                        <a:pt x="117" y="58"/>
                      </a:lnTo>
                      <a:lnTo>
                        <a:pt x="106" y="53"/>
                      </a:lnTo>
                      <a:lnTo>
                        <a:pt x="98" y="42"/>
                      </a:lnTo>
                      <a:lnTo>
                        <a:pt x="89" y="3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7" id="77"/>
                <p:cNvSpPr/>
                <p:nvPr/>
              </p:nvSpPr>
              <p:spPr>
                <a:xfrm>
                  <a:off x="2342" y="1645"/>
                  <a:ext cx="148" cy="9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3" h="81" stroke="true" fill="norm" extrusionOk="true">
                      <a:moveTo>
                        <a:pt x="40" y="15"/>
                      </a:moveTo>
                      <a:lnTo>
                        <a:pt x="22" y="0"/>
                      </a:lnTo>
                      <a:lnTo>
                        <a:pt x="0" y="25"/>
                      </a:lnTo>
                      <a:lnTo>
                        <a:pt x="2" y="37"/>
                      </a:lnTo>
                      <a:lnTo>
                        <a:pt x="27" y="32"/>
                      </a:lnTo>
                      <a:lnTo>
                        <a:pt x="27" y="52"/>
                      </a:lnTo>
                      <a:lnTo>
                        <a:pt x="19" y="65"/>
                      </a:lnTo>
                      <a:lnTo>
                        <a:pt x="41" y="60"/>
                      </a:lnTo>
                      <a:lnTo>
                        <a:pt x="64" y="71"/>
                      </a:lnTo>
                      <a:lnTo>
                        <a:pt x="72" y="80"/>
                      </a:lnTo>
                      <a:lnTo>
                        <a:pt x="91" y="60"/>
                      </a:lnTo>
                      <a:lnTo>
                        <a:pt x="109" y="60"/>
                      </a:lnTo>
                      <a:lnTo>
                        <a:pt x="127" y="48"/>
                      </a:lnTo>
                      <a:lnTo>
                        <a:pt x="132" y="27"/>
                      </a:lnTo>
                      <a:lnTo>
                        <a:pt x="127" y="4"/>
                      </a:lnTo>
                      <a:lnTo>
                        <a:pt x="102" y="4"/>
                      </a:lnTo>
                      <a:lnTo>
                        <a:pt x="77" y="12"/>
                      </a:lnTo>
                      <a:lnTo>
                        <a:pt x="49" y="3"/>
                      </a:lnTo>
                      <a:lnTo>
                        <a:pt x="40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8" id="78"/>
                <p:cNvSpPr/>
                <p:nvPr/>
              </p:nvSpPr>
              <p:spPr>
                <a:xfrm>
                  <a:off x="2821" y="1854"/>
                  <a:ext cx="23" cy="1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" h="15" stroke="true" fill="norm" extrusionOk="true">
                      <a:moveTo>
                        <a:pt x="0" y="14"/>
                      </a:moveTo>
                      <a:lnTo>
                        <a:pt x="4" y="0"/>
                      </a:lnTo>
                      <a:lnTo>
                        <a:pt x="13" y="0"/>
                      </a:lnTo>
                      <a:lnTo>
                        <a:pt x="19" y="0"/>
                      </a:lnTo>
                      <a:lnTo>
                        <a:pt x="0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9" id="79"/>
                <p:cNvSpPr/>
                <p:nvPr/>
              </p:nvSpPr>
              <p:spPr>
                <a:xfrm>
                  <a:off x="3363" y="1556"/>
                  <a:ext cx="26" cy="2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3" h="25" stroke="true" fill="norm" extrusionOk="true">
                      <a:moveTo>
                        <a:pt x="11" y="0"/>
                      </a:moveTo>
                      <a:lnTo>
                        <a:pt x="0" y="12"/>
                      </a:lnTo>
                      <a:lnTo>
                        <a:pt x="5" y="24"/>
                      </a:lnTo>
                      <a:lnTo>
                        <a:pt x="14" y="22"/>
                      </a:lnTo>
                      <a:lnTo>
                        <a:pt x="22" y="9"/>
                      </a:lnTo>
                      <a:lnTo>
                        <a:pt x="1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0" id="80"/>
                <p:cNvSpPr/>
                <p:nvPr/>
              </p:nvSpPr>
              <p:spPr>
                <a:xfrm>
                  <a:off x="3489" y="1531"/>
                  <a:ext cx="37" cy="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3" h="17" stroke="true" fill="norm" extrusionOk="true">
                      <a:moveTo>
                        <a:pt x="27" y="4"/>
                      </a:moveTo>
                      <a:lnTo>
                        <a:pt x="13" y="0"/>
                      </a:lnTo>
                      <a:lnTo>
                        <a:pt x="0" y="12"/>
                      </a:lnTo>
                      <a:lnTo>
                        <a:pt x="9" y="14"/>
                      </a:lnTo>
                      <a:lnTo>
                        <a:pt x="32" y="16"/>
                      </a:lnTo>
                      <a:lnTo>
                        <a:pt x="27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1" id="81"/>
                <p:cNvSpPr/>
                <p:nvPr/>
              </p:nvSpPr>
              <p:spPr>
                <a:xfrm>
                  <a:off x="3655" y="1413"/>
                  <a:ext cx="15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" h="16" stroke="true" fill="norm" extrusionOk="true">
                      <a:moveTo>
                        <a:pt x="6" y="15"/>
                      </a:moveTo>
                      <a:lnTo>
                        <a:pt x="7" y="15"/>
                      </a:lnTo>
                      <a:lnTo>
                        <a:pt x="8" y="15"/>
                      </a:lnTo>
                      <a:lnTo>
                        <a:pt x="9" y="14"/>
                      </a:lnTo>
                      <a:lnTo>
                        <a:pt x="11" y="14"/>
                      </a:lnTo>
                      <a:lnTo>
                        <a:pt x="11" y="13"/>
                      </a:lnTo>
                      <a:lnTo>
                        <a:pt x="11" y="12"/>
                      </a:lnTo>
                      <a:lnTo>
                        <a:pt x="11" y="11"/>
                      </a:lnTo>
                      <a:lnTo>
                        <a:pt x="11" y="10"/>
                      </a:lnTo>
                      <a:lnTo>
                        <a:pt x="11" y="9"/>
                      </a:lnTo>
                      <a:lnTo>
                        <a:pt x="13" y="8"/>
                      </a:lnTo>
                      <a:lnTo>
                        <a:pt x="11" y="8"/>
                      </a:lnTo>
                      <a:lnTo>
                        <a:pt x="11" y="7"/>
                      </a:lnTo>
                      <a:lnTo>
                        <a:pt x="11" y="5"/>
                      </a:lnTo>
                      <a:lnTo>
                        <a:pt x="11" y="4"/>
                      </a:lnTo>
                      <a:lnTo>
                        <a:pt x="11" y="3"/>
                      </a:lnTo>
                      <a:lnTo>
                        <a:pt x="11" y="2"/>
                      </a:lnTo>
                      <a:lnTo>
                        <a:pt x="9" y="1"/>
                      </a:lnTo>
                      <a:lnTo>
                        <a:pt x="8" y="1"/>
                      </a:ln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3" y="1"/>
                      </a:lnTo>
                      <a:lnTo>
                        <a:pt x="2" y="2"/>
                      </a:lnTo>
                      <a:lnTo>
                        <a:pt x="1" y="3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1" y="13"/>
                      </a:lnTo>
                      <a:lnTo>
                        <a:pt x="2" y="14"/>
                      </a:lnTo>
                      <a:lnTo>
                        <a:pt x="3" y="14"/>
                      </a:lnTo>
                      <a:lnTo>
                        <a:pt x="3" y="15"/>
                      </a:lnTo>
                      <a:lnTo>
                        <a:pt x="4" y="15"/>
                      </a:lnTo>
                      <a:lnTo>
                        <a:pt x="6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2" id="82"/>
                <p:cNvSpPr/>
                <p:nvPr/>
              </p:nvSpPr>
              <p:spPr>
                <a:xfrm>
                  <a:off x="2887" y="1566"/>
                  <a:ext cx="20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" h="16" stroke="true" fill="norm" extrusionOk="true">
                      <a:moveTo>
                        <a:pt x="6" y="0"/>
                      </a:moveTo>
                      <a:lnTo>
                        <a:pt x="0" y="11"/>
                      </a:lnTo>
                      <a:lnTo>
                        <a:pt x="12" y="15"/>
                      </a:lnTo>
                      <a:lnTo>
                        <a:pt x="17" y="0"/>
                      </a:lnTo>
                      <a:lnTo>
                        <a:pt x="6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3" id="83"/>
                <p:cNvSpPr/>
                <p:nvPr/>
              </p:nvSpPr>
              <p:spPr>
                <a:xfrm>
                  <a:off x="2919" y="1551"/>
                  <a:ext cx="18" cy="3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" h="33" stroke="true" fill="norm" extrusionOk="true">
                      <a:moveTo>
                        <a:pt x="0" y="0"/>
                      </a:moveTo>
                      <a:lnTo>
                        <a:pt x="2" y="13"/>
                      </a:lnTo>
                      <a:lnTo>
                        <a:pt x="9" y="16"/>
                      </a:lnTo>
                      <a:lnTo>
                        <a:pt x="12" y="32"/>
                      </a:lnTo>
                      <a:lnTo>
                        <a:pt x="15" y="20"/>
                      </a:lnTo>
                      <a:lnTo>
                        <a:pt x="15" y="11"/>
                      </a:lnTo>
                      <a:lnTo>
                        <a:pt x="14" y="0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4" id="84"/>
                <p:cNvSpPr/>
                <p:nvPr/>
              </p:nvSpPr>
              <p:spPr>
                <a:xfrm>
                  <a:off x="2947" y="1553"/>
                  <a:ext cx="18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14" stroke="true" fill="norm" extrusionOk="true">
                      <a:moveTo>
                        <a:pt x="0" y="4"/>
                      </a:moveTo>
                      <a:lnTo>
                        <a:pt x="7" y="13"/>
                      </a:lnTo>
                      <a:lnTo>
                        <a:pt x="14" y="0"/>
                      </a:lnTo>
                      <a:lnTo>
                        <a:pt x="0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5" id="85"/>
                <p:cNvSpPr/>
                <p:nvPr/>
              </p:nvSpPr>
              <p:spPr>
                <a:xfrm>
                  <a:off x="4778" y="2390"/>
                  <a:ext cx="20" cy="1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" h="17" stroke="true" fill="norm" extrusionOk="true">
                      <a:moveTo>
                        <a:pt x="1" y="6"/>
                      </a:move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7" y="6"/>
                      </a:lnTo>
                      <a:lnTo>
                        <a:pt x="7" y="0"/>
                      </a:lnTo>
                      <a:lnTo>
                        <a:pt x="1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6" id="86"/>
                <p:cNvSpPr/>
                <p:nvPr/>
              </p:nvSpPr>
              <p:spPr>
                <a:xfrm>
                  <a:off x="3183" y="2347"/>
                  <a:ext cx="37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16" stroke="true" fill="norm" extrusionOk="true">
                      <a:moveTo>
                        <a:pt x="16" y="11"/>
                      </a:moveTo>
                      <a:lnTo>
                        <a:pt x="15" y="11"/>
                      </a:lnTo>
                      <a:lnTo>
                        <a:pt x="14" y="11"/>
                      </a:lnTo>
                      <a:lnTo>
                        <a:pt x="12" y="11"/>
                      </a:lnTo>
                      <a:lnTo>
                        <a:pt x="12" y="12"/>
                      </a:lnTo>
                      <a:lnTo>
                        <a:pt x="11" y="12"/>
                      </a:lnTo>
                      <a:lnTo>
                        <a:pt x="9" y="13"/>
                      </a:lnTo>
                      <a:lnTo>
                        <a:pt x="8" y="13"/>
                      </a:lnTo>
                      <a:lnTo>
                        <a:pt x="6" y="14"/>
                      </a:lnTo>
                      <a:lnTo>
                        <a:pt x="5" y="14"/>
                      </a:lnTo>
                      <a:lnTo>
                        <a:pt x="4" y="15"/>
                      </a:lnTo>
                      <a:lnTo>
                        <a:pt x="3" y="14"/>
                      </a:lnTo>
                      <a:lnTo>
                        <a:pt x="1" y="14"/>
                      </a:lnTo>
                      <a:lnTo>
                        <a:pt x="0" y="13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7" y="4"/>
                      </a:lnTo>
                      <a:lnTo>
                        <a:pt x="8" y="4"/>
                      </a:lnTo>
                      <a:lnTo>
                        <a:pt x="10" y="4"/>
                      </a:lnTo>
                      <a:lnTo>
                        <a:pt x="12" y="4"/>
                      </a:lnTo>
                      <a:lnTo>
                        <a:pt x="14" y="4"/>
                      </a:lnTo>
                      <a:lnTo>
                        <a:pt x="15" y="4"/>
                      </a:lnTo>
                      <a:lnTo>
                        <a:pt x="16" y="4"/>
                      </a:lnTo>
                      <a:lnTo>
                        <a:pt x="18" y="4"/>
                      </a:lnTo>
                      <a:lnTo>
                        <a:pt x="19" y="3"/>
                      </a:lnTo>
                      <a:lnTo>
                        <a:pt x="20" y="2"/>
                      </a:lnTo>
                      <a:lnTo>
                        <a:pt x="23" y="2"/>
                      </a:lnTo>
                      <a:lnTo>
                        <a:pt x="24" y="1"/>
                      </a:lnTo>
                      <a:lnTo>
                        <a:pt x="26" y="0"/>
                      </a:lnTo>
                      <a:lnTo>
                        <a:pt x="27" y="0"/>
                      </a:lnTo>
                      <a:lnTo>
                        <a:pt x="28" y="0"/>
                      </a:lnTo>
                      <a:lnTo>
                        <a:pt x="29" y="0"/>
                      </a:lnTo>
                      <a:lnTo>
                        <a:pt x="31" y="0"/>
                      </a:lnTo>
                      <a:lnTo>
                        <a:pt x="31" y="1"/>
                      </a:lnTo>
                      <a:lnTo>
                        <a:pt x="31" y="2"/>
                      </a:lnTo>
                      <a:lnTo>
                        <a:pt x="31" y="3"/>
                      </a:lnTo>
                      <a:lnTo>
                        <a:pt x="30" y="4"/>
                      </a:lnTo>
                      <a:lnTo>
                        <a:pt x="29" y="4"/>
                      </a:lnTo>
                      <a:lnTo>
                        <a:pt x="28" y="4"/>
                      </a:lnTo>
                      <a:lnTo>
                        <a:pt x="27" y="6"/>
                      </a:lnTo>
                      <a:lnTo>
                        <a:pt x="27" y="7"/>
                      </a:lnTo>
                      <a:lnTo>
                        <a:pt x="27" y="8"/>
                      </a:lnTo>
                      <a:lnTo>
                        <a:pt x="27" y="9"/>
                      </a:lnTo>
                      <a:lnTo>
                        <a:pt x="26" y="9"/>
                      </a:lnTo>
                      <a:lnTo>
                        <a:pt x="26" y="10"/>
                      </a:lnTo>
                      <a:lnTo>
                        <a:pt x="24" y="11"/>
                      </a:lnTo>
                      <a:lnTo>
                        <a:pt x="23" y="11"/>
                      </a:lnTo>
                      <a:lnTo>
                        <a:pt x="21" y="11"/>
                      </a:lnTo>
                      <a:lnTo>
                        <a:pt x="19" y="11"/>
                      </a:lnTo>
                      <a:lnTo>
                        <a:pt x="18" y="11"/>
                      </a:lnTo>
                      <a:lnTo>
                        <a:pt x="16" y="1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7" id="87"/>
                <p:cNvSpPr/>
                <p:nvPr/>
              </p:nvSpPr>
              <p:spPr>
                <a:xfrm>
                  <a:off x="2645" y="1830"/>
                  <a:ext cx="15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" h="14" stroke="true" fill="norm" extrusionOk="true">
                      <a:moveTo>
                        <a:pt x="0" y="0"/>
                      </a:moveTo>
                      <a:lnTo>
                        <a:pt x="2" y="13"/>
                      </a:lnTo>
                      <a:lnTo>
                        <a:pt x="13" y="0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8" id="88"/>
                <p:cNvSpPr/>
                <p:nvPr/>
              </p:nvSpPr>
              <p:spPr>
                <a:xfrm>
                  <a:off x="2576" y="1848"/>
                  <a:ext cx="17" cy="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23" stroke="true" fill="norm" extrusionOk="true">
                      <a:moveTo>
                        <a:pt x="11" y="0"/>
                      </a:moveTo>
                      <a:lnTo>
                        <a:pt x="2" y="6"/>
                      </a:lnTo>
                      <a:lnTo>
                        <a:pt x="0" y="17"/>
                      </a:lnTo>
                      <a:lnTo>
                        <a:pt x="5" y="22"/>
                      </a:lnTo>
                      <a:lnTo>
                        <a:pt x="14" y="11"/>
                      </a:lnTo>
                      <a:lnTo>
                        <a:pt x="1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9" id="89"/>
                <p:cNvSpPr/>
                <p:nvPr/>
              </p:nvSpPr>
              <p:spPr>
                <a:xfrm>
                  <a:off x="3076" y="2220"/>
                  <a:ext cx="34" cy="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0" h="20" stroke="true" fill="norm" extrusionOk="true">
                      <a:moveTo>
                        <a:pt x="6" y="19"/>
                      </a:moveTo>
                      <a:lnTo>
                        <a:pt x="18" y="19"/>
                      </a:lnTo>
                      <a:lnTo>
                        <a:pt x="29" y="10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0" y="14"/>
                      </a:lnTo>
                      <a:lnTo>
                        <a:pt x="6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0" id="90"/>
                <p:cNvSpPr/>
                <p:nvPr/>
              </p:nvSpPr>
              <p:spPr>
                <a:xfrm>
                  <a:off x="4553" y="3173"/>
                  <a:ext cx="15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" h="13" stroke="true" fill="norm" extrusionOk="true">
                      <a:moveTo>
                        <a:pt x="7" y="12"/>
                      </a:moveTo>
                      <a:lnTo>
                        <a:pt x="7" y="11"/>
                      </a:lnTo>
                      <a:lnTo>
                        <a:pt x="8" y="11"/>
                      </a:lnTo>
                      <a:lnTo>
                        <a:pt x="9" y="11"/>
                      </a:lnTo>
                      <a:lnTo>
                        <a:pt x="10" y="10"/>
                      </a:lnTo>
                      <a:lnTo>
                        <a:pt x="11" y="8"/>
                      </a:lnTo>
                      <a:lnTo>
                        <a:pt x="13" y="8"/>
                      </a:lnTo>
                      <a:lnTo>
                        <a:pt x="13" y="6"/>
                      </a:lnTo>
                      <a:lnTo>
                        <a:pt x="13" y="5"/>
                      </a:lnTo>
                      <a:lnTo>
                        <a:pt x="13" y="4"/>
                      </a:lnTo>
                      <a:lnTo>
                        <a:pt x="13" y="3"/>
                      </a:lnTo>
                      <a:lnTo>
                        <a:pt x="11" y="3"/>
                      </a:lnTo>
                      <a:lnTo>
                        <a:pt x="11" y="2"/>
                      </a:lnTo>
                      <a:lnTo>
                        <a:pt x="11" y="1"/>
                      </a:lnTo>
                      <a:lnTo>
                        <a:pt x="10" y="1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1" y="8"/>
                      </a:lnTo>
                      <a:lnTo>
                        <a:pt x="2" y="10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4" y="11"/>
                      </a:lnTo>
                      <a:lnTo>
                        <a:pt x="7" y="1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1" id="91"/>
                <p:cNvSpPr/>
                <p:nvPr/>
              </p:nvSpPr>
              <p:spPr>
                <a:xfrm>
                  <a:off x="4591" y="3168"/>
                  <a:ext cx="17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16" stroke="true" fill="norm" extrusionOk="true">
                      <a:moveTo>
                        <a:pt x="2" y="5"/>
                      </a:moveTo>
                      <a:lnTo>
                        <a:pt x="9" y="0"/>
                      </a:lnTo>
                      <a:lnTo>
                        <a:pt x="14" y="5"/>
                      </a:lnTo>
                      <a:lnTo>
                        <a:pt x="13" y="15"/>
                      </a:lnTo>
                      <a:lnTo>
                        <a:pt x="0" y="11"/>
                      </a:lnTo>
                      <a:lnTo>
                        <a:pt x="2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2" id="92"/>
                <p:cNvSpPr/>
                <p:nvPr/>
              </p:nvSpPr>
              <p:spPr>
                <a:xfrm>
                  <a:off x="4601" y="2552"/>
                  <a:ext cx="29" cy="5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" h="51" stroke="true" fill="norm" extrusionOk="true">
                      <a:moveTo>
                        <a:pt x="12" y="0"/>
                      </a:moveTo>
                      <a:lnTo>
                        <a:pt x="2" y="15"/>
                      </a:lnTo>
                      <a:lnTo>
                        <a:pt x="0" y="34"/>
                      </a:lnTo>
                      <a:lnTo>
                        <a:pt x="16" y="50"/>
                      </a:lnTo>
                      <a:lnTo>
                        <a:pt x="24" y="26"/>
                      </a:lnTo>
                      <a:lnTo>
                        <a:pt x="12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3" id="93"/>
                <p:cNvSpPr/>
                <p:nvPr/>
              </p:nvSpPr>
              <p:spPr>
                <a:xfrm>
                  <a:off x="5408" y="3678"/>
                  <a:ext cx="74" cy="14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6" h="132" stroke="true" fill="norm" extrusionOk="true">
                      <a:moveTo>
                        <a:pt x="5" y="0"/>
                      </a:moveTo>
                      <a:lnTo>
                        <a:pt x="5" y="16"/>
                      </a:lnTo>
                      <a:lnTo>
                        <a:pt x="13" y="34"/>
                      </a:lnTo>
                      <a:lnTo>
                        <a:pt x="20" y="48"/>
                      </a:lnTo>
                      <a:lnTo>
                        <a:pt x="14" y="66"/>
                      </a:lnTo>
                      <a:lnTo>
                        <a:pt x="0" y="83"/>
                      </a:lnTo>
                      <a:lnTo>
                        <a:pt x="2" y="94"/>
                      </a:lnTo>
                      <a:lnTo>
                        <a:pt x="7" y="125"/>
                      </a:lnTo>
                      <a:lnTo>
                        <a:pt x="20" y="131"/>
                      </a:lnTo>
                      <a:lnTo>
                        <a:pt x="24" y="110"/>
                      </a:lnTo>
                      <a:lnTo>
                        <a:pt x="38" y="96"/>
                      </a:lnTo>
                      <a:lnTo>
                        <a:pt x="60" y="83"/>
                      </a:lnTo>
                      <a:lnTo>
                        <a:pt x="65" y="67"/>
                      </a:lnTo>
                      <a:lnTo>
                        <a:pt x="64" y="55"/>
                      </a:lnTo>
                      <a:lnTo>
                        <a:pt x="40" y="55"/>
                      </a:lnTo>
                      <a:lnTo>
                        <a:pt x="39" y="36"/>
                      </a:lnTo>
                      <a:lnTo>
                        <a:pt x="32" y="36"/>
                      </a:lnTo>
                      <a:lnTo>
                        <a:pt x="23" y="32"/>
                      </a:lnTo>
                      <a:lnTo>
                        <a:pt x="24" y="14"/>
                      </a:lnTo>
                      <a:lnTo>
                        <a:pt x="19" y="2"/>
                      </a:lnTo>
                      <a:lnTo>
                        <a:pt x="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4" id="94"/>
                <p:cNvSpPr/>
                <p:nvPr/>
              </p:nvSpPr>
              <p:spPr>
                <a:xfrm>
                  <a:off x="5257" y="3799"/>
                  <a:ext cx="141" cy="14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6" h="126" stroke="true" fill="norm" extrusionOk="true">
                      <a:moveTo>
                        <a:pt x="98" y="1"/>
                      </a:moveTo>
                      <a:lnTo>
                        <a:pt x="95" y="21"/>
                      </a:lnTo>
                      <a:lnTo>
                        <a:pt x="75" y="31"/>
                      </a:lnTo>
                      <a:lnTo>
                        <a:pt x="60" y="51"/>
                      </a:lnTo>
                      <a:lnTo>
                        <a:pt x="24" y="67"/>
                      </a:lnTo>
                      <a:lnTo>
                        <a:pt x="0" y="89"/>
                      </a:lnTo>
                      <a:lnTo>
                        <a:pt x="4" y="105"/>
                      </a:lnTo>
                      <a:lnTo>
                        <a:pt x="26" y="125"/>
                      </a:lnTo>
                      <a:lnTo>
                        <a:pt x="54" y="103"/>
                      </a:lnTo>
                      <a:lnTo>
                        <a:pt x="63" y="81"/>
                      </a:lnTo>
                      <a:lnTo>
                        <a:pt x="82" y="65"/>
                      </a:lnTo>
                      <a:lnTo>
                        <a:pt x="94" y="65"/>
                      </a:lnTo>
                      <a:lnTo>
                        <a:pt x="99" y="48"/>
                      </a:lnTo>
                      <a:lnTo>
                        <a:pt x="112" y="33"/>
                      </a:lnTo>
                      <a:lnTo>
                        <a:pt x="125" y="21"/>
                      </a:lnTo>
                      <a:lnTo>
                        <a:pt x="120" y="4"/>
                      </a:lnTo>
                      <a:lnTo>
                        <a:pt x="112" y="14"/>
                      </a:lnTo>
                      <a:lnTo>
                        <a:pt x="111" y="0"/>
                      </a:lnTo>
                      <a:lnTo>
                        <a:pt x="98" y="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5" id="95"/>
                <p:cNvSpPr/>
                <p:nvPr/>
              </p:nvSpPr>
              <p:spPr>
                <a:xfrm>
                  <a:off x="4389" y="3046"/>
                  <a:ext cx="29" cy="2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6" h="24" stroke="true" fill="norm" extrusionOk="true">
                      <a:moveTo>
                        <a:pt x="2" y="0"/>
                      </a:moveTo>
                      <a:lnTo>
                        <a:pt x="13" y="2"/>
                      </a:lnTo>
                      <a:lnTo>
                        <a:pt x="21" y="10"/>
                      </a:lnTo>
                      <a:lnTo>
                        <a:pt x="25" y="21"/>
                      </a:lnTo>
                      <a:lnTo>
                        <a:pt x="15" y="23"/>
                      </a:lnTo>
                      <a:lnTo>
                        <a:pt x="0" y="9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6" id="96"/>
                <p:cNvSpPr/>
                <p:nvPr/>
              </p:nvSpPr>
              <p:spPr>
                <a:xfrm>
                  <a:off x="4612" y="3196"/>
                  <a:ext cx="25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1" h="15" stroke="true" fill="norm" extrusionOk="true">
                      <a:moveTo>
                        <a:pt x="3" y="2"/>
                      </a:moveTo>
                      <a:lnTo>
                        <a:pt x="0" y="14"/>
                      </a:lnTo>
                      <a:lnTo>
                        <a:pt x="16" y="8"/>
                      </a:lnTo>
                      <a:lnTo>
                        <a:pt x="20" y="0"/>
                      </a:lnTo>
                      <a:lnTo>
                        <a:pt x="3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7" id="97"/>
                <p:cNvSpPr/>
                <p:nvPr/>
              </p:nvSpPr>
              <p:spPr>
                <a:xfrm>
                  <a:off x="4702" y="3052"/>
                  <a:ext cx="32" cy="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" h="14" stroke="true" fill="norm" extrusionOk="true">
                      <a:moveTo>
                        <a:pt x="14" y="13"/>
                      </a:moveTo>
                      <a:lnTo>
                        <a:pt x="11" y="13"/>
                      </a:lnTo>
                      <a:lnTo>
                        <a:pt x="10" y="13"/>
                      </a:lnTo>
                      <a:lnTo>
                        <a:pt x="8" y="13"/>
                      </a:lnTo>
                      <a:lnTo>
                        <a:pt x="6" y="13"/>
                      </a:lnTo>
                      <a:lnTo>
                        <a:pt x="5" y="13"/>
                      </a:lnTo>
                      <a:lnTo>
                        <a:pt x="3" y="13"/>
                      </a:lnTo>
                      <a:lnTo>
                        <a:pt x="2" y="13"/>
                      </a:lnTo>
                      <a:lnTo>
                        <a:pt x="1" y="13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2" y="2"/>
                      </a:lnTo>
                      <a:lnTo>
                        <a:pt x="3" y="2"/>
                      </a:ln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6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1" y="0"/>
                      </a:lnTo>
                      <a:lnTo>
                        <a:pt x="14" y="0"/>
                      </a:lnTo>
                      <a:lnTo>
                        <a:pt x="17" y="0"/>
                      </a:lnTo>
                      <a:lnTo>
                        <a:pt x="18" y="0"/>
                      </a:lnTo>
                      <a:lnTo>
                        <a:pt x="20" y="0"/>
                      </a:lnTo>
                      <a:lnTo>
                        <a:pt x="21" y="0"/>
                      </a:lnTo>
                      <a:lnTo>
                        <a:pt x="23" y="0"/>
                      </a:lnTo>
                      <a:lnTo>
                        <a:pt x="24" y="2"/>
                      </a:lnTo>
                      <a:lnTo>
                        <a:pt x="25" y="5"/>
                      </a:lnTo>
                      <a:lnTo>
                        <a:pt x="26" y="5"/>
                      </a:lnTo>
                      <a:lnTo>
                        <a:pt x="26" y="7"/>
                      </a:lnTo>
                      <a:lnTo>
                        <a:pt x="27" y="7"/>
                      </a:lnTo>
                      <a:lnTo>
                        <a:pt x="26" y="10"/>
                      </a:lnTo>
                      <a:lnTo>
                        <a:pt x="25" y="13"/>
                      </a:lnTo>
                      <a:lnTo>
                        <a:pt x="24" y="13"/>
                      </a:lnTo>
                      <a:lnTo>
                        <a:pt x="23" y="13"/>
                      </a:lnTo>
                      <a:lnTo>
                        <a:pt x="21" y="13"/>
                      </a:lnTo>
                      <a:lnTo>
                        <a:pt x="20" y="13"/>
                      </a:lnTo>
                      <a:lnTo>
                        <a:pt x="18" y="13"/>
                      </a:lnTo>
                      <a:lnTo>
                        <a:pt x="17" y="13"/>
                      </a:lnTo>
                      <a:lnTo>
                        <a:pt x="14" y="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8" id="98"/>
                <p:cNvSpPr/>
                <p:nvPr/>
              </p:nvSpPr>
              <p:spPr>
                <a:xfrm>
                  <a:off x="4425" y="2649"/>
                  <a:ext cx="33" cy="4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9" h="43" stroke="true" fill="norm" extrusionOk="true">
                      <a:moveTo>
                        <a:pt x="9" y="9"/>
                      </a:moveTo>
                      <a:lnTo>
                        <a:pt x="0" y="23"/>
                      </a:lnTo>
                      <a:lnTo>
                        <a:pt x="2" y="42"/>
                      </a:lnTo>
                      <a:lnTo>
                        <a:pt x="14" y="42"/>
                      </a:lnTo>
                      <a:lnTo>
                        <a:pt x="28" y="25"/>
                      </a:lnTo>
                      <a:lnTo>
                        <a:pt x="19" y="0"/>
                      </a:lnTo>
                      <a:lnTo>
                        <a:pt x="9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9" id="99"/>
                <p:cNvSpPr/>
                <p:nvPr/>
              </p:nvSpPr>
              <p:spPr>
                <a:xfrm>
                  <a:off x="4617" y="2774"/>
                  <a:ext cx="32" cy="3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" h="26" stroke="true" fill="norm" extrusionOk="true">
                      <a:moveTo>
                        <a:pt x="16" y="5"/>
                      </a:moveTo>
                      <a:lnTo>
                        <a:pt x="2" y="0"/>
                      </a:lnTo>
                      <a:lnTo>
                        <a:pt x="0" y="12"/>
                      </a:lnTo>
                      <a:lnTo>
                        <a:pt x="9" y="22"/>
                      </a:lnTo>
                      <a:lnTo>
                        <a:pt x="17" y="25"/>
                      </a:lnTo>
                      <a:lnTo>
                        <a:pt x="18" y="25"/>
                      </a:lnTo>
                      <a:lnTo>
                        <a:pt x="19" y="25"/>
                      </a:lnTo>
                      <a:lnTo>
                        <a:pt x="20" y="25"/>
                      </a:lnTo>
                      <a:lnTo>
                        <a:pt x="21" y="24"/>
                      </a:lnTo>
                      <a:lnTo>
                        <a:pt x="23" y="23"/>
                      </a:lnTo>
                      <a:lnTo>
                        <a:pt x="24" y="22"/>
                      </a:lnTo>
                      <a:lnTo>
                        <a:pt x="25" y="22"/>
                      </a:lnTo>
                      <a:lnTo>
                        <a:pt x="26" y="21"/>
                      </a:lnTo>
                      <a:lnTo>
                        <a:pt x="27" y="19"/>
                      </a:lnTo>
                      <a:lnTo>
                        <a:pt x="27" y="18"/>
                      </a:lnTo>
                      <a:lnTo>
                        <a:pt x="27" y="16"/>
                      </a:lnTo>
                      <a:lnTo>
                        <a:pt x="26" y="15"/>
                      </a:lnTo>
                      <a:lnTo>
                        <a:pt x="25" y="13"/>
                      </a:lnTo>
                      <a:lnTo>
                        <a:pt x="24" y="11"/>
                      </a:lnTo>
                      <a:lnTo>
                        <a:pt x="23" y="10"/>
                      </a:lnTo>
                      <a:lnTo>
                        <a:pt x="21" y="9"/>
                      </a:lnTo>
                      <a:lnTo>
                        <a:pt x="20" y="8"/>
                      </a:lnTo>
                      <a:lnTo>
                        <a:pt x="19" y="8"/>
                      </a:lnTo>
                      <a:lnTo>
                        <a:pt x="18" y="7"/>
                      </a:lnTo>
                      <a:lnTo>
                        <a:pt x="17" y="6"/>
                      </a:lnTo>
                      <a:lnTo>
                        <a:pt x="16" y="6"/>
                      </a:lnTo>
                      <a:lnTo>
                        <a:pt x="16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0" id="100"/>
                <p:cNvSpPr/>
                <p:nvPr/>
              </p:nvSpPr>
              <p:spPr>
                <a:xfrm>
                  <a:off x="4660" y="2763"/>
                  <a:ext cx="36" cy="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24" stroke="true" fill="norm" extrusionOk="true">
                      <a:moveTo>
                        <a:pt x="2" y="3"/>
                      </a:moveTo>
                      <a:lnTo>
                        <a:pt x="0" y="15"/>
                      </a:lnTo>
                      <a:lnTo>
                        <a:pt x="11" y="21"/>
                      </a:lnTo>
                      <a:lnTo>
                        <a:pt x="31" y="23"/>
                      </a:lnTo>
                      <a:lnTo>
                        <a:pt x="31" y="9"/>
                      </a:lnTo>
                      <a:lnTo>
                        <a:pt x="16" y="0"/>
                      </a:lnTo>
                      <a:lnTo>
                        <a:pt x="2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1" id="101"/>
                <p:cNvSpPr/>
                <p:nvPr/>
              </p:nvSpPr>
              <p:spPr>
                <a:xfrm>
                  <a:off x="4654" y="2806"/>
                  <a:ext cx="25" cy="2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1" h="20" stroke="true" fill="norm" extrusionOk="true">
                      <a:moveTo>
                        <a:pt x="4" y="0"/>
                      </a:moveTo>
                      <a:lnTo>
                        <a:pt x="0" y="12"/>
                      </a:lnTo>
                      <a:lnTo>
                        <a:pt x="4" y="19"/>
                      </a:lnTo>
                      <a:lnTo>
                        <a:pt x="20" y="15"/>
                      </a:lnTo>
                      <a:lnTo>
                        <a:pt x="16" y="4"/>
                      </a:lnTo>
                      <a:lnTo>
                        <a:pt x="4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2" id="102"/>
                <p:cNvSpPr/>
                <p:nvPr/>
              </p:nvSpPr>
              <p:spPr>
                <a:xfrm>
                  <a:off x="4697" y="2801"/>
                  <a:ext cx="20" cy="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" h="14" stroke="true" fill="norm" extrusionOk="true">
                      <a:moveTo>
                        <a:pt x="0" y="3"/>
                      </a:moveTo>
                      <a:lnTo>
                        <a:pt x="3" y="13"/>
                      </a:lnTo>
                      <a:lnTo>
                        <a:pt x="10" y="13"/>
                      </a:lnTo>
                      <a:lnTo>
                        <a:pt x="16" y="9"/>
                      </a:lnTo>
                      <a:lnTo>
                        <a:pt x="18" y="0"/>
                      </a:lnTo>
                      <a:lnTo>
                        <a:pt x="8" y="0"/>
                      </a:lnTo>
                      <a:lnTo>
                        <a:pt x="0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3" id="103"/>
                <p:cNvSpPr/>
                <p:nvPr/>
              </p:nvSpPr>
              <p:spPr>
                <a:xfrm>
                  <a:off x="4649" y="2849"/>
                  <a:ext cx="30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" h="37" stroke="true" fill="norm" extrusionOk="true">
                      <a:moveTo>
                        <a:pt x="18" y="0"/>
                      </a:moveTo>
                      <a:lnTo>
                        <a:pt x="8" y="11"/>
                      </a:lnTo>
                      <a:lnTo>
                        <a:pt x="3" y="27"/>
                      </a:lnTo>
                      <a:lnTo>
                        <a:pt x="0" y="36"/>
                      </a:lnTo>
                      <a:lnTo>
                        <a:pt x="13" y="32"/>
                      </a:lnTo>
                      <a:lnTo>
                        <a:pt x="20" y="19"/>
                      </a:lnTo>
                      <a:lnTo>
                        <a:pt x="26" y="5"/>
                      </a:lnTo>
                      <a:lnTo>
                        <a:pt x="1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4" id="104"/>
                <p:cNvSpPr/>
                <p:nvPr/>
              </p:nvSpPr>
              <p:spPr>
                <a:xfrm>
                  <a:off x="4680" y="2826"/>
                  <a:ext cx="17" cy="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" h="15" stroke="true" fill="norm" extrusionOk="true">
                      <a:moveTo>
                        <a:pt x="7" y="14"/>
                      </a:moveTo>
                      <a:lnTo>
                        <a:pt x="5" y="14"/>
                      </a:lnTo>
                      <a:lnTo>
                        <a:pt x="3" y="14"/>
                      </a:lnTo>
                      <a:lnTo>
                        <a:pt x="2" y="14"/>
                      </a:lnTo>
                      <a:lnTo>
                        <a:pt x="2" y="12"/>
                      </a:lnTo>
                      <a:lnTo>
                        <a:pt x="1" y="11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1" y="3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3" y="1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7" y="1"/>
                      </a:lnTo>
                      <a:lnTo>
                        <a:pt x="9" y="1"/>
                      </a:lnTo>
                      <a:lnTo>
                        <a:pt x="10" y="1"/>
                      </a:lnTo>
                      <a:lnTo>
                        <a:pt x="10" y="2"/>
                      </a:lnTo>
                      <a:lnTo>
                        <a:pt x="11" y="3"/>
                      </a:lnTo>
                      <a:lnTo>
                        <a:pt x="11" y="4"/>
                      </a:lnTo>
                      <a:lnTo>
                        <a:pt x="11" y="5"/>
                      </a:lnTo>
                      <a:lnTo>
                        <a:pt x="13" y="7"/>
                      </a:lnTo>
                      <a:lnTo>
                        <a:pt x="11" y="9"/>
                      </a:lnTo>
                      <a:lnTo>
                        <a:pt x="11" y="10"/>
                      </a:lnTo>
                      <a:lnTo>
                        <a:pt x="11" y="11"/>
                      </a:lnTo>
                      <a:lnTo>
                        <a:pt x="10" y="12"/>
                      </a:lnTo>
                      <a:lnTo>
                        <a:pt x="10" y="14"/>
                      </a:lnTo>
                      <a:lnTo>
                        <a:pt x="9" y="14"/>
                      </a:lnTo>
                      <a:lnTo>
                        <a:pt x="7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5" id="105"/>
                <p:cNvSpPr/>
                <p:nvPr/>
              </p:nvSpPr>
              <p:spPr>
                <a:xfrm>
                  <a:off x="3098" y="3310"/>
                  <a:ext cx="122" cy="14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8" h="125" stroke="true" fill="norm" extrusionOk="true">
                      <a:moveTo>
                        <a:pt x="65" y="0"/>
                      </a:moveTo>
                      <a:lnTo>
                        <a:pt x="59" y="7"/>
                      </a:lnTo>
                      <a:lnTo>
                        <a:pt x="47" y="9"/>
                      </a:lnTo>
                      <a:lnTo>
                        <a:pt x="45" y="20"/>
                      </a:lnTo>
                      <a:lnTo>
                        <a:pt x="40" y="23"/>
                      </a:lnTo>
                      <a:lnTo>
                        <a:pt x="32" y="25"/>
                      </a:lnTo>
                      <a:lnTo>
                        <a:pt x="30" y="36"/>
                      </a:lnTo>
                      <a:lnTo>
                        <a:pt x="22" y="39"/>
                      </a:lnTo>
                      <a:lnTo>
                        <a:pt x="8" y="39"/>
                      </a:lnTo>
                      <a:lnTo>
                        <a:pt x="0" y="42"/>
                      </a:lnTo>
                      <a:lnTo>
                        <a:pt x="6" y="64"/>
                      </a:lnTo>
                      <a:lnTo>
                        <a:pt x="8" y="75"/>
                      </a:lnTo>
                      <a:lnTo>
                        <a:pt x="15" y="79"/>
                      </a:lnTo>
                      <a:lnTo>
                        <a:pt x="19" y="91"/>
                      </a:lnTo>
                      <a:lnTo>
                        <a:pt x="27" y="92"/>
                      </a:lnTo>
                      <a:lnTo>
                        <a:pt x="31" y="107"/>
                      </a:lnTo>
                      <a:lnTo>
                        <a:pt x="37" y="109"/>
                      </a:lnTo>
                      <a:lnTo>
                        <a:pt x="52" y="115"/>
                      </a:lnTo>
                      <a:lnTo>
                        <a:pt x="62" y="119"/>
                      </a:lnTo>
                      <a:lnTo>
                        <a:pt x="66" y="124"/>
                      </a:lnTo>
                      <a:lnTo>
                        <a:pt x="82" y="124"/>
                      </a:lnTo>
                      <a:lnTo>
                        <a:pt x="85" y="113"/>
                      </a:lnTo>
                      <a:lnTo>
                        <a:pt x="93" y="108"/>
                      </a:lnTo>
                      <a:lnTo>
                        <a:pt x="92" y="87"/>
                      </a:lnTo>
                      <a:lnTo>
                        <a:pt x="102" y="82"/>
                      </a:lnTo>
                      <a:lnTo>
                        <a:pt x="107" y="75"/>
                      </a:lnTo>
                      <a:lnTo>
                        <a:pt x="101" y="61"/>
                      </a:lnTo>
                      <a:lnTo>
                        <a:pt x="100" y="51"/>
                      </a:lnTo>
                      <a:lnTo>
                        <a:pt x="105" y="31"/>
                      </a:lnTo>
                      <a:lnTo>
                        <a:pt x="98" y="16"/>
                      </a:lnTo>
                      <a:lnTo>
                        <a:pt x="77" y="13"/>
                      </a:lnTo>
                      <a:lnTo>
                        <a:pt x="70" y="1"/>
                      </a:lnTo>
                      <a:lnTo>
                        <a:pt x="6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6" id="106"/>
                <p:cNvSpPr/>
                <p:nvPr/>
              </p:nvSpPr>
              <p:spPr>
                <a:xfrm>
                  <a:off x="2870" y="3336"/>
                  <a:ext cx="159" cy="23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1" h="212" stroke="true" fill="norm" extrusionOk="true">
                      <a:moveTo>
                        <a:pt x="1" y="6"/>
                      </a:moveTo>
                      <a:lnTo>
                        <a:pt x="15" y="0"/>
                      </a:lnTo>
                      <a:lnTo>
                        <a:pt x="31" y="7"/>
                      </a:lnTo>
                      <a:lnTo>
                        <a:pt x="56" y="9"/>
                      </a:lnTo>
                      <a:lnTo>
                        <a:pt x="93" y="8"/>
                      </a:lnTo>
                      <a:lnTo>
                        <a:pt x="98" y="16"/>
                      </a:lnTo>
                      <a:lnTo>
                        <a:pt x="129" y="20"/>
                      </a:lnTo>
                      <a:lnTo>
                        <a:pt x="140" y="22"/>
                      </a:lnTo>
                      <a:lnTo>
                        <a:pt x="133" y="35"/>
                      </a:lnTo>
                      <a:lnTo>
                        <a:pt x="132" y="87"/>
                      </a:lnTo>
                      <a:lnTo>
                        <a:pt x="126" y="91"/>
                      </a:lnTo>
                      <a:lnTo>
                        <a:pt x="118" y="95"/>
                      </a:lnTo>
                      <a:lnTo>
                        <a:pt x="119" y="146"/>
                      </a:lnTo>
                      <a:lnTo>
                        <a:pt x="115" y="202"/>
                      </a:lnTo>
                      <a:lnTo>
                        <a:pt x="107" y="211"/>
                      </a:lnTo>
                      <a:lnTo>
                        <a:pt x="87" y="208"/>
                      </a:lnTo>
                      <a:lnTo>
                        <a:pt x="81" y="197"/>
                      </a:lnTo>
                      <a:lnTo>
                        <a:pt x="77" y="202"/>
                      </a:lnTo>
                      <a:lnTo>
                        <a:pt x="67" y="203"/>
                      </a:lnTo>
                      <a:lnTo>
                        <a:pt x="63" y="190"/>
                      </a:lnTo>
                      <a:lnTo>
                        <a:pt x="55" y="181"/>
                      </a:lnTo>
                      <a:lnTo>
                        <a:pt x="45" y="179"/>
                      </a:lnTo>
                      <a:lnTo>
                        <a:pt x="46" y="160"/>
                      </a:lnTo>
                      <a:lnTo>
                        <a:pt x="42" y="138"/>
                      </a:lnTo>
                      <a:lnTo>
                        <a:pt x="41" y="123"/>
                      </a:lnTo>
                      <a:lnTo>
                        <a:pt x="40" y="103"/>
                      </a:lnTo>
                      <a:lnTo>
                        <a:pt x="35" y="89"/>
                      </a:lnTo>
                      <a:lnTo>
                        <a:pt x="30" y="78"/>
                      </a:lnTo>
                      <a:lnTo>
                        <a:pt x="25" y="68"/>
                      </a:lnTo>
                      <a:lnTo>
                        <a:pt x="16" y="50"/>
                      </a:lnTo>
                      <a:lnTo>
                        <a:pt x="11" y="40"/>
                      </a:lnTo>
                      <a:lnTo>
                        <a:pt x="0" y="25"/>
                      </a:lnTo>
                      <a:lnTo>
                        <a:pt x="1" y="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7" id="107"/>
                <p:cNvSpPr/>
                <p:nvPr/>
              </p:nvSpPr>
              <p:spPr>
                <a:xfrm>
                  <a:off x="3370" y="3240"/>
                  <a:ext cx="130" cy="26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6" h="238" stroke="true" fill="norm" extrusionOk="true">
                      <a:moveTo>
                        <a:pt x="88" y="3"/>
                      </a:moveTo>
                      <a:lnTo>
                        <a:pt x="87" y="23"/>
                      </a:lnTo>
                      <a:lnTo>
                        <a:pt x="81" y="26"/>
                      </a:lnTo>
                      <a:lnTo>
                        <a:pt x="79" y="41"/>
                      </a:lnTo>
                      <a:lnTo>
                        <a:pt x="70" y="41"/>
                      </a:lnTo>
                      <a:lnTo>
                        <a:pt x="66" y="47"/>
                      </a:lnTo>
                      <a:lnTo>
                        <a:pt x="64" y="55"/>
                      </a:lnTo>
                      <a:lnTo>
                        <a:pt x="56" y="62"/>
                      </a:lnTo>
                      <a:lnTo>
                        <a:pt x="53" y="70"/>
                      </a:lnTo>
                      <a:lnTo>
                        <a:pt x="48" y="69"/>
                      </a:lnTo>
                      <a:lnTo>
                        <a:pt x="46" y="61"/>
                      </a:lnTo>
                      <a:lnTo>
                        <a:pt x="37" y="61"/>
                      </a:lnTo>
                      <a:lnTo>
                        <a:pt x="35" y="67"/>
                      </a:lnTo>
                      <a:lnTo>
                        <a:pt x="26" y="71"/>
                      </a:lnTo>
                      <a:lnTo>
                        <a:pt x="23" y="84"/>
                      </a:lnTo>
                      <a:lnTo>
                        <a:pt x="17" y="85"/>
                      </a:lnTo>
                      <a:lnTo>
                        <a:pt x="20" y="127"/>
                      </a:lnTo>
                      <a:lnTo>
                        <a:pt x="24" y="128"/>
                      </a:lnTo>
                      <a:lnTo>
                        <a:pt x="26" y="139"/>
                      </a:lnTo>
                      <a:lnTo>
                        <a:pt x="20" y="143"/>
                      </a:lnTo>
                      <a:lnTo>
                        <a:pt x="17" y="157"/>
                      </a:lnTo>
                      <a:lnTo>
                        <a:pt x="10" y="160"/>
                      </a:lnTo>
                      <a:lnTo>
                        <a:pt x="9" y="167"/>
                      </a:lnTo>
                      <a:lnTo>
                        <a:pt x="0" y="170"/>
                      </a:lnTo>
                      <a:lnTo>
                        <a:pt x="1" y="189"/>
                      </a:lnTo>
                      <a:lnTo>
                        <a:pt x="11" y="189"/>
                      </a:lnTo>
                      <a:lnTo>
                        <a:pt x="11" y="228"/>
                      </a:lnTo>
                      <a:lnTo>
                        <a:pt x="20" y="228"/>
                      </a:lnTo>
                      <a:lnTo>
                        <a:pt x="26" y="234"/>
                      </a:lnTo>
                      <a:lnTo>
                        <a:pt x="33" y="237"/>
                      </a:lnTo>
                      <a:lnTo>
                        <a:pt x="42" y="228"/>
                      </a:lnTo>
                      <a:lnTo>
                        <a:pt x="52" y="227"/>
                      </a:lnTo>
                      <a:lnTo>
                        <a:pt x="59" y="222"/>
                      </a:lnTo>
                      <a:lnTo>
                        <a:pt x="66" y="217"/>
                      </a:lnTo>
                      <a:lnTo>
                        <a:pt x="70" y="198"/>
                      </a:lnTo>
                      <a:lnTo>
                        <a:pt x="78" y="195"/>
                      </a:lnTo>
                      <a:lnTo>
                        <a:pt x="78" y="170"/>
                      </a:lnTo>
                      <a:lnTo>
                        <a:pt x="83" y="167"/>
                      </a:lnTo>
                      <a:lnTo>
                        <a:pt x="82" y="132"/>
                      </a:lnTo>
                      <a:lnTo>
                        <a:pt x="92" y="125"/>
                      </a:lnTo>
                      <a:lnTo>
                        <a:pt x="98" y="119"/>
                      </a:lnTo>
                      <a:lnTo>
                        <a:pt x="98" y="91"/>
                      </a:lnTo>
                      <a:lnTo>
                        <a:pt x="106" y="86"/>
                      </a:lnTo>
                      <a:lnTo>
                        <a:pt x="107" y="64"/>
                      </a:lnTo>
                      <a:lnTo>
                        <a:pt x="114" y="64"/>
                      </a:lnTo>
                      <a:lnTo>
                        <a:pt x="115" y="28"/>
                      </a:lnTo>
                      <a:lnTo>
                        <a:pt x="106" y="23"/>
                      </a:lnTo>
                      <a:lnTo>
                        <a:pt x="105" y="6"/>
                      </a:lnTo>
                      <a:lnTo>
                        <a:pt x="96" y="0"/>
                      </a:lnTo>
                      <a:lnTo>
                        <a:pt x="88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8" id="108"/>
                <p:cNvSpPr/>
                <p:nvPr/>
              </p:nvSpPr>
              <p:spPr>
                <a:xfrm>
                  <a:off x="3002" y="3353"/>
                  <a:ext cx="155" cy="17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9" h="159" stroke="true" fill="norm" extrusionOk="true">
                      <a:moveTo>
                        <a:pt x="47" y="3"/>
                      </a:moveTo>
                      <a:lnTo>
                        <a:pt x="86" y="4"/>
                      </a:lnTo>
                      <a:lnTo>
                        <a:pt x="92" y="26"/>
                      </a:lnTo>
                      <a:lnTo>
                        <a:pt x="93" y="37"/>
                      </a:lnTo>
                      <a:lnTo>
                        <a:pt x="101" y="42"/>
                      </a:lnTo>
                      <a:lnTo>
                        <a:pt x="105" y="54"/>
                      </a:lnTo>
                      <a:lnTo>
                        <a:pt x="113" y="54"/>
                      </a:lnTo>
                      <a:lnTo>
                        <a:pt x="117" y="70"/>
                      </a:lnTo>
                      <a:lnTo>
                        <a:pt x="123" y="71"/>
                      </a:lnTo>
                      <a:lnTo>
                        <a:pt x="138" y="77"/>
                      </a:lnTo>
                      <a:lnTo>
                        <a:pt x="135" y="86"/>
                      </a:lnTo>
                      <a:lnTo>
                        <a:pt x="126" y="93"/>
                      </a:lnTo>
                      <a:lnTo>
                        <a:pt x="117" y="102"/>
                      </a:lnTo>
                      <a:lnTo>
                        <a:pt x="106" y="107"/>
                      </a:lnTo>
                      <a:lnTo>
                        <a:pt x="102" y="121"/>
                      </a:lnTo>
                      <a:lnTo>
                        <a:pt x="93" y="124"/>
                      </a:lnTo>
                      <a:lnTo>
                        <a:pt x="87" y="133"/>
                      </a:lnTo>
                      <a:lnTo>
                        <a:pt x="78" y="142"/>
                      </a:lnTo>
                      <a:lnTo>
                        <a:pt x="64" y="142"/>
                      </a:lnTo>
                      <a:lnTo>
                        <a:pt x="55" y="136"/>
                      </a:lnTo>
                      <a:lnTo>
                        <a:pt x="46" y="136"/>
                      </a:lnTo>
                      <a:lnTo>
                        <a:pt x="41" y="144"/>
                      </a:lnTo>
                      <a:lnTo>
                        <a:pt x="38" y="153"/>
                      </a:lnTo>
                      <a:lnTo>
                        <a:pt x="30" y="158"/>
                      </a:lnTo>
                      <a:lnTo>
                        <a:pt x="10" y="153"/>
                      </a:lnTo>
                      <a:lnTo>
                        <a:pt x="6" y="138"/>
                      </a:lnTo>
                      <a:lnTo>
                        <a:pt x="1" y="132"/>
                      </a:lnTo>
                      <a:lnTo>
                        <a:pt x="0" y="80"/>
                      </a:lnTo>
                      <a:lnTo>
                        <a:pt x="8" y="76"/>
                      </a:lnTo>
                      <a:lnTo>
                        <a:pt x="15" y="72"/>
                      </a:lnTo>
                      <a:lnTo>
                        <a:pt x="15" y="20"/>
                      </a:lnTo>
                      <a:lnTo>
                        <a:pt x="22" y="7"/>
                      </a:lnTo>
                      <a:lnTo>
                        <a:pt x="40" y="0"/>
                      </a:lnTo>
                      <a:lnTo>
                        <a:pt x="47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9" id="109"/>
                <p:cNvSpPr/>
                <p:nvPr/>
              </p:nvSpPr>
              <p:spPr>
                <a:xfrm>
                  <a:off x="4484" y="3212"/>
                  <a:ext cx="645" cy="55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75" h="491" stroke="true" fill="norm" extrusionOk="true">
                      <a:moveTo>
                        <a:pt x="293" y="20"/>
                      </a:moveTo>
                      <a:lnTo>
                        <a:pt x="296" y="33"/>
                      </a:lnTo>
                      <a:lnTo>
                        <a:pt x="269" y="37"/>
                      </a:lnTo>
                      <a:lnTo>
                        <a:pt x="258" y="51"/>
                      </a:lnTo>
                      <a:lnTo>
                        <a:pt x="256" y="59"/>
                      </a:lnTo>
                      <a:lnTo>
                        <a:pt x="254" y="74"/>
                      </a:lnTo>
                      <a:lnTo>
                        <a:pt x="237" y="78"/>
                      </a:lnTo>
                      <a:lnTo>
                        <a:pt x="230" y="66"/>
                      </a:lnTo>
                      <a:lnTo>
                        <a:pt x="221" y="55"/>
                      </a:lnTo>
                      <a:lnTo>
                        <a:pt x="199" y="60"/>
                      </a:lnTo>
                      <a:lnTo>
                        <a:pt x="195" y="74"/>
                      </a:lnTo>
                      <a:lnTo>
                        <a:pt x="184" y="85"/>
                      </a:lnTo>
                      <a:lnTo>
                        <a:pt x="171" y="91"/>
                      </a:lnTo>
                      <a:lnTo>
                        <a:pt x="164" y="102"/>
                      </a:lnTo>
                      <a:lnTo>
                        <a:pt x="164" y="113"/>
                      </a:lnTo>
                      <a:lnTo>
                        <a:pt x="156" y="113"/>
                      </a:lnTo>
                      <a:lnTo>
                        <a:pt x="149" y="102"/>
                      </a:lnTo>
                      <a:lnTo>
                        <a:pt x="145" y="127"/>
                      </a:lnTo>
                      <a:lnTo>
                        <a:pt x="124" y="153"/>
                      </a:lnTo>
                      <a:lnTo>
                        <a:pt x="104" y="161"/>
                      </a:lnTo>
                      <a:lnTo>
                        <a:pt x="53" y="176"/>
                      </a:lnTo>
                      <a:lnTo>
                        <a:pt x="31" y="199"/>
                      </a:lnTo>
                      <a:lnTo>
                        <a:pt x="6" y="201"/>
                      </a:lnTo>
                      <a:lnTo>
                        <a:pt x="9" y="248"/>
                      </a:lnTo>
                      <a:lnTo>
                        <a:pt x="20" y="255"/>
                      </a:lnTo>
                      <a:lnTo>
                        <a:pt x="17" y="265"/>
                      </a:lnTo>
                      <a:lnTo>
                        <a:pt x="2" y="255"/>
                      </a:lnTo>
                      <a:lnTo>
                        <a:pt x="0" y="270"/>
                      </a:lnTo>
                      <a:lnTo>
                        <a:pt x="8" y="296"/>
                      </a:lnTo>
                      <a:lnTo>
                        <a:pt x="17" y="312"/>
                      </a:lnTo>
                      <a:lnTo>
                        <a:pt x="17" y="331"/>
                      </a:lnTo>
                      <a:lnTo>
                        <a:pt x="17" y="344"/>
                      </a:lnTo>
                      <a:lnTo>
                        <a:pt x="24" y="349"/>
                      </a:lnTo>
                      <a:lnTo>
                        <a:pt x="25" y="377"/>
                      </a:lnTo>
                      <a:lnTo>
                        <a:pt x="17" y="378"/>
                      </a:lnTo>
                      <a:lnTo>
                        <a:pt x="12" y="389"/>
                      </a:lnTo>
                      <a:lnTo>
                        <a:pt x="6" y="398"/>
                      </a:lnTo>
                      <a:lnTo>
                        <a:pt x="35" y="424"/>
                      </a:lnTo>
                      <a:lnTo>
                        <a:pt x="47" y="427"/>
                      </a:lnTo>
                      <a:lnTo>
                        <a:pt x="53" y="420"/>
                      </a:lnTo>
                      <a:lnTo>
                        <a:pt x="59" y="409"/>
                      </a:lnTo>
                      <a:lnTo>
                        <a:pt x="83" y="412"/>
                      </a:lnTo>
                      <a:lnTo>
                        <a:pt x="133" y="405"/>
                      </a:lnTo>
                      <a:lnTo>
                        <a:pt x="142" y="391"/>
                      </a:lnTo>
                      <a:lnTo>
                        <a:pt x="158" y="380"/>
                      </a:lnTo>
                      <a:lnTo>
                        <a:pt x="204" y="375"/>
                      </a:lnTo>
                      <a:lnTo>
                        <a:pt x="213" y="366"/>
                      </a:lnTo>
                      <a:lnTo>
                        <a:pt x="231" y="365"/>
                      </a:lnTo>
                      <a:lnTo>
                        <a:pt x="244" y="361"/>
                      </a:lnTo>
                      <a:lnTo>
                        <a:pt x="245" y="369"/>
                      </a:lnTo>
                      <a:lnTo>
                        <a:pt x="267" y="371"/>
                      </a:lnTo>
                      <a:lnTo>
                        <a:pt x="278" y="383"/>
                      </a:lnTo>
                      <a:lnTo>
                        <a:pt x="289" y="399"/>
                      </a:lnTo>
                      <a:lnTo>
                        <a:pt x="290" y="418"/>
                      </a:lnTo>
                      <a:lnTo>
                        <a:pt x="299" y="416"/>
                      </a:lnTo>
                      <a:lnTo>
                        <a:pt x="310" y="409"/>
                      </a:lnTo>
                      <a:lnTo>
                        <a:pt x="322" y="397"/>
                      </a:lnTo>
                      <a:lnTo>
                        <a:pt x="330" y="383"/>
                      </a:lnTo>
                      <a:lnTo>
                        <a:pt x="332" y="394"/>
                      </a:lnTo>
                      <a:lnTo>
                        <a:pt x="326" y="409"/>
                      </a:lnTo>
                      <a:lnTo>
                        <a:pt x="318" y="420"/>
                      </a:lnTo>
                      <a:lnTo>
                        <a:pt x="328" y="422"/>
                      </a:lnTo>
                      <a:lnTo>
                        <a:pt x="332" y="412"/>
                      </a:lnTo>
                      <a:lnTo>
                        <a:pt x="337" y="405"/>
                      </a:lnTo>
                      <a:lnTo>
                        <a:pt x="337" y="412"/>
                      </a:lnTo>
                      <a:lnTo>
                        <a:pt x="339" y="422"/>
                      </a:lnTo>
                      <a:lnTo>
                        <a:pt x="348" y="431"/>
                      </a:lnTo>
                      <a:lnTo>
                        <a:pt x="349" y="442"/>
                      </a:lnTo>
                      <a:lnTo>
                        <a:pt x="344" y="456"/>
                      </a:lnTo>
                      <a:lnTo>
                        <a:pt x="358" y="471"/>
                      </a:lnTo>
                      <a:lnTo>
                        <a:pt x="389" y="482"/>
                      </a:lnTo>
                      <a:lnTo>
                        <a:pt x="425" y="490"/>
                      </a:lnTo>
                      <a:lnTo>
                        <a:pt x="450" y="481"/>
                      </a:lnTo>
                      <a:lnTo>
                        <a:pt x="491" y="460"/>
                      </a:lnTo>
                      <a:lnTo>
                        <a:pt x="503" y="429"/>
                      </a:lnTo>
                      <a:lnTo>
                        <a:pt x="521" y="415"/>
                      </a:lnTo>
                      <a:lnTo>
                        <a:pt x="534" y="388"/>
                      </a:lnTo>
                      <a:lnTo>
                        <a:pt x="558" y="366"/>
                      </a:lnTo>
                      <a:lnTo>
                        <a:pt x="565" y="355"/>
                      </a:lnTo>
                      <a:lnTo>
                        <a:pt x="565" y="316"/>
                      </a:lnTo>
                      <a:lnTo>
                        <a:pt x="574" y="263"/>
                      </a:lnTo>
                      <a:lnTo>
                        <a:pt x="572" y="251"/>
                      </a:lnTo>
                      <a:lnTo>
                        <a:pt x="555" y="228"/>
                      </a:lnTo>
                      <a:lnTo>
                        <a:pt x="546" y="201"/>
                      </a:lnTo>
                      <a:lnTo>
                        <a:pt x="527" y="191"/>
                      </a:lnTo>
                      <a:lnTo>
                        <a:pt x="523" y="165"/>
                      </a:lnTo>
                      <a:lnTo>
                        <a:pt x="494" y="150"/>
                      </a:lnTo>
                      <a:lnTo>
                        <a:pt x="493" y="117"/>
                      </a:lnTo>
                      <a:lnTo>
                        <a:pt x="483" y="80"/>
                      </a:lnTo>
                      <a:lnTo>
                        <a:pt x="465" y="60"/>
                      </a:lnTo>
                      <a:lnTo>
                        <a:pt x="455" y="33"/>
                      </a:lnTo>
                      <a:lnTo>
                        <a:pt x="463" y="19"/>
                      </a:lnTo>
                      <a:lnTo>
                        <a:pt x="448" y="0"/>
                      </a:lnTo>
                      <a:lnTo>
                        <a:pt x="437" y="19"/>
                      </a:lnTo>
                      <a:lnTo>
                        <a:pt x="429" y="30"/>
                      </a:lnTo>
                      <a:lnTo>
                        <a:pt x="430" y="89"/>
                      </a:lnTo>
                      <a:lnTo>
                        <a:pt x="421" y="104"/>
                      </a:lnTo>
                      <a:lnTo>
                        <a:pt x="416" y="113"/>
                      </a:lnTo>
                      <a:lnTo>
                        <a:pt x="399" y="113"/>
                      </a:lnTo>
                      <a:lnTo>
                        <a:pt x="384" y="100"/>
                      </a:lnTo>
                      <a:lnTo>
                        <a:pt x="365" y="93"/>
                      </a:lnTo>
                      <a:lnTo>
                        <a:pt x="353" y="81"/>
                      </a:lnTo>
                      <a:lnTo>
                        <a:pt x="342" y="77"/>
                      </a:lnTo>
                      <a:lnTo>
                        <a:pt x="348" y="62"/>
                      </a:lnTo>
                      <a:lnTo>
                        <a:pt x="351" y="49"/>
                      </a:lnTo>
                      <a:lnTo>
                        <a:pt x="360" y="46"/>
                      </a:lnTo>
                      <a:lnTo>
                        <a:pt x="366" y="28"/>
                      </a:lnTo>
                      <a:lnTo>
                        <a:pt x="347" y="25"/>
                      </a:lnTo>
                      <a:lnTo>
                        <a:pt x="328" y="23"/>
                      </a:lnTo>
                      <a:lnTo>
                        <a:pt x="307" y="12"/>
                      </a:lnTo>
                      <a:lnTo>
                        <a:pt x="284" y="9"/>
                      </a:lnTo>
                      <a:lnTo>
                        <a:pt x="282" y="15"/>
                      </a:lnTo>
                      <a:lnTo>
                        <a:pt x="293" y="2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0" id="110"/>
                <p:cNvSpPr/>
                <p:nvPr/>
              </p:nvSpPr>
              <p:spPr>
                <a:xfrm>
                  <a:off x="4936" y="3805"/>
                  <a:ext cx="57" cy="6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2" h="53" stroke="true" fill="norm" extrusionOk="true">
                      <a:moveTo>
                        <a:pt x="3" y="0"/>
                      </a:moveTo>
                      <a:lnTo>
                        <a:pt x="22" y="4"/>
                      </a:lnTo>
                      <a:lnTo>
                        <a:pt x="51" y="4"/>
                      </a:lnTo>
                      <a:lnTo>
                        <a:pt x="49" y="21"/>
                      </a:lnTo>
                      <a:lnTo>
                        <a:pt x="40" y="34"/>
                      </a:lnTo>
                      <a:lnTo>
                        <a:pt x="38" y="47"/>
                      </a:lnTo>
                      <a:lnTo>
                        <a:pt x="22" y="50"/>
                      </a:lnTo>
                      <a:lnTo>
                        <a:pt x="11" y="52"/>
                      </a:lnTo>
                      <a:lnTo>
                        <a:pt x="0" y="45"/>
                      </a:lnTo>
                      <a:lnTo>
                        <a:pt x="3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1" id="111"/>
                <p:cNvSpPr/>
                <p:nvPr/>
              </p:nvSpPr>
              <p:spPr>
                <a:xfrm>
                  <a:off x="5317" y="3404"/>
                  <a:ext cx="41" cy="3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7" h="29" stroke="true" fill="norm" extrusionOk="true">
                      <a:moveTo>
                        <a:pt x="11" y="0"/>
                      </a:moveTo>
                      <a:lnTo>
                        <a:pt x="0" y="5"/>
                      </a:lnTo>
                      <a:lnTo>
                        <a:pt x="8" y="13"/>
                      </a:lnTo>
                      <a:lnTo>
                        <a:pt x="18" y="22"/>
                      </a:lnTo>
                      <a:lnTo>
                        <a:pt x="32" y="28"/>
                      </a:lnTo>
                      <a:lnTo>
                        <a:pt x="36" y="20"/>
                      </a:lnTo>
                      <a:lnTo>
                        <a:pt x="26" y="5"/>
                      </a:lnTo>
                      <a:lnTo>
                        <a:pt x="1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2" id="112"/>
                <p:cNvSpPr/>
                <p:nvPr/>
              </p:nvSpPr>
              <p:spPr>
                <a:xfrm>
                  <a:off x="5133" y="3047"/>
                  <a:ext cx="32" cy="4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" h="42" stroke="true" fill="norm" extrusionOk="true">
                      <a:moveTo>
                        <a:pt x="0" y="0"/>
                      </a:moveTo>
                      <a:lnTo>
                        <a:pt x="10" y="20"/>
                      </a:lnTo>
                      <a:lnTo>
                        <a:pt x="23" y="41"/>
                      </a:lnTo>
                      <a:lnTo>
                        <a:pt x="27" y="1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3" id="113"/>
                <p:cNvSpPr/>
                <p:nvPr/>
              </p:nvSpPr>
              <p:spPr>
                <a:xfrm>
                  <a:off x="4985" y="3073"/>
                  <a:ext cx="135" cy="14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9" h="125" stroke="true" fill="norm" extrusionOk="true">
                      <a:moveTo>
                        <a:pt x="19" y="74"/>
                      </a:moveTo>
                      <a:lnTo>
                        <a:pt x="0" y="0"/>
                      </a:lnTo>
                      <a:lnTo>
                        <a:pt x="16" y="6"/>
                      </a:lnTo>
                      <a:lnTo>
                        <a:pt x="40" y="5"/>
                      </a:lnTo>
                      <a:lnTo>
                        <a:pt x="40" y="25"/>
                      </a:lnTo>
                      <a:lnTo>
                        <a:pt x="55" y="30"/>
                      </a:lnTo>
                      <a:lnTo>
                        <a:pt x="59" y="40"/>
                      </a:lnTo>
                      <a:lnTo>
                        <a:pt x="70" y="51"/>
                      </a:lnTo>
                      <a:lnTo>
                        <a:pt x="78" y="59"/>
                      </a:lnTo>
                      <a:lnTo>
                        <a:pt x="76" y="76"/>
                      </a:lnTo>
                      <a:lnTo>
                        <a:pt x="87" y="95"/>
                      </a:lnTo>
                      <a:lnTo>
                        <a:pt x="107" y="101"/>
                      </a:lnTo>
                      <a:lnTo>
                        <a:pt x="118" y="120"/>
                      </a:lnTo>
                      <a:lnTo>
                        <a:pt x="116" y="120"/>
                      </a:lnTo>
                      <a:lnTo>
                        <a:pt x="115" y="121"/>
                      </a:lnTo>
                      <a:lnTo>
                        <a:pt x="113" y="121"/>
                      </a:lnTo>
                      <a:lnTo>
                        <a:pt x="110" y="121"/>
                      </a:lnTo>
                      <a:lnTo>
                        <a:pt x="108" y="122"/>
                      </a:lnTo>
                      <a:lnTo>
                        <a:pt x="106" y="123"/>
                      </a:lnTo>
                      <a:lnTo>
                        <a:pt x="103" y="123"/>
                      </a:lnTo>
                      <a:lnTo>
                        <a:pt x="101" y="124"/>
                      </a:lnTo>
                      <a:lnTo>
                        <a:pt x="99" y="124"/>
                      </a:lnTo>
                      <a:lnTo>
                        <a:pt x="97" y="124"/>
                      </a:lnTo>
                      <a:lnTo>
                        <a:pt x="96" y="124"/>
                      </a:lnTo>
                      <a:lnTo>
                        <a:pt x="95" y="122"/>
                      </a:lnTo>
                      <a:lnTo>
                        <a:pt x="93" y="121"/>
                      </a:lnTo>
                      <a:lnTo>
                        <a:pt x="91" y="121"/>
                      </a:lnTo>
                      <a:lnTo>
                        <a:pt x="88" y="121"/>
                      </a:lnTo>
                      <a:lnTo>
                        <a:pt x="86" y="120"/>
                      </a:lnTo>
                      <a:lnTo>
                        <a:pt x="83" y="119"/>
                      </a:lnTo>
                      <a:lnTo>
                        <a:pt x="81" y="118"/>
                      </a:lnTo>
                      <a:lnTo>
                        <a:pt x="78" y="117"/>
                      </a:lnTo>
                      <a:lnTo>
                        <a:pt x="76" y="117"/>
                      </a:lnTo>
                      <a:lnTo>
                        <a:pt x="75" y="117"/>
                      </a:lnTo>
                      <a:lnTo>
                        <a:pt x="74" y="117"/>
                      </a:lnTo>
                      <a:lnTo>
                        <a:pt x="55" y="97"/>
                      </a:lnTo>
                      <a:lnTo>
                        <a:pt x="41" y="78"/>
                      </a:lnTo>
                      <a:lnTo>
                        <a:pt x="19" y="7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4" id="114"/>
                <p:cNvSpPr/>
                <p:nvPr/>
              </p:nvSpPr>
              <p:spPr>
                <a:xfrm>
                  <a:off x="5094" y="3099"/>
                  <a:ext cx="46" cy="3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33" stroke="true" fill="norm" extrusionOk="true">
                      <a:moveTo>
                        <a:pt x="2" y="16"/>
                      </a:moveTo>
                      <a:lnTo>
                        <a:pt x="0" y="28"/>
                      </a:lnTo>
                      <a:lnTo>
                        <a:pt x="16" y="32"/>
                      </a:lnTo>
                      <a:lnTo>
                        <a:pt x="32" y="22"/>
                      </a:lnTo>
                      <a:lnTo>
                        <a:pt x="40" y="11"/>
                      </a:lnTo>
                      <a:lnTo>
                        <a:pt x="38" y="0"/>
                      </a:lnTo>
                      <a:lnTo>
                        <a:pt x="26" y="1"/>
                      </a:lnTo>
                      <a:lnTo>
                        <a:pt x="24" y="11"/>
                      </a:lnTo>
                      <a:lnTo>
                        <a:pt x="2" y="1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5" id="115"/>
                <p:cNvSpPr/>
                <p:nvPr/>
              </p:nvSpPr>
              <p:spPr>
                <a:xfrm>
                  <a:off x="5169" y="3109"/>
                  <a:ext cx="23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1" h="16" stroke="true" fill="norm" extrusionOk="true">
                      <a:moveTo>
                        <a:pt x="10" y="15"/>
                      </a:moveTo>
                      <a:lnTo>
                        <a:pt x="11" y="14"/>
                      </a:lnTo>
                      <a:lnTo>
                        <a:pt x="13" y="14"/>
                      </a:lnTo>
                      <a:lnTo>
                        <a:pt x="15" y="13"/>
                      </a:lnTo>
                      <a:lnTo>
                        <a:pt x="16" y="13"/>
                      </a:lnTo>
                      <a:lnTo>
                        <a:pt x="17" y="12"/>
                      </a:lnTo>
                      <a:lnTo>
                        <a:pt x="18" y="11"/>
                      </a:lnTo>
                      <a:lnTo>
                        <a:pt x="19" y="11"/>
                      </a:lnTo>
                      <a:lnTo>
                        <a:pt x="20" y="9"/>
                      </a:lnTo>
                      <a:lnTo>
                        <a:pt x="20" y="8"/>
                      </a:lnTo>
                      <a:lnTo>
                        <a:pt x="20" y="7"/>
                      </a:lnTo>
                      <a:lnTo>
                        <a:pt x="20" y="6"/>
                      </a:lnTo>
                      <a:lnTo>
                        <a:pt x="20" y="5"/>
                      </a:lnTo>
                      <a:lnTo>
                        <a:pt x="19" y="4"/>
                      </a:lnTo>
                      <a:lnTo>
                        <a:pt x="18" y="4"/>
                      </a:lnTo>
                      <a:lnTo>
                        <a:pt x="18" y="3"/>
                      </a:lnTo>
                      <a:lnTo>
                        <a:pt x="17" y="2"/>
                      </a:lnTo>
                      <a:lnTo>
                        <a:pt x="16" y="1"/>
                      </a:lnTo>
                      <a:lnTo>
                        <a:pt x="15" y="1"/>
                      </a:lnTo>
                      <a:lnTo>
                        <a:pt x="13" y="0"/>
                      </a:lnTo>
                      <a:lnTo>
                        <a:pt x="11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3" y="1"/>
                      </a:lnTo>
                      <a:lnTo>
                        <a:pt x="3" y="2"/>
                      </a:lnTo>
                      <a:lnTo>
                        <a:pt x="2" y="3"/>
                      </a:lnTo>
                      <a:lnTo>
                        <a:pt x="1" y="4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7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2" y="11"/>
                      </a:lnTo>
                      <a:lnTo>
                        <a:pt x="3" y="12"/>
                      </a:lnTo>
                      <a:lnTo>
                        <a:pt x="3" y="13"/>
                      </a:lnTo>
                      <a:lnTo>
                        <a:pt x="5" y="13"/>
                      </a:lnTo>
                      <a:lnTo>
                        <a:pt x="5" y="14"/>
                      </a:lnTo>
                      <a:lnTo>
                        <a:pt x="7" y="14"/>
                      </a:lnTo>
                      <a:lnTo>
                        <a:pt x="8" y="14"/>
                      </a:lnTo>
                      <a:lnTo>
                        <a:pt x="10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6" id="116"/>
                <p:cNvSpPr/>
                <p:nvPr/>
              </p:nvSpPr>
              <p:spPr>
                <a:xfrm>
                  <a:off x="4746" y="3048"/>
                  <a:ext cx="21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" h="15" stroke="true" fill="norm" extrusionOk="true">
                      <a:moveTo>
                        <a:pt x="9" y="14"/>
                      </a:moveTo>
                      <a:lnTo>
                        <a:pt x="8" y="14"/>
                      </a:lnTo>
                      <a:lnTo>
                        <a:pt x="6" y="14"/>
                      </a:lnTo>
                      <a:lnTo>
                        <a:pt x="5" y="14"/>
                      </a:lnTo>
                      <a:lnTo>
                        <a:pt x="4" y="14"/>
                      </a:lnTo>
                      <a:lnTo>
                        <a:pt x="3" y="12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2" y="3"/>
                      </a:lnTo>
                      <a:lnTo>
                        <a:pt x="3" y="3"/>
                      </a:lnTo>
                      <a:lnTo>
                        <a:pt x="4" y="1"/>
                      </a:lnTo>
                      <a:lnTo>
                        <a:pt x="5" y="1"/>
                      </a:lnTo>
                      <a:lnTo>
                        <a:pt x="6" y="1"/>
                      </a:lnTo>
                      <a:lnTo>
                        <a:pt x="8" y="1"/>
                      </a:lnTo>
                      <a:lnTo>
                        <a:pt x="9" y="0"/>
                      </a:lnTo>
                      <a:lnTo>
                        <a:pt x="9" y="1"/>
                      </a:lnTo>
                      <a:lnTo>
                        <a:pt x="11" y="1"/>
                      </a:lnTo>
                      <a:lnTo>
                        <a:pt x="13" y="1"/>
                      </a:lnTo>
                      <a:lnTo>
                        <a:pt x="14" y="3"/>
                      </a:lnTo>
                      <a:lnTo>
                        <a:pt x="15" y="3"/>
                      </a:lnTo>
                      <a:lnTo>
                        <a:pt x="15" y="4"/>
                      </a:lnTo>
                      <a:lnTo>
                        <a:pt x="16" y="4"/>
                      </a:lnTo>
                      <a:lnTo>
                        <a:pt x="17" y="6"/>
                      </a:lnTo>
                      <a:lnTo>
                        <a:pt x="17" y="7"/>
                      </a:lnTo>
                      <a:lnTo>
                        <a:pt x="18" y="7"/>
                      </a:lnTo>
                      <a:lnTo>
                        <a:pt x="17" y="9"/>
                      </a:lnTo>
                      <a:lnTo>
                        <a:pt x="17" y="11"/>
                      </a:lnTo>
                      <a:lnTo>
                        <a:pt x="16" y="11"/>
                      </a:lnTo>
                      <a:lnTo>
                        <a:pt x="16" y="12"/>
                      </a:lnTo>
                      <a:lnTo>
                        <a:pt x="15" y="12"/>
                      </a:lnTo>
                      <a:lnTo>
                        <a:pt x="14" y="12"/>
                      </a:lnTo>
                      <a:lnTo>
                        <a:pt x="13" y="14"/>
                      </a:lnTo>
                      <a:lnTo>
                        <a:pt x="11" y="14"/>
                      </a:lnTo>
                      <a:lnTo>
                        <a:pt x="9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7" id="117"/>
                <p:cNvSpPr/>
                <p:nvPr/>
              </p:nvSpPr>
              <p:spPr>
                <a:xfrm>
                  <a:off x="4392" y="3127"/>
                  <a:ext cx="153" cy="5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5" h="46" stroke="true" fill="norm" extrusionOk="true">
                      <a:moveTo>
                        <a:pt x="19" y="2"/>
                      </a:moveTo>
                      <a:lnTo>
                        <a:pt x="8" y="7"/>
                      </a:lnTo>
                      <a:lnTo>
                        <a:pt x="0" y="17"/>
                      </a:lnTo>
                      <a:lnTo>
                        <a:pt x="8" y="31"/>
                      </a:lnTo>
                      <a:lnTo>
                        <a:pt x="35" y="31"/>
                      </a:lnTo>
                      <a:lnTo>
                        <a:pt x="45" y="36"/>
                      </a:lnTo>
                      <a:lnTo>
                        <a:pt x="68" y="36"/>
                      </a:lnTo>
                      <a:lnTo>
                        <a:pt x="70" y="45"/>
                      </a:lnTo>
                      <a:lnTo>
                        <a:pt x="112" y="45"/>
                      </a:lnTo>
                      <a:lnTo>
                        <a:pt x="123" y="45"/>
                      </a:lnTo>
                      <a:lnTo>
                        <a:pt x="133" y="45"/>
                      </a:lnTo>
                      <a:lnTo>
                        <a:pt x="134" y="34"/>
                      </a:lnTo>
                      <a:lnTo>
                        <a:pt x="121" y="28"/>
                      </a:lnTo>
                      <a:lnTo>
                        <a:pt x="123" y="17"/>
                      </a:lnTo>
                      <a:lnTo>
                        <a:pt x="110" y="18"/>
                      </a:lnTo>
                      <a:lnTo>
                        <a:pt x="94" y="17"/>
                      </a:lnTo>
                      <a:lnTo>
                        <a:pt x="82" y="9"/>
                      </a:lnTo>
                      <a:lnTo>
                        <a:pt x="61" y="8"/>
                      </a:lnTo>
                      <a:lnTo>
                        <a:pt x="40" y="0"/>
                      </a:lnTo>
                      <a:lnTo>
                        <a:pt x="19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8" id="118"/>
                <p:cNvSpPr/>
                <p:nvPr/>
              </p:nvSpPr>
              <p:spPr>
                <a:xfrm>
                  <a:off x="4573" y="3173"/>
                  <a:ext cx="17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13" stroke="true" fill="norm" extrusionOk="true">
                      <a:moveTo>
                        <a:pt x="7" y="12"/>
                      </a:moveTo>
                      <a:lnTo>
                        <a:pt x="4" y="11"/>
                      </a:lnTo>
                      <a:lnTo>
                        <a:pt x="2" y="11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7" y="0"/>
                      </a:lnTo>
                      <a:lnTo>
                        <a:pt x="9" y="0"/>
                      </a:lnTo>
                      <a:lnTo>
                        <a:pt x="11" y="1"/>
                      </a:lnTo>
                      <a:lnTo>
                        <a:pt x="11" y="2"/>
                      </a:lnTo>
                      <a:lnTo>
                        <a:pt x="11" y="3"/>
                      </a:lnTo>
                      <a:lnTo>
                        <a:pt x="11" y="4"/>
                      </a:lnTo>
                      <a:lnTo>
                        <a:pt x="14" y="5"/>
                      </a:lnTo>
                      <a:lnTo>
                        <a:pt x="11" y="5"/>
                      </a:lnTo>
                      <a:lnTo>
                        <a:pt x="11" y="6"/>
                      </a:lnTo>
                      <a:lnTo>
                        <a:pt x="11" y="8"/>
                      </a:lnTo>
                      <a:lnTo>
                        <a:pt x="11" y="10"/>
                      </a:lnTo>
                      <a:lnTo>
                        <a:pt x="9" y="11"/>
                      </a:lnTo>
                      <a:lnTo>
                        <a:pt x="7" y="11"/>
                      </a:lnTo>
                      <a:lnTo>
                        <a:pt x="7" y="1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9" id="119"/>
                <p:cNvSpPr/>
                <p:nvPr/>
              </p:nvSpPr>
              <p:spPr>
                <a:xfrm>
                  <a:off x="4628" y="3175"/>
                  <a:ext cx="37" cy="1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3" h="15" stroke="true" fill="norm" extrusionOk="true">
                      <a:moveTo>
                        <a:pt x="0" y="2"/>
                      </a:moveTo>
                      <a:lnTo>
                        <a:pt x="17" y="0"/>
                      </a:lnTo>
                      <a:lnTo>
                        <a:pt x="32" y="6"/>
                      </a:lnTo>
                      <a:lnTo>
                        <a:pt x="21" y="14"/>
                      </a:lnTo>
                      <a:lnTo>
                        <a:pt x="3" y="11"/>
                      </a:lnTo>
                      <a:lnTo>
                        <a:pt x="0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0" id="120"/>
                <p:cNvSpPr/>
                <p:nvPr/>
              </p:nvSpPr>
              <p:spPr>
                <a:xfrm>
                  <a:off x="4676" y="3196"/>
                  <a:ext cx="20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" h="15" stroke="true" fill="norm" extrusionOk="true">
                      <a:moveTo>
                        <a:pt x="16" y="0"/>
                      </a:moveTo>
                      <a:lnTo>
                        <a:pt x="6" y="2"/>
                      </a:ln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16" y="5"/>
                      </a:lnTo>
                      <a:lnTo>
                        <a:pt x="16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1" id="121"/>
                <p:cNvSpPr/>
                <p:nvPr/>
              </p:nvSpPr>
              <p:spPr>
                <a:xfrm>
                  <a:off x="4601" y="2987"/>
                  <a:ext cx="108" cy="14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7" h="124" stroke="true" fill="norm" extrusionOk="true">
                      <a:moveTo>
                        <a:pt x="24" y="17"/>
                      </a:moveTo>
                      <a:lnTo>
                        <a:pt x="21" y="36"/>
                      </a:lnTo>
                      <a:lnTo>
                        <a:pt x="14" y="46"/>
                      </a:lnTo>
                      <a:lnTo>
                        <a:pt x="11" y="60"/>
                      </a:lnTo>
                      <a:lnTo>
                        <a:pt x="0" y="68"/>
                      </a:lnTo>
                      <a:lnTo>
                        <a:pt x="0" y="94"/>
                      </a:lnTo>
                      <a:lnTo>
                        <a:pt x="13" y="100"/>
                      </a:lnTo>
                      <a:lnTo>
                        <a:pt x="15" y="118"/>
                      </a:lnTo>
                      <a:lnTo>
                        <a:pt x="27" y="120"/>
                      </a:lnTo>
                      <a:lnTo>
                        <a:pt x="32" y="92"/>
                      </a:lnTo>
                      <a:lnTo>
                        <a:pt x="42" y="89"/>
                      </a:lnTo>
                      <a:lnTo>
                        <a:pt x="42" y="112"/>
                      </a:lnTo>
                      <a:lnTo>
                        <a:pt x="53" y="115"/>
                      </a:lnTo>
                      <a:lnTo>
                        <a:pt x="56" y="123"/>
                      </a:lnTo>
                      <a:lnTo>
                        <a:pt x="69" y="120"/>
                      </a:lnTo>
                      <a:lnTo>
                        <a:pt x="68" y="104"/>
                      </a:lnTo>
                      <a:lnTo>
                        <a:pt x="49" y="72"/>
                      </a:lnTo>
                      <a:lnTo>
                        <a:pt x="59" y="64"/>
                      </a:lnTo>
                      <a:lnTo>
                        <a:pt x="68" y="48"/>
                      </a:lnTo>
                      <a:lnTo>
                        <a:pt x="61" y="42"/>
                      </a:lnTo>
                      <a:lnTo>
                        <a:pt x="51" y="47"/>
                      </a:lnTo>
                      <a:lnTo>
                        <a:pt x="42" y="52"/>
                      </a:lnTo>
                      <a:lnTo>
                        <a:pt x="35" y="33"/>
                      </a:lnTo>
                      <a:lnTo>
                        <a:pt x="32" y="15"/>
                      </a:lnTo>
                      <a:lnTo>
                        <a:pt x="40" y="18"/>
                      </a:lnTo>
                      <a:lnTo>
                        <a:pt x="49" y="25"/>
                      </a:lnTo>
                      <a:lnTo>
                        <a:pt x="64" y="21"/>
                      </a:lnTo>
                      <a:lnTo>
                        <a:pt x="71" y="26"/>
                      </a:lnTo>
                      <a:lnTo>
                        <a:pt x="88" y="21"/>
                      </a:lnTo>
                      <a:lnTo>
                        <a:pt x="96" y="17"/>
                      </a:lnTo>
                      <a:lnTo>
                        <a:pt x="93" y="0"/>
                      </a:lnTo>
                      <a:lnTo>
                        <a:pt x="83" y="0"/>
                      </a:lnTo>
                      <a:lnTo>
                        <a:pt x="77" y="12"/>
                      </a:lnTo>
                      <a:lnTo>
                        <a:pt x="45" y="9"/>
                      </a:lnTo>
                      <a:lnTo>
                        <a:pt x="26" y="10"/>
                      </a:lnTo>
                      <a:lnTo>
                        <a:pt x="24" y="1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2" id="122"/>
                <p:cNvSpPr/>
                <p:nvPr/>
              </p:nvSpPr>
              <p:spPr>
                <a:xfrm>
                  <a:off x="4325" y="2752"/>
                  <a:ext cx="92" cy="8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3" h="71" stroke="true" fill="norm" extrusionOk="true">
                      <a:moveTo>
                        <a:pt x="34" y="60"/>
                      </a:moveTo>
                      <a:lnTo>
                        <a:pt x="15" y="64"/>
                      </a:lnTo>
                      <a:lnTo>
                        <a:pt x="13" y="41"/>
                      </a:lnTo>
                      <a:lnTo>
                        <a:pt x="0" y="30"/>
                      </a:lnTo>
                      <a:lnTo>
                        <a:pt x="6" y="13"/>
                      </a:lnTo>
                      <a:lnTo>
                        <a:pt x="21" y="0"/>
                      </a:lnTo>
                      <a:lnTo>
                        <a:pt x="34" y="8"/>
                      </a:lnTo>
                      <a:lnTo>
                        <a:pt x="50" y="6"/>
                      </a:lnTo>
                      <a:lnTo>
                        <a:pt x="60" y="17"/>
                      </a:lnTo>
                      <a:lnTo>
                        <a:pt x="74" y="6"/>
                      </a:lnTo>
                      <a:lnTo>
                        <a:pt x="80" y="11"/>
                      </a:lnTo>
                      <a:lnTo>
                        <a:pt x="82" y="38"/>
                      </a:lnTo>
                      <a:lnTo>
                        <a:pt x="73" y="46"/>
                      </a:lnTo>
                      <a:lnTo>
                        <a:pt x="58" y="60"/>
                      </a:lnTo>
                      <a:lnTo>
                        <a:pt x="44" y="70"/>
                      </a:lnTo>
                      <a:lnTo>
                        <a:pt x="34" y="6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3" id="123"/>
                <p:cNvSpPr/>
                <p:nvPr/>
              </p:nvSpPr>
              <p:spPr>
                <a:xfrm>
                  <a:off x="4288" y="2603"/>
                  <a:ext cx="119" cy="17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6" h="152" stroke="true" fill="norm" extrusionOk="true">
                      <a:moveTo>
                        <a:pt x="0" y="23"/>
                      </a:moveTo>
                      <a:lnTo>
                        <a:pt x="3" y="36"/>
                      </a:lnTo>
                      <a:lnTo>
                        <a:pt x="6" y="50"/>
                      </a:lnTo>
                      <a:lnTo>
                        <a:pt x="13" y="57"/>
                      </a:lnTo>
                      <a:lnTo>
                        <a:pt x="24" y="61"/>
                      </a:lnTo>
                      <a:lnTo>
                        <a:pt x="38" y="81"/>
                      </a:lnTo>
                      <a:lnTo>
                        <a:pt x="50" y="71"/>
                      </a:lnTo>
                      <a:lnTo>
                        <a:pt x="60" y="84"/>
                      </a:lnTo>
                      <a:lnTo>
                        <a:pt x="68" y="103"/>
                      </a:lnTo>
                      <a:lnTo>
                        <a:pt x="73" y="114"/>
                      </a:lnTo>
                      <a:lnTo>
                        <a:pt x="81" y="116"/>
                      </a:lnTo>
                      <a:lnTo>
                        <a:pt x="81" y="140"/>
                      </a:lnTo>
                      <a:lnTo>
                        <a:pt x="91" y="151"/>
                      </a:lnTo>
                      <a:lnTo>
                        <a:pt x="105" y="140"/>
                      </a:lnTo>
                      <a:lnTo>
                        <a:pt x="105" y="111"/>
                      </a:lnTo>
                      <a:lnTo>
                        <a:pt x="92" y="102"/>
                      </a:lnTo>
                      <a:lnTo>
                        <a:pt x="71" y="69"/>
                      </a:lnTo>
                      <a:lnTo>
                        <a:pt x="60" y="58"/>
                      </a:lnTo>
                      <a:lnTo>
                        <a:pt x="65" y="42"/>
                      </a:lnTo>
                      <a:lnTo>
                        <a:pt x="62" y="32"/>
                      </a:lnTo>
                      <a:lnTo>
                        <a:pt x="37" y="23"/>
                      </a:lnTo>
                      <a:lnTo>
                        <a:pt x="29" y="0"/>
                      </a:lnTo>
                      <a:lnTo>
                        <a:pt x="18" y="6"/>
                      </a:lnTo>
                      <a:lnTo>
                        <a:pt x="19" y="20"/>
                      </a:lnTo>
                      <a:lnTo>
                        <a:pt x="0" y="2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4" id="124"/>
                <p:cNvSpPr/>
                <p:nvPr/>
              </p:nvSpPr>
              <p:spPr>
                <a:xfrm>
                  <a:off x="4739" y="2969"/>
                  <a:ext cx="29" cy="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6" h="54" stroke="true" fill="norm" extrusionOk="true">
                      <a:moveTo>
                        <a:pt x="13" y="21"/>
                      </a:moveTo>
                      <a:lnTo>
                        <a:pt x="0" y="27"/>
                      </a:lnTo>
                      <a:lnTo>
                        <a:pt x="4" y="43"/>
                      </a:lnTo>
                      <a:lnTo>
                        <a:pt x="19" y="53"/>
                      </a:lnTo>
                      <a:lnTo>
                        <a:pt x="24" y="32"/>
                      </a:lnTo>
                      <a:lnTo>
                        <a:pt x="25" y="14"/>
                      </a:lnTo>
                      <a:lnTo>
                        <a:pt x="20" y="0"/>
                      </a:lnTo>
                      <a:lnTo>
                        <a:pt x="13" y="6"/>
                      </a:lnTo>
                      <a:lnTo>
                        <a:pt x="13" y="2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5" id="125"/>
                <p:cNvSpPr/>
                <p:nvPr/>
              </p:nvSpPr>
              <p:spPr>
                <a:xfrm>
                  <a:off x="4763" y="3069"/>
                  <a:ext cx="40" cy="1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5" h="18" stroke="true" fill="norm" extrusionOk="true">
                      <a:moveTo>
                        <a:pt x="4" y="3"/>
                      </a:moveTo>
                      <a:lnTo>
                        <a:pt x="16" y="0"/>
                      </a:lnTo>
                      <a:lnTo>
                        <a:pt x="27" y="0"/>
                      </a:lnTo>
                      <a:lnTo>
                        <a:pt x="33" y="9"/>
                      </a:lnTo>
                      <a:lnTo>
                        <a:pt x="34" y="17"/>
                      </a:lnTo>
                      <a:lnTo>
                        <a:pt x="23" y="12"/>
                      </a:lnTo>
                      <a:lnTo>
                        <a:pt x="12" y="9"/>
                      </a:lnTo>
                      <a:lnTo>
                        <a:pt x="0" y="12"/>
                      </a:lnTo>
                      <a:lnTo>
                        <a:pt x="4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6" id="126"/>
                <p:cNvSpPr/>
                <p:nvPr/>
              </p:nvSpPr>
              <p:spPr>
                <a:xfrm>
                  <a:off x="2946" y="3439"/>
                  <a:ext cx="266" cy="2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37" h="221" stroke="true" fill="norm" extrusionOk="true">
                      <a:moveTo>
                        <a:pt x="217" y="9"/>
                      </a:moveTo>
                      <a:lnTo>
                        <a:pt x="201" y="9"/>
                      </a:lnTo>
                      <a:lnTo>
                        <a:pt x="197" y="4"/>
                      </a:lnTo>
                      <a:lnTo>
                        <a:pt x="187" y="0"/>
                      </a:lnTo>
                      <a:lnTo>
                        <a:pt x="184" y="8"/>
                      </a:lnTo>
                      <a:lnTo>
                        <a:pt x="175" y="15"/>
                      </a:lnTo>
                      <a:lnTo>
                        <a:pt x="167" y="25"/>
                      </a:lnTo>
                      <a:lnTo>
                        <a:pt x="156" y="30"/>
                      </a:lnTo>
                      <a:lnTo>
                        <a:pt x="151" y="44"/>
                      </a:lnTo>
                      <a:lnTo>
                        <a:pt x="143" y="47"/>
                      </a:lnTo>
                      <a:lnTo>
                        <a:pt x="137" y="55"/>
                      </a:lnTo>
                      <a:lnTo>
                        <a:pt x="128" y="65"/>
                      </a:lnTo>
                      <a:lnTo>
                        <a:pt x="114" y="65"/>
                      </a:lnTo>
                      <a:lnTo>
                        <a:pt x="105" y="59"/>
                      </a:lnTo>
                      <a:lnTo>
                        <a:pt x="96" y="59"/>
                      </a:lnTo>
                      <a:lnTo>
                        <a:pt x="91" y="66"/>
                      </a:lnTo>
                      <a:lnTo>
                        <a:pt x="88" y="76"/>
                      </a:lnTo>
                      <a:lnTo>
                        <a:pt x="80" y="81"/>
                      </a:lnTo>
                      <a:lnTo>
                        <a:pt x="61" y="76"/>
                      </a:lnTo>
                      <a:lnTo>
                        <a:pt x="57" y="61"/>
                      </a:lnTo>
                      <a:lnTo>
                        <a:pt x="52" y="54"/>
                      </a:lnTo>
                      <a:lnTo>
                        <a:pt x="47" y="110"/>
                      </a:lnTo>
                      <a:lnTo>
                        <a:pt x="40" y="120"/>
                      </a:lnTo>
                      <a:lnTo>
                        <a:pt x="20" y="117"/>
                      </a:lnTo>
                      <a:lnTo>
                        <a:pt x="14" y="105"/>
                      </a:lnTo>
                      <a:lnTo>
                        <a:pt x="10" y="110"/>
                      </a:lnTo>
                      <a:lnTo>
                        <a:pt x="0" y="111"/>
                      </a:lnTo>
                      <a:lnTo>
                        <a:pt x="3" y="118"/>
                      </a:lnTo>
                      <a:lnTo>
                        <a:pt x="3" y="134"/>
                      </a:lnTo>
                      <a:lnTo>
                        <a:pt x="13" y="138"/>
                      </a:lnTo>
                      <a:lnTo>
                        <a:pt x="14" y="157"/>
                      </a:lnTo>
                      <a:lnTo>
                        <a:pt x="20" y="160"/>
                      </a:lnTo>
                      <a:lnTo>
                        <a:pt x="20" y="166"/>
                      </a:lnTo>
                      <a:lnTo>
                        <a:pt x="27" y="166"/>
                      </a:lnTo>
                      <a:lnTo>
                        <a:pt x="25" y="178"/>
                      </a:lnTo>
                      <a:lnTo>
                        <a:pt x="17" y="184"/>
                      </a:lnTo>
                      <a:lnTo>
                        <a:pt x="43" y="218"/>
                      </a:lnTo>
                      <a:lnTo>
                        <a:pt x="61" y="220"/>
                      </a:lnTo>
                      <a:lnTo>
                        <a:pt x="70" y="214"/>
                      </a:lnTo>
                      <a:lnTo>
                        <a:pt x="78" y="203"/>
                      </a:lnTo>
                      <a:lnTo>
                        <a:pt x="108" y="204"/>
                      </a:lnTo>
                      <a:lnTo>
                        <a:pt x="111" y="209"/>
                      </a:lnTo>
                      <a:lnTo>
                        <a:pt x="128" y="202"/>
                      </a:lnTo>
                      <a:lnTo>
                        <a:pt x="135" y="196"/>
                      </a:lnTo>
                      <a:lnTo>
                        <a:pt x="156" y="193"/>
                      </a:lnTo>
                      <a:lnTo>
                        <a:pt x="167" y="186"/>
                      </a:lnTo>
                      <a:lnTo>
                        <a:pt x="178" y="167"/>
                      </a:lnTo>
                      <a:lnTo>
                        <a:pt x="190" y="158"/>
                      </a:lnTo>
                      <a:lnTo>
                        <a:pt x="209" y="142"/>
                      </a:lnTo>
                      <a:lnTo>
                        <a:pt x="212" y="125"/>
                      </a:lnTo>
                      <a:lnTo>
                        <a:pt x="217" y="110"/>
                      </a:lnTo>
                      <a:lnTo>
                        <a:pt x="228" y="109"/>
                      </a:lnTo>
                      <a:lnTo>
                        <a:pt x="236" y="93"/>
                      </a:lnTo>
                      <a:lnTo>
                        <a:pt x="224" y="88"/>
                      </a:lnTo>
                      <a:lnTo>
                        <a:pt x="222" y="76"/>
                      </a:lnTo>
                      <a:lnTo>
                        <a:pt x="216" y="66"/>
                      </a:lnTo>
                      <a:lnTo>
                        <a:pt x="217" y="52"/>
                      </a:lnTo>
                      <a:lnTo>
                        <a:pt x="217" y="34"/>
                      </a:lnTo>
                      <a:lnTo>
                        <a:pt x="217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7" id="127"/>
                <p:cNvSpPr/>
                <p:nvPr/>
              </p:nvSpPr>
              <p:spPr>
                <a:xfrm>
                  <a:off x="3171" y="3221"/>
                  <a:ext cx="168" cy="32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0" h="289" stroke="true" fill="norm" extrusionOk="true">
                      <a:moveTo>
                        <a:pt x="36" y="288"/>
                      </a:moveTo>
                      <a:lnTo>
                        <a:pt x="24" y="284"/>
                      </a:lnTo>
                      <a:lnTo>
                        <a:pt x="21" y="272"/>
                      </a:lnTo>
                      <a:lnTo>
                        <a:pt x="15" y="262"/>
                      </a:lnTo>
                      <a:lnTo>
                        <a:pt x="16" y="247"/>
                      </a:lnTo>
                      <a:lnTo>
                        <a:pt x="16" y="229"/>
                      </a:lnTo>
                      <a:lnTo>
                        <a:pt x="16" y="205"/>
                      </a:lnTo>
                      <a:lnTo>
                        <a:pt x="19" y="194"/>
                      </a:lnTo>
                      <a:lnTo>
                        <a:pt x="27" y="189"/>
                      </a:lnTo>
                      <a:lnTo>
                        <a:pt x="26" y="168"/>
                      </a:lnTo>
                      <a:lnTo>
                        <a:pt x="36" y="162"/>
                      </a:lnTo>
                      <a:lnTo>
                        <a:pt x="41" y="155"/>
                      </a:lnTo>
                      <a:lnTo>
                        <a:pt x="36" y="142"/>
                      </a:lnTo>
                      <a:lnTo>
                        <a:pt x="35" y="132"/>
                      </a:lnTo>
                      <a:lnTo>
                        <a:pt x="40" y="111"/>
                      </a:lnTo>
                      <a:lnTo>
                        <a:pt x="32" y="97"/>
                      </a:lnTo>
                      <a:lnTo>
                        <a:pt x="12" y="93"/>
                      </a:lnTo>
                      <a:lnTo>
                        <a:pt x="5" y="82"/>
                      </a:lnTo>
                      <a:lnTo>
                        <a:pt x="0" y="81"/>
                      </a:lnTo>
                      <a:lnTo>
                        <a:pt x="23" y="75"/>
                      </a:lnTo>
                      <a:lnTo>
                        <a:pt x="26" y="66"/>
                      </a:lnTo>
                      <a:lnTo>
                        <a:pt x="38" y="60"/>
                      </a:lnTo>
                      <a:lnTo>
                        <a:pt x="49" y="65"/>
                      </a:lnTo>
                      <a:lnTo>
                        <a:pt x="60" y="68"/>
                      </a:lnTo>
                      <a:lnTo>
                        <a:pt x="59" y="80"/>
                      </a:lnTo>
                      <a:lnTo>
                        <a:pt x="55" y="94"/>
                      </a:lnTo>
                      <a:lnTo>
                        <a:pt x="61" y="101"/>
                      </a:lnTo>
                      <a:lnTo>
                        <a:pt x="71" y="99"/>
                      </a:lnTo>
                      <a:lnTo>
                        <a:pt x="75" y="88"/>
                      </a:lnTo>
                      <a:lnTo>
                        <a:pt x="85" y="81"/>
                      </a:lnTo>
                      <a:lnTo>
                        <a:pt x="82" y="68"/>
                      </a:lnTo>
                      <a:lnTo>
                        <a:pt x="78" y="59"/>
                      </a:lnTo>
                      <a:lnTo>
                        <a:pt x="72" y="49"/>
                      </a:lnTo>
                      <a:lnTo>
                        <a:pt x="69" y="44"/>
                      </a:lnTo>
                      <a:lnTo>
                        <a:pt x="63" y="37"/>
                      </a:lnTo>
                      <a:lnTo>
                        <a:pt x="64" y="26"/>
                      </a:lnTo>
                      <a:lnTo>
                        <a:pt x="67" y="14"/>
                      </a:lnTo>
                      <a:lnTo>
                        <a:pt x="64" y="0"/>
                      </a:lnTo>
                      <a:lnTo>
                        <a:pt x="77" y="9"/>
                      </a:lnTo>
                      <a:lnTo>
                        <a:pt x="80" y="18"/>
                      </a:lnTo>
                      <a:lnTo>
                        <a:pt x="109" y="20"/>
                      </a:lnTo>
                      <a:lnTo>
                        <a:pt x="112" y="11"/>
                      </a:lnTo>
                      <a:lnTo>
                        <a:pt x="129" y="11"/>
                      </a:lnTo>
                      <a:lnTo>
                        <a:pt x="132" y="4"/>
                      </a:lnTo>
                      <a:lnTo>
                        <a:pt x="149" y="0"/>
                      </a:lnTo>
                      <a:lnTo>
                        <a:pt x="149" y="30"/>
                      </a:lnTo>
                      <a:lnTo>
                        <a:pt x="149" y="83"/>
                      </a:lnTo>
                      <a:lnTo>
                        <a:pt x="140" y="93"/>
                      </a:lnTo>
                      <a:lnTo>
                        <a:pt x="136" y="103"/>
                      </a:lnTo>
                      <a:lnTo>
                        <a:pt x="113" y="106"/>
                      </a:lnTo>
                      <a:lnTo>
                        <a:pt x="111" y="114"/>
                      </a:lnTo>
                      <a:lnTo>
                        <a:pt x="101" y="117"/>
                      </a:lnTo>
                      <a:lnTo>
                        <a:pt x="97" y="121"/>
                      </a:lnTo>
                      <a:lnTo>
                        <a:pt x="93" y="139"/>
                      </a:lnTo>
                      <a:lnTo>
                        <a:pt x="81" y="143"/>
                      </a:lnTo>
                      <a:lnTo>
                        <a:pt x="73" y="149"/>
                      </a:lnTo>
                      <a:lnTo>
                        <a:pt x="69" y="157"/>
                      </a:lnTo>
                      <a:lnTo>
                        <a:pt x="68" y="189"/>
                      </a:lnTo>
                      <a:lnTo>
                        <a:pt x="71" y="190"/>
                      </a:lnTo>
                      <a:lnTo>
                        <a:pt x="71" y="220"/>
                      </a:lnTo>
                      <a:lnTo>
                        <a:pt x="73" y="233"/>
                      </a:lnTo>
                      <a:lnTo>
                        <a:pt x="68" y="234"/>
                      </a:lnTo>
                      <a:lnTo>
                        <a:pt x="67" y="242"/>
                      </a:lnTo>
                      <a:lnTo>
                        <a:pt x="56" y="242"/>
                      </a:lnTo>
                      <a:lnTo>
                        <a:pt x="52" y="246"/>
                      </a:lnTo>
                      <a:lnTo>
                        <a:pt x="39" y="248"/>
                      </a:lnTo>
                      <a:lnTo>
                        <a:pt x="37" y="259"/>
                      </a:lnTo>
                      <a:lnTo>
                        <a:pt x="37" y="269"/>
                      </a:lnTo>
                      <a:lnTo>
                        <a:pt x="37" y="280"/>
                      </a:lnTo>
                      <a:lnTo>
                        <a:pt x="36" y="28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8" id="128"/>
                <p:cNvSpPr/>
                <p:nvPr/>
              </p:nvSpPr>
              <p:spPr>
                <a:xfrm>
                  <a:off x="3109" y="3565"/>
                  <a:ext cx="42" cy="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8" h="38" stroke="true" fill="norm" extrusionOk="true">
                      <a:moveTo>
                        <a:pt x="12" y="2"/>
                      </a:moveTo>
                      <a:lnTo>
                        <a:pt x="9" y="9"/>
                      </a:lnTo>
                      <a:lnTo>
                        <a:pt x="0" y="11"/>
                      </a:lnTo>
                      <a:lnTo>
                        <a:pt x="1" y="34"/>
                      </a:lnTo>
                      <a:lnTo>
                        <a:pt x="13" y="33"/>
                      </a:lnTo>
                      <a:lnTo>
                        <a:pt x="16" y="37"/>
                      </a:lnTo>
                      <a:lnTo>
                        <a:pt x="23" y="36"/>
                      </a:lnTo>
                      <a:lnTo>
                        <a:pt x="28" y="30"/>
                      </a:lnTo>
                      <a:lnTo>
                        <a:pt x="31" y="22"/>
                      </a:lnTo>
                      <a:lnTo>
                        <a:pt x="37" y="22"/>
                      </a:lnTo>
                      <a:lnTo>
                        <a:pt x="37" y="1"/>
                      </a:lnTo>
                      <a:lnTo>
                        <a:pt x="23" y="0"/>
                      </a:lnTo>
                      <a:lnTo>
                        <a:pt x="12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9" id="129"/>
                <p:cNvSpPr/>
                <p:nvPr/>
              </p:nvSpPr>
              <p:spPr>
                <a:xfrm>
                  <a:off x="3031" y="3164"/>
                  <a:ext cx="195" cy="1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4" h="173" stroke="true" fill="norm" extrusionOk="true">
                      <a:moveTo>
                        <a:pt x="59" y="172"/>
                      </a:moveTo>
                      <a:lnTo>
                        <a:pt x="68" y="169"/>
                      </a:lnTo>
                      <a:lnTo>
                        <a:pt x="81" y="169"/>
                      </a:lnTo>
                      <a:lnTo>
                        <a:pt x="89" y="166"/>
                      </a:lnTo>
                      <a:lnTo>
                        <a:pt x="92" y="156"/>
                      </a:lnTo>
                      <a:lnTo>
                        <a:pt x="99" y="153"/>
                      </a:lnTo>
                      <a:lnTo>
                        <a:pt x="104" y="150"/>
                      </a:lnTo>
                      <a:lnTo>
                        <a:pt x="106" y="140"/>
                      </a:lnTo>
                      <a:lnTo>
                        <a:pt x="119" y="137"/>
                      </a:lnTo>
                      <a:lnTo>
                        <a:pt x="125" y="130"/>
                      </a:lnTo>
                      <a:lnTo>
                        <a:pt x="148" y="125"/>
                      </a:lnTo>
                      <a:lnTo>
                        <a:pt x="151" y="116"/>
                      </a:lnTo>
                      <a:lnTo>
                        <a:pt x="163" y="110"/>
                      </a:lnTo>
                      <a:lnTo>
                        <a:pt x="165" y="83"/>
                      </a:lnTo>
                      <a:lnTo>
                        <a:pt x="173" y="76"/>
                      </a:lnTo>
                      <a:lnTo>
                        <a:pt x="170" y="59"/>
                      </a:lnTo>
                      <a:lnTo>
                        <a:pt x="170" y="39"/>
                      </a:lnTo>
                      <a:lnTo>
                        <a:pt x="162" y="25"/>
                      </a:lnTo>
                      <a:lnTo>
                        <a:pt x="148" y="19"/>
                      </a:lnTo>
                      <a:lnTo>
                        <a:pt x="139" y="8"/>
                      </a:lnTo>
                      <a:lnTo>
                        <a:pt x="137" y="0"/>
                      </a:lnTo>
                      <a:lnTo>
                        <a:pt x="126" y="1"/>
                      </a:lnTo>
                      <a:lnTo>
                        <a:pt x="123" y="10"/>
                      </a:lnTo>
                      <a:lnTo>
                        <a:pt x="112" y="14"/>
                      </a:lnTo>
                      <a:lnTo>
                        <a:pt x="107" y="25"/>
                      </a:lnTo>
                      <a:lnTo>
                        <a:pt x="103" y="69"/>
                      </a:lnTo>
                      <a:lnTo>
                        <a:pt x="109" y="75"/>
                      </a:lnTo>
                      <a:lnTo>
                        <a:pt x="119" y="75"/>
                      </a:lnTo>
                      <a:lnTo>
                        <a:pt x="122" y="93"/>
                      </a:lnTo>
                      <a:lnTo>
                        <a:pt x="118" y="103"/>
                      </a:lnTo>
                      <a:lnTo>
                        <a:pt x="102" y="103"/>
                      </a:lnTo>
                      <a:lnTo>
                        <a:pt x="96" y="96"/>
                      </a:lnTo>
                      <a:lnTo>
                        <a:pt x="92" y="80"/>
                      </a:lnTo>
                      <a:lnTo>
                        <a:pt x="81" y="74"/>
                      </a:lnTo>
                      <a:lnTo>
                        <a:pt x="80" y="69"/>
                      </a:lnTo>
                      <a:lnTo>
                        <a:pt x="68" y="70"/>
                      </a:lnTo>
                      <a:lnTo>
                        <a:pt x="64" y="80"/>
                      </a:lnTo>
                      <a:lnTo>
                        <a:pt x="57" y="77"/>
                      </a:lnTo>
                      <a:lnTo>
                        <a:pt x="53" y="62"/>
                      </a:lnTo>
                      <a:lnTo>
                        <a:pt x="37" y="60"/>
                      </a:lnTo>
                      <a:lnTo>
                        <a:pt x="35" y="94"/>
                      </a:lnTo>
                      <a:lnTo>
                        <a:pt x="22" y="94"/>
                      </a:lnTo>
                      <a:lnTo>
                        <a:pt x="17" y="85"/>
                      </a:lnTo>
                      <a:lnTo>
                        <a:pt x="11" y="86"/>
                      </a:lnTo>
                      <a:lnTo>
                        <a:pt x="11" y="94"/>
                      </a:lnTo>
                      <a:lnTo>
                        <a:pt x="1" y="95"/>
                      </a:lnTo>
                      <a:lnTo>
                        <a:pt x="0" y="134"/>
                      </a:lnTo>
                      <a:lnTo>
                        <a:pt x="2" y="146"/>
                      </a:lnTo>
                      <a:lnTo>
                        <a:pt x="14" y="160"/>
                      </a:lnTo>
                      <a:lnTo>
                        <a:pt x="14" y="168"/>
                      </a:lnTo>
                      <a:lnTo>
                        <a:pt x="21" y="170"/>
                      </a:lnTo>
                      <a:lnTo>
                        <a:pt x="59" y="17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0" id="130"/>
                <p:cNvSpPr/>
                <p:nvPr/>
              </p:nvSpPr>
              <p:spPr>
                <a:xfrm>
                  <a:off x="3031" y="1810"/>
                  <a:ext cx="78" cy="3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0" h="31" stroke="true" fill="norm" extrusionOk="true">
                      <a:moveTo>
                        <a:pt x="69" y="30"/>
                      </a:moveTo>
                      <a:lnTo>
                        <a:pt x="41" y="29"/>
                      </a:lnTo>
                      <a:lnTo>
                        <a:pt x="27" y="18"/>
                      </a:lnTo>
                      <a:lnTo>
                        <a:pt x="0" y="19"/>
                      </a:lnTo>
                      <a:lnTo>
                        <a:pt x="11" y="10"/>
                      </a:lnTo>
                      <a:lnTo>
                        <a:pt x="30" y="0"/>
                      </a:lnTo>
                      <a:lnTo>
                        <a:pt x="53" y="8"/>
                      </a:lnTo>
                      <a:lnTo>
                        <a:pt x="69" y="3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1" id="131"/>
                <p:cNvSpPr/>
                <p:nvPr/>
              </p:nvSpPr>
              <p:spPr>
                <a:xfrm>
                  <a:off x="3349" y="2192"/>
                  <a:ext cx="63" cy="8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6" h="78" stroke="true" fill="norm" extrusionOk="true">
                      <a:moveTo>
                        <a:pt x="55" y="69"/>
                      </a:moveTo>
                      <a:lnTo>
                        <a:pt x="44" y="77"/>
                      </a:lnTo>
                      <a:lnTo>
                        <a:pt x="37" y="65"/>
                      </a:lnTo>
                      <a:lnTo>
                        <a:pt x="24" y="58"/>
                      </a:lnTo>
                      <a:lnTo>
                        <a:pt x="13" y="46"/>
                      </a:lnTo>
                      <a:lnTo>
                        <a:pt x="0" y="25"/>
                      </a:lnTo>
                      <a:lnTo>
                        <a:pt x="16" y="18"/>
                      </a:lnTo>
                      <a:lnTo>
                        <a:pt x="25" y="0"/>
                      </a:lnTo>
                      <a:lnTo>
                        <a:pt x="31" y="21"/>
                      </a:lnTo>
                      <a:lnTo>
                        <a:pt x="42" y="43"/>
                      </a:lnTo>
                      <a:lnTo>
                        <a:pt x="55" y="6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2" id="132"/>
                <p:cNvSpPr/>
                <p:nvPr/>
              </p:nvSpPr>
              <p:spPr>
                <a:xfrm>
                  <a:off x="3003" y="1830"/>
                  <a:ext cx="133" cy="6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9" h="56" stroke="true" fill="norm" extrusionOk="true">
                      <a:moveTo>
                        <a:pt x="86" y="55"/>
                      </a:moveTo>
                      <a:lnTo>
                        <a:pt x="85" y="45"/>
                      </a:lnTo>
                      <a:lnTo>
                        <a:pt x="56" y="33"/>
                      </a:lnTo>
                      <a:lnTo>
                        <a:pt x="26" y="51"/>
                      </a:lnTo>
                      <a:lnTo>
                        <a:pt x="2" y="52"/>
                      </a:lnTo>
                      <a:lnTo>
                        <a:pt x="0" y="27"/>
                      </a:lnTo>
                      <a:lnTo>
                        <a:pt x="10" y="17"/>
                      </a:lnTo>
                      <a:lnTo>
                        <a:pt x="21" y="33"/>
                      </a:lnTo>
                      <a:lnTo>
                        <a:pt x="37" y="33"/>
                      </a:lnTo>
                      <a:lnTo>
                        <a:pt x="40" y="19"/>
                      </a:lnTo>
                      <a:lnTo>
                        <a:pt x="29" y="14"/>
                      </a:lnTo>
                      <a:lnTo>
                        <a:pt x="25" y="2"/>
                      </a:lnTo>
                      <a:lnTo>
                        <a:pt x="52" y="0"/>
                      </a:lnTo>
                      <a:lnTo>
                        <a:pt x="67" y="12"/>
                      </a:lnTo>
                      <a:lnTo>
                        <a:pt x="95" y="13"/>
                      </a:lnTo>
                      <a:lnTo>
                        <a:pt x="118" y="33"/>
                      </a:lnTo>
                      <a:lnTo>
                        <a:pt x="107" y="41"/>
                      </a:lnTo>
                      <a:lnTo>
                        <a:pt x="92" y="36"/>
                      </a:lnTo>
                      <a:lnTo>
                        <a:pt x="86" y="5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3" id="133"/>
                <p:cNvSpPr/>
                <p:nvPr/>
              </p:nvSpPr>
              <p:spPr>
                <a:xfrm>
                  <a:off x="3350" y="2801"/>
                  <a:ext cx="36" cy="3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31" stroke="true" fill="norm" extrusionOk="true">
                      <a:moveTo>
                        <a:pt x="16" y="30"/>
                      </a:moveTo>
                      <a:lnTo>
                        <a:pt x="0" y="27"/>
                      </a:lnTo>
                      <a:lnTo>
                        <a:pt x="3" y="0"/>
                      </a:lnTo>
                      <a:lnTo>
                        <a:pt x="31" y="17"/>
                      </a:lnTo>
                      <a:lnTo>
                        <a:pt x="16" y="3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4" id="134"/>
                <p:cNvSpPr/>
                <p:nvPr/>
              </p:nvSpPr>
              <p:spPr>
                <a:xfrm>
                  <a:off x="2690" y="2797"/>
                  <a:ext cx="54" cy="1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8" h="104" stroke="true" fill="norm" extrusionOk="true">
                      <a:moveTo>
                        <a:pt x="0" y="36"/>
                      </a:moveTo>
                      <a:lnTo>
                        <a:pt x="7" y="46"/>
                      </a:lnTo>
                      <a:lnTo>
                        <a:pt x="10" y="66"/>
                      </a:lnTo>
                      <a:lnTo>
                        <a:pt x="11" y="84"/>
                      </a:lnTo>
                      <a:lnTo>
                        <a:pt x="16" y="103"/>
                      </a:lnTo>
                      <a:lnTo>
                        <a:pt x="34" y="95"/>
                      </a:lnTo>
                      <a:lnTo>
                        <a:pt x="31" y="62"/>
                      </a:lnTo>
                      <a:lnTo>
                        <a:pt x="39" y="51"/>
                      </a:lnTo>
                      <a:lnTo>
                        <a:pt x="47" y="19"/>
                      </a:lnTo>
                      <a:lnTo>
                        <a:pt x="44" y="0"/>
                      </a:lnTo>
                      <a:lnTo>
                        <a:pt x="31" y="1"/>
                      </a:lnTo>
                      <a:lnTo>
                        <a:pt x="27" y="16"/>
                      </a:lnTo>
                      <a:lnTo>
                        <a:pt x="11" y="21"/>
                      </a:lnTo>
                      <a:lnTo>
                        <a:pt x="0" y="3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5" id="135"/>
                <p:cNvSpPr/>
                <p:nvPr/>
              </p:nvSpPr>
              <p:spPr>
                <a:xfrm>
                  <a:off x="2471" y="2844"/>
                  <a:ext cx="56" cy="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9" h="53" stroke="true" fill="norm" extrusionOk="true">
                      <a:moveTo>
                        <a:pt x="48" y="26"/>
                      </a:moveTo>
                      <a:lnTo>
                        <a:pt x="44" y="9"/>
                      </a:lnTo>
                      <a:lnTo>
                        <a:pt x="27" y="0"/>
                      </a:lnTo>
                      <a:lnTo>
                        <a:pt x="15" y="6"/>
                      </a:lnTo>
                      <a:lnTo>
                        <a:pt x="0" y="10"/>
                      </a:lnTo>
                      <a:lnTo>
                        <a:pt x="3" y="25"/>
                      </a:lnTo>
                      <a:lnTo>
                        <a:pt x="14" y="28"/>
                      </a:lnTo>
                      <a:lnTo>
                        <a:pt x="16" y="40"/>
                      </a:lnTo>
                      <a:lnTo>
                        <a:pt x="29" y="44"/>
                      </a:lnTo>
                      <a:lnTo>
                        <a:pt x="33" y="52"/>
                      </a:lnTo>
                      <a:lnTo>
                        <a:pt x="48" y="2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6" id="136"/>
                <p:cNvSpPr/>
                <p:nvPr/>
              </p:nvSpPr>
              <p:spPr>
                <a:xfrm>
                  <a:off x="3495" y="2540"/>
                  <a:ext cx="86" cy="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8" h="54" stroke="true" fill="norm" extrusionOk="true">
                      <a:moveTo>
                        <a:pt x="0" y="16"/>
                      </a:moveTo>
                      <a:lnTo>
                        <a:pt x="12" y="50"/>
                      </a:lnTo>
                      <a:lnTo>
                        <a:pt x="56" y="53"/>
                      </a:lnTo>
                      <a:lnTo>
                        <a:pt x="77" y="19"/>
                      </a:lnTo>
                      <a:lnTo>
                        <a:pt x="73" y="0"/>
                      </a:lnTo>
                      <a:lnTo>
                        <a:pt x="61" y="15"/>
                      </a:lnTo>
                      <a:lnTo>
                        <a:pt x="50" y="27"/>
                      </a:lnTo>
                      <a:lnTo>
                        <a:pt x="26" y="31"/>
                      </a:lnTo>
                      <a:lnTo>
                        <a:pt x="14" y="27"/>
                      </a:lnTo>
                      <a:lnTo>
                        <a:pt x="0" y="1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7" id="137"/>
                <p:cNvSpPr/>
                <p:nvPr/>
              </p:nvSpPr>
              <p:spPr>
                <a:xfrm>
                  <a:off x="3149" y="3048"/>
                  <a:ext cx="31" cy="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" h="28" stroke="true" fill="norm" extrusionOk="true">
                      <a:moveTo>
                        <a:pt x="13" y="0"/>
                      </a:moveTo>
                      <a:lnTo>
                        <a:pt x="3" y="4"/>
                      </a:lnTo>
                      <a:lnTo>
                        <a:pt x="6" y="14"/>
                      </a:lnTo>
                      <a:lnTo>
                        <a:pt x="0" y="19"/>
                      </a:lnTo>
                      <a:lnTo>
                        <a:pt x="1" y="27"/>
                      </a:lnTo>
                      <a:lnTo>
                        <a:pt x="10" y="26"/>
                      </a:lnTo>
                      <a:lnTo>
                        <a:pt x="22" y="26"/>
                      </a:lnTo>
                      <a:lnTo>
                        <a:pt x="27" y="19"/>
                      </a:lnTo>
                      <a:lnTo>
                        <a:pt x="24" y="4"/>
                      </a:lnTo>
                      <a:lnTo>
                        <a:pt x="13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8" id="138"/>
                <p:cNvSpPr/>
                <p:nvPr/>
              </p:nvSpPr>
              <p:spPr>
                <a:xfrm>
                  <a:off x="3157" y="3069"/>
                  <a:ext cx="27" cy="3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" h="29" stroke="true" fill="norm" extrusionOk="true">
                      <a:moveTo>
                        <a:pt x="13" y="26"/>
                      </a:moveTo>
                      <a:lnTo>
                        <a:pt x="24" y="25"/>
                      </a:lnTo>
                      <a:lnTo>
                        <a:pt x="23" y="7"/>
                      </a:lnTo>
                      <a:lnTo>
                        <a:pt x="19" y="0"/>
                      </a:lnTo>
                      <a:lnTo>
                        <a:pt x="14" y="7"/>
                      </a:lnTo>
                      <a:lnTo>
                        <a:pt x="2" y="7"/>
                      </a:lnTo>
                      <a:lnTo>
                        <a:pt x="0" y="23"/>
                      </a:lnTo>
                      <a:lnTo>
                        <a:pt x="6" y="28"/>
                      </a:lnTo>
                      <a:lnTo>
                        <a:pt x="13" y="2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9" id="139"/>
                <p:cNvSpPr/>
                <p:nvPr/>
              </p:nvSpPr>
              <p:spPr>
                <a:xfrm>
                  <a:off x="2784" y="2091"/>
                  <a:ext cx="53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9" h="30" stroke="true" fill="norm" extrusionOk="true">
                      <a:moveTo>
                        <a:pt x="8" y="28"/>
                      </a:moveTo>
                      <a:lnTo>
                        <a:pt x="0" y="22"/>
                      </a:lnTo>
                      <a:lnTo>
                        <a:pt x="3" y="13"/>
                      </a:lnTo>
                      <a:lnTo>
                        <a:pt x="9" y="3"/>
                      </a:lnTo>
                      <a:lnTo>
                        <a:pt x="19" y="2"/>
                      </a:lnTo>
                      <a:lnTo>
                        <a:pt x="27" y="3"/>
                      </a:lnTo>
                      <a:lnTo>
                        <a:pt x="37" y="0"/>
                      </a:lnTo>
                      <a:lnTo>
                        <a:pt x="45" y="5"/>
                      </a:lnTo>
                      <a:lnTo>
                        <a:pt x="48" y="15"/>
                      </a:lnTo>
                      <a:lnTo>
                        <a:pt x="43" y="26"/>
                      </a:lnTo>
                      <a:lnTo>
                        <a:pt x="37" y="24"/>
                      </a:lnTo>
                      <a:lnTo>
                        <a:pt x="33" y="29"/>
                      </a:lnTo>
                      <a:lnTo>
                        <a:pt x="27" y="22"/>
                      </a:lnTo>
                      <a:lnTo>
                        <a:pt x="22" y="28"/>
                      </a:lnTo>
                      <a:lnTo>
                        <a:pt x="8" y="2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0" id="140"/>
                <p:cNvSpPr/>
                <p:nvPr/>
              </p:nvSpPr>
              <p:spPr>
                <a:xfrm>
                  <a:off x="2752" y="1963"/>
                  <a:ext cx="45" cy="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54" stroke="true" fill="norm" extrusionOk="true">
                      <a:moveTo>
                        <a:pt x="0" y="42"/>
                      </a:moveTo>
                      <a:lnTo>
                        <a:pt x="8" y="38"/>
                      </a:lnTo>
                      <a:lnTo>
                        <a:pt x="17" y="40"/>
                      </a:lnTo>
                      <a:lnTo>
                        <a:pt x="19" y="53"/>
                      </a:lnTo>
                      <a:lnTo>
                        <a:pt x="22" y="36"/>
                      </a:lnTo>
                      <a:lnTo>
                        <a:pt x="32" y="29"/>
                      </a:lnTo>
                      <a:lnTo>
                        <a:pt x="40" y="15"/>
                      </a:lnTo>
                      <a:lnTo>
                        <a:pt x="40" y="0"/>
                      </a:lnTo>
                      <a:lnTo>
                        <a:pt x="22" y="3"/>
                      </a:lnTo>
                      <a:lnTo>
                        <a:pt x="18" y="8"/>
                      </a:lnTo>
                      <a:lnTo>
                        <a:pt x="18" y="10"/>
                      </a:lnTo>
                      <a:lnTo>
                        <a:pt x="16" y="16"/>
                      </a:lnTo>
                      <a:lnTo>
                        <a:pt x="8" y="11"/>
                      </a:lnTo>
                      <a:lnTo>
                        <a:pt x="2" y="27"/>
                      </a:lnTo>
                      <a:lnTo>
                        <a:pt x="4" y="30"/>
                      </a:lnTo>
                      <a:lnTo>
                        <a:pt x="0" y="4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1" id="141"/>
                <p:cNvSpPr/>
                <p:nvPr/>
              </p:nvSpPr>
              <p:spPr>
                <a:xfrm>
                  <a:off x="2823" y="2985"/>
                  <a:ext cx="104" cy="1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3" h="109" stroke="true" fill="norm" extrusionOk="true">
                      <a:moveTo>
                        <a:pt x="68" y="0"/>
                      </a:moveTo>
                      <a:lnTo>
                        <a:pt x="45" y="2"/>
                      </a:lnTo>
                      <a:lnTo>
                        <a:pt x="37" y="8"/>
                      </a:lnTo>
                      <a:lnTo>
                        <a:pt x="37" y="16"/>
                      </a:lnTo>
                      <a:lnTo>
                        <a:pt x="33" y="27"/>
                      </a:lnTo>
                      <a:lnTo>
                        <a:pt x="18" y="28"/>
                      </a:lnTo>
                      <a:lnTo>
                        <a:pt x="14" y="23"/>
                      </a:lnTo>
                      <a:lnTo>
                        <a:pt x="14" y="42"/>
                      </a:lnTo>
                      <a:lnTo>
                        <a:pt x="2" y="48"/>
                      </a:lnTo>
                      <a:lnTo>
                        <a:pt x="0" y="52"/>
                      </a:lnTo>
                      <a:lnTo>
                        <a:pt x="7" y="56"/>
                      </a:lnTo>
                      <a:lnTo>
                        <a:pt x="6" y="69"/>
                      </a:lnTo>
                      <a:lnTo>
                        <a:pt x="24" y="85"/>
                      </a:lnTo>
                      <a:lnTo>
                        <a:pt x="38" y="102"/>
                      </a:lnTo>
                      <a:lnTo>
                        <a:pt x="43" y="108"/>
                      </a:lnTo>
                      <a:lnTo>
                        <a:pt x="49" y="100"/>
                      </a:lnTo>
                      <a:lnTo>
                        <a:pt x="54" y="89"/>
                      </a:lnTo>
                      <a:lnTo>
                        <a:pt x="47" y="84"/>
                      </a:lnTo>
                      <a:lnTo>
                        <a:pt x="45" y="76"/>
                      </a:lnTo>
                      <a:lnTo>
                        <a:pt x="55" y="71"/>
                      </a:lnTo>
                      <a:lnTo>
                        <a:pt x="63" y="69"/>
                      </a:lnTo>
                      <a:lnTo>
                        <a:pt x="71" y="79"/>
                      </a:lnTo>
                      <a:lnTo>
                        <a:pt x="83" y="74"/>
                      </a:lnTo>
                      <a:lnTo>
                        <a:pt x="92" y="61"/>
                      </a:lnTo>
                      <a:lnTo>
                        <a:pt x="89" y="47"/>
                      </a:lnTo>
                      <a:lnTo>
                        <a:pt x="83" y="41"/>
                      </a:lnTo>
                      <a:lnTo>
                        <a:pt x="78" y="30"/>
                      </a:lnTo>
                      <a:lnTo>
                        <a:pt x="82" y="23"/>
                      </a:lnTo>
                      <a:lnTo>
                        <a:pt x="78" y="14"/>
                      </a:lnTo>
                      <a:lnTo>
                        <a:pt x="68" y="13"/>
                      </a:lnTo>
                      <a:lnTo>
                        <a:pt x="6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2" id="142"/>
                <p:cNvSpPr/>
                <p:nvPr/>
              </p:nvSpPr>
              <p:spPr>
                <a:xfrm>
                  <a:off x="2428" y="2494"/>
                  <a:ext cx="129" cy="1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5" h="127" stroke="true" fill="norm" extrusionOk="true">
                      <a:moveTo>
                        <a:pt x="112" y="7"/>
                      </a:moveTo>
                      <a:lnTo>
                        <a:pt x="114" y="0"/>
                      </a:lnTo>
                      <a:lnTo>
                        <a:pt x="104" y="0"/>
                      </a:lnTo>
                      <a:lnTo>
                        <a:pt x="67" y="0"/>
                      </a:lnTo>
                      <a:lnTo>
                        <a:pt x="61" y="9"/>
                      </a:lnTo>
                      <a:lnTo>
                        <a:pt x="44" y="6"/>
                      </a:lnTo>
                      <a:lnTo>
                        <a:pt x="41" y="25"/>
                      </a:lnTo>
                      <a:lnTo>
                        <a:pt x="35" y="35"/>
                      </a:lnTo>
                      <a:lnTo>
                        <a:pt x="23" y="40"/>
                      </a:lnTo>
                      <a:lnTo>
                        <a:pt x="16" y="46"/>
                      </a:lnTo>
                      <a:lnTo>
                        <a:pt x="18" y="68"/>
                      </a:lnTo>
                      <a:lnTo>
                        <a:pt x="8" y="70"/>
                      </a:lnTo>
                      <a:lnTo>
                        <a:pt x="12" y="81"/>
                      </a:lnTo>
                      <a:lnTo>
                        <a:pt x="5" y="86"/>
                      </a:lnTo>
                      <a:lnTo>
                        <a:pt x="0" y="100"/>
                      </a:lnTo>
                      <a:lnTo>
                        <a:pt x="1" y="121"/>
                      </a:lnTo>
                      <a:lnTo>
                        <a:pt x="7" y="123"/>
                      </a:lnTo>
                      <a:lnTo>
                        <a:pt x="27" y="126"/>
                      </a:lnTo>
                      <a:lnTo>
                        <a:pt x="41" y="126"/>
                      </a:lnTo>
                      <a:lnTo>
                        <a:pt x="41" y="105"/>
                      </a:lnTo>
                      <a:lnTo>
                        <a:pt x="45" y="92"/>
                      </a:lnTo>
                      <a:lnTo>
                        <a:pt x="53" y="84"/>
                      </a:lnTo>
                      <a:lnTo>
                        <a:pt x="67" y="88"/>
                      </a:lnTo>
                      <a:lnTo>
                        <a:pt x="67" y="39"/>
                      </a:lnTo>
                      <a:lnTo>
                        <a:pt x="100" y="36"/>
                      </a:lnTo>
                      <a:lnTo>
                        <a:pt x="107" y="27"/>
                      </a:lnTo>
                      <a:lnTo>
                        <a:pt x="112" y="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3" id="143"/>
                <p:cNvSpPr/>
                <p:nvPr/>
              </p:nvSpPr>
              <p:spPr>
                <a:xfrm>
                  <a:off x="2402" y="2718"/>
                  <a:ext cx="111" cy="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9" h="84" stroke="true" fill="norm" extrusionOk="true">
                      <a:moveTo>
                        <a:pt x="17" y="66"/>
                      </a:moveTo>
                      <a:lnTo>
                        <a:pt x="18" y="77"/>
                      </a:lnTo>
                      <a:lnTo>
                        <a:pt x="31" y="77"/>
                      </a:lnTo>
                      <a:lnTo>
                        <a:pt x="36" y="83"/>
                      </a:lnTo>
                      <a:lnTo>
                        <a:pt x="43" y="74"/>
                      </a:lnTo>
                      <a:lnTo>
                        <a:pt x="61" y="68"/>
                      </a:lnTo>
                      <a:lnTo>
                        <a:pt x="81" y="71"/>
                      </a:lnTo>
                      <a:lnTo>
                        <a:pt x="98" y="71"/>
                      </a:lnTo>
                      <a:lnTo>
                        <a:pt x="90" y="54"/>
                      </a:lnTo>
                      <a:lnTo>
                        <a:pt x="82" y="48"/>
                      </a:lnTo>
                      <a:lnTo>
                        <a:pt x="79" y="36"/>
                      </a:lnTo>
                      <a:lnTo>
                        <a:pt x="68" y="28"/>
                      </a:lnTo>
                      <a:lnTo>
                        <a:pt x="57" y="13"/>
                      </a:lnTo>
                      <a:lnTo>
                        <a:pt x="47" y="8"/>
                      </a:lnTo>
                      <a:lnTo>
                        <a:pt x="41" y="0"/>
                      </a:lnTo>
                      <a:lnTo>
                        <a:pt x="28" y="3"/>
                      </a:lnTo>
                      <a:lnTo>
                        <a:pt x="10" y="24"/>
                      </a:lnTo>
                      <a:lnTo>
                        <a:pt x="0" y="28"/>
                      </a:lnTo>
                      <a:lnTo>
                        <a:pt x="11" y="32"/>
                      </a:lnTo>
                      <a:lnTo>
                        <a:pt x="21" y="44"/>
                      </a:lnTo>
                      <a:lnTo>
                        <a:pt x="28" y="50"/>
                      </a:lnTo>
                      <a:lnTo>
                        <a:pt x="19" y="56"/>
                      </a:lnTo>
                      <a:lnTo>
                        <a:pt x="17" y="6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4" id="144"/>
                <p:cNvSpPr/>
                <p:nvPr/>
              </p:nvSpPr>
              <p:spPr>
                <a:xfrm>
                  <a:off x="2806" y="2313"/>
                  <a:ext cx="61" cy="1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5" h="107" stroke="true" fill="norm" extrusionOk="true">
                      <a:moveTo>
                        <a:pt x="29" y="106"/>
                      </a:moveTo>
                      <a:lnTo>
                        <a:pt x="22" y="105"/>
                      </a:lnTo>
                      <a:lnTo>
                        <a:pt x="18" y="89"/>
                      </a:lnTo>
                      <a:lnTo>
                        <a:pt x="5" y="85"/>
                      </a:lnTo>
                      <a:lnTo>
                        <a:pt x="0" y="68"/>
                      </a:lnTo>
                      <a:lnTo>
                        <a:pt x="3" y="53"/>
                      </a:lnTo>
                      <a:lnTo>
                        <a:pt x="17" y="48"/>
                      </a:lnTo>
                      <a:lnTo>
                        <a:pt x="9" y="37"/>
                      </a:lnTo>
                      <a:lnTo>
                        <a:pt x="11" y="25"/>
                      </a:lnTo>
                      <a:lnTo>
                        <a:pt x="18" y="25"/>
                      </a:lnTo>
                      <a:lnTo>
                        <a:pt x="15" y="7"/>
                      </a:lnTo>
                      <a:lnTo>
                        <a:pt x="25" y="1"/>
                      </a:lnTo>
                      <a:lnTo>
                        <a:pt x="32" y="0"/>
                      </a:lnTo>
                      <a:lnTo>
                        <a:pt x="39" y="5"/>
                      </a:lnTo>
                      <a:lnTo>
                        <a:pt x="51" y="9"/>
                      </a:lnTo>
                      <a:lnTo>
                        <a:pt x="47" y="21"/>
                      </a:lnTo>
                      <a:lnTo>
                        <a:pt x="52" y="30"/>
                      </a:lnTo>
                      <a:lnTo>
                        <a:pt x="51" y="47"/>
                      </a:lnTo>
                      <a:lnTo>
                        <a:pt x="40" y="50"/>
                      </a:lnTo>
                      <a:lnTo>
                        <a:pt x="40" y="64"/>
                      </a:lnTo>
                      <a:lnTo>
                        <a:pt x="47" y="67"/>
                      </a:lnTo>
                      <a:lnTo>
                        <a:pt x="54" y="75"/>
                      </a:lnTo>
                      <a:lnTo>
                        <a:pt x="51" y="97"/>
                      </a:lnTo>
                      <a:lnTo>
                        <a:pt x="43" y="99"/>
                      </a:lnTo>
                      <a:lnTo>
                        <a:pt x="29" y="10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5" id="145"/>
                <p:cNvSpPr/>
                <p:nvPr/>
              </p:nvSpPr>
              <p:spPr>
                <a:xfrm>
                  <a:off x="3954" y="2457"/>
                  <a:ext cx="138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2" h="65" stroke="true" fill="norm" extrusionOk="true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9" y="12"/>
                      </a:lnTo>
                      <a:lnTo>
                        <a:pt x="43" y="20"/>
                      </a:lnTo>
                      <a:lnTo>
                        <a:pt x="49" y="10"/>
                      </a:lnTo>
                      <a:lnTo>
                        <a:pt x="50" y="26"/>
                      </a:lnTo>
                      <a:lnTo>
                        <a:pt x="61" y="33"/>
                      </a:lnTo>
                      <a:lnTo>
                        <a:pt x="76" y="41"/>
                      </a:lnTo>
                      <a:lnTo>
                        <a:pt x="107" y="42"/>
                      </a:lnTo>
                      <a:lnTo>
                        <a:pt x="121" y="48"/>
                      </a:lnTo>
                      <a:lnTo>
                        <a:pt x="113" y="63"/>
                      </a:lnTo>
                      <a:lnTo>
                        <a:pt x="100" y="63"/>
                      </a:lnTo>
                      <a:lnTo>
                        <a:pt x="84" y="64"/>
                      </a:lnTo>
                      <a:lnTo>
                        <a:pt x="72" y="56"/>
                      </a:lnTo>
                      <a:lnTo>
                        <a:pt x="54" y="53"/>
                      </a:lnTo>
                      <a:lnTo>
                        <a:pt x="32" y="44"/>
                      </a:lnTo>
                      <a:lnTo>
                        <a:pt x="14" y="39"/>
                      </a:lnTo>
                      <a:lnTo>
                        <a:pt x="3" y="2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6" id="146"/>
                <p:cNvSpPr/>
                <p:nvPr/>
              </p:nvSpPr>
              <p:spPr>
                <a:xfrm>
                  <a:off x="4252" y="2629"/>
                  <a:ext cx="129" cy="2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5" h="199" stroke="true" fill="norm" extrusionOk="true">
                      <a:moveTo>
                        <a:pt x="14" y="178"/>
                      </a:moveTo>
                      <a:lnTo>
                        <a:pt x="21" y="167"/>
                      </a:lnTo>
                      <a:lnTo>
                        <a:pt x="30" y="146"/>
                      </a:lnTo>
                      <a:lnTo>
                        <a:pt x="18" y="135"/>
                      </a:lnTo>
                      <a:lnTo>
                        <a:pt x="13" y="116"/>
                      </a:lnTo>
                      <a:lnTo>
                        <a:pt x="11" y="105"/>
                      </a:lnTo>
                      <a:lnTo>
                        <a:pt x="15" y="79"/>
                      </a:lnTo>
                      <a:lnTo>
                        <a:pt x="3" y="65"/>
                      </a:lnTo>
                      <a:lnTo>
                        <a:pt x="0" y="54"/>
                      </a:lnTo>
                      <a:lnTo>
                        <a:pt x="2" y="27"/>
                      </a:lnTo>
                      <a:lnTo>
                        <a:pt x="16" y="21"/>
                      </a:lnTo>
                      <a:lnTo>
                        <a:pt x="25" y="14"/>
                      </a:lnTo>
                      <a:lnTo>
                        <a:pt x="32" y="0"/>
                      </a:lnTo>
                      <a:lnTo>
                        <a:pt x="34" y="13"/>
                      </a:lnTo>
                      <a:lnTo>
                        <a:pt x="38" y="27"/>
                      </a:lnTo>
                      <a:lnTo>
                        <a:pt x="45" y="34"/>
                      </a:lnTo>
                      <a:lnTo>
                        <a:pt x="56" y="38"/>
                      </a:lnTo>
                      <a:lnTo>
                        <a:pt x="70" y="58"/>
                      </a:lnTo>
                      <a:lnTo>
                        <a:pt x="82" y="48"/>
                      </a:lnTo>
                      <a:lnTo>
                        <a:pt x="93" y="60"/>
                      </a:lnTo>
                      <a:lnTo>
                        <a:pt x="101" y="80"/>
                      </a:lnTo>
                      <a:lnTo>
                        <a:pt x="106" y="91"/>
                      </a:lnTo>
                      <a:lnTo>
                        <a:pt x="114" y="93"/>
                      </a:lnTo>
                      <a:lnTo>
                        <a:pt x="114" y="116"/>
                      </a:lnTo>
                      <a:lnTo>
                        <a:pt x="99" y="119"/>
                      </a:lnTo>
                      <a:lnTo>
                        <a:pt x="85" y="110"/>
                      </a:lnTo>
                      <a:lnTo>
                        <a:pt x="70" y="124"/>
                      </a:lnTo>
                      <a:lnTo>
                        <a:pt x="64" y="141"/>
                      </a:lnTo>
                      <a:lnTo>
                        <a:pt x="50" y="139"/>
                      </a:lnTo>
                      <a:lnTo>
                        <a:pt x="40" y="170"/>
                      </a:lnTo>
                      <a:lnTo>
                        <a:pt x="49" y="185"/>
                      </a:lnTo>
                      <a:lnTo>
                        <a:pt x="36" y="198"/>
                      </a:lnTo>
                      <a:lnTo>
                        <a:pt x="25" y="190"/>
                      </a:lnTo>
                      <a:lnTo>
                        <a:pt x="14" y="17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7" id="147"/>
                <p:cNvSpPr/>
                <p:nvPr/>
              </p:nvSpPr>
              <p:spPr>
                <a:xfrm>
                  <a:off x="3409" y="1346"/>
                  <a:ext cx="217" cy="18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3" h="166" stroke="true" fill="norm" extrusionOk="true">
                      <a:moveTo>
                        <a:pt x="47" y="94"/>
                      </a:moveTo>
                      <a:lnTo>
                        <a:pt x="58" y="84"/>
                      </a:lnTo>
                      <a:lnTo>
                        <a:pt x="63" y="77"/>
                      </a:lnTo>
                      <a:lnTo>
                        <a:pt x="80" y="64"/>
                      </a:lnTo>
                      <a:lnTo>
                        <a:pt x="100" y="53"/>
                      </a:lnTo>
                      <a:lnTo>
                        <a:pt x="122" y="37"/>
                      </a:lnTo>
                      <a:lnTo>
                        <a:pt x="135" y="32"/>
                      </a:lnTo>
                      <a:lnTo>
                        <a:pt x="162" y="23"/>
                      </a:lnTo>
                      <a:lnTo>
                        <a:pt x="183" y="16"/>
                      </a:lnTo>
                      <a:lnTo>
                        <a:pt x="192" y="11"/>
                      </a:lnTo>
                      <a:lnTo>
                        <a:pt x="185" y="2"/>
                      </a:lnTo>
                      <a:lnTo>
                        <a:pt x="161" y="0"/>
                      </a:lnTo>
                      <a:lnTo>
                        <a:pt x="145" y="13"/>
                      </a:lnTo>
                      <a:lnTo>
                        <a:pt x="122" y="19"/>
                      </a:lnTo>
                      <a:lnTo>
                        <a:pt x="94" y="20"/>
                      </a:lnTo>
                      <a:lnTo>
                        <a:pt x="80" y="32"/>
                      </a:lnTo>
                      <a:lnTo>
                        <a:pt x="64" y="32"/>
                      </a:lnTo>
                      <a:lnTo>
                        <a:pt x="57" y="44"/>
                      </a:lnTo>
                      <a:lnTo>
                        <a:pt x="32" y="49"/>
                      </a:lnTo>
                      <a:lnTo>
                        <a:pt x="28" y="67"/>
                      </a:lnTo>
                      <a:lnTo>
                        <a:pt x="27" y="77"/>
                      </a:lnTo>
                      <a:lnTo>
                        <a:pt x="16" y="76"/>
                      </a:lnTo>
                      <a:lnTo>
                        <a:pt x="16" y="79"/>
                      </a:lnTo>
                      <a:lnTo>
                        <a:pt x="17" y="84"/>
                      </a:lnTo>
                      <a:lnTo>
                        <a:pt x="13" y="92"/>
                      </a:lnTo>
                      <a:lnTo>
                        <a:pt x="6" y="97"/>
                      </a:lnTo>
                      <a:lnTo>
                        <a:pt x="2" y="113"/>
                      </a:lnTo>
                      <a:lnTo>
                        <a:pt x="0" y="132"/>
                      </a:lnTo>
                      <a:lnTo>
                        <a:pt x="12" y="139"/>
                      </a:lnTo>
                      <a:lnTo>
                        <a:pt x="23" y="162"/>
                      </a:lnTo>
                      <a:lnTo>
                        <a:pt x="41" y="165"/>
                      </a:lnTo>
                      <a:lnTo>
                        <a:pt x="66" y="162"/>
                      </a:lnTo>
                      <a:lnTo>
                        <a:pt x="68" y="152"/>
                      </a:lnTo>
                      <a:lnTo>
                        <a:pt x="53" y="144"/>
                      </a:lnTo>
                      <a:lnTo>
                        <a:pt x="43" y="134"/>
                      </a:lnTo>
                      <a:lnTo>
                        <a:pt x="43" y="114"/>
                      </a:lnTo>
                      <a:lnTo>
                        <a:pt x="47" y="98"/>
                      </a:lnTo>
                      <a:lnTo>
                        <a:pt x="47" y="9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8" id="148"/>
                <p:cNvSpPr/>
                <p:nvPr/>
              </p:nvSpPr>
              <p:spPr>
                <a:xfrm>
                  <a:off x="3898" y="1199"/>
                  <a:ext cx="76" cy="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7" h="52" stroke="true" fill="norm" extrusionOk="true">
                      <a:moveTo>
                        <a:pt x="33" y="7"/>
                      </a:moveTo>
                      <a:lnTo>
                        <a:pt x="22" y="17"/>
                      </a:lnTo>
                      <a:lnTo>
                        <a:pt x="11" y="19"/>
                      </a:lnTo>
                      <a:lnTo>
                        <a:pt x="0" y="26"/>
                      </a:lnTo>
                      <a:lnTo>
                        <a:pt x="8" y="40"/>
                      </a:lnTo>
                      <a:lnTo>
                        <a:pt x="25" y="51"/>
                      </a:lnTo>
                      <a:lnTo>
                        <a:pt x="48" y="41"/>
                      </a:lnTo>
                      <a:lnTo>
                        <a:pt x="66" y="32"/>
                      </a:lnTo>
                      <a:lnTo>
                        <a:pt x="62" y="11"/>
                      </a:lnTo>
                      <a:lnTo>
                        <a:pt x="43" y="0"/>
                      </a:lnTo>
                      <a:lnTo>
                        <a:pt x="33" y="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9" id="149"/>
                <p:cNvSpPr/>
                <p:nvPr/>
              </p:nvSpPr>
              <p:spPr>
                <a:xfrm>
                  <a:off x="3949" y="1241"/>
                  <a:ext cx="73" cy="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4" h="44" stroke="true" fill="norm" extrusionOk="true">
                      <a:moveTo>
                        <a:pt x="17" y="15"/>
                      </a:moveTo>
                      <a:lnTo>
                        <a:pt x="24" y="3"/>
                      </a:lnTo>
                      <a:lnTo>
                        <a:pt x="36" y="0"/>
                      </a:lnTo>
                      <a:lnTo>
                        <a:pt x="46" y="3"/>
                      </a:lnTo>
                      <a:lnTo>
                        <a:pt x="56" y="17"/>
                      </a:lnTo>
                      <a:lnTo>
                        <a:pt x="56" y="28"/>
                      </a:lnTo>
                      <a:lnTo>
                        <a:pt x="63" y="26"/>
                      </a:lnTo>
                      <a:lnTo>
                        <a:pt x="63" y="37"/>
                      </a:lnTo>
                      <a:lnTo>
                        <a:pt x="41" y="43"/>
                      </a:lnTo>
                      <a:lnTo>
                        <a:pt x="21" y="34"/>
                      </a:lnTo>
                      <a:lnTo>
                        <a:pt x="0" y="26"/>
                      </a:lnTo>
                      <a:lnTo>
                        <a:pt x="4" y="16"/>
                      </a:lnTo>
                      <a:lnTo>
                        <a:pt x="17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0" id="150"/>
                <p:cNvSpPr/>
                <p:nvPr/>
              </p:nvSpPr>
              <p:spPr>
                <a:xfrm>
                  <a:off x="4030" y="1261"/>
                  <a:ext cx="60" cy="4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4" h="43" stroke="true" fill="norm" extrusionOk="true">
                      <a:moveTo>
                        <a:pt x="7" y="19"/>
                      </a:moveTo>
                      <a:lnTo>
                        <a:pt x="12" y="8"/>
                      </a:lnTo>
                      <a:lnTo>
                        <a:pt x="24" y="0"/>
                      </a:lnTo>
                      <a:lnTo>
                        <a:pt x="27" y="8"/>
                      </a:lnTo>
                      <a:lnTo>
                        <a:pt x="33" y="11"/>
                      </a:lnTo>
                      <a:lnTo>
                        <a:pt x="41" y="11"/>
                      </a:lnTo>
                      <a:lnTo>
                        <a:pt x="51" y="15"/>
                      </a:lnTo>
                      <a:lnTo>
                        <a:pt x="53" y="27"/>
                      </a:lnTo>
                      <a:lnTo>
                        <a:pt x="46" y="39"/>
                      </a:lnTo>
                      <a:lnTo>
                        <a:pt x="29" y="42"/>
                      </a:lnTo>
                      <a:lnTo>
                        <a:pt x="7" y="39"/>
                      </a:lnTo>
                      <a:lnTo>
                        <a:pt x="0" y="33"/>
                      </a:lnTo>
                      <a:lnTo>
                        <a:pt x="7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1" id="151"/>
                <p:cNvSpPr/>
                <p:nvPr/>
              </p:nvSpPr>
              <p:spPr>
                <a:xfrm>
                  <a:off x="4558" y="1363"/>
                  <a:ext cx="106" cy="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4" h="44" stroke="true" fill="norm" extrusionOk="true">
                      <a:moveTo>
                        <a:pt x="51" y="4"/>
                      </a:moveTo>
                      <a:lnTo>
                        <a:pt x="49" y="15"/>
                      </a:lnTo>
                      <a:lnTo>
                        <a:pt x="33" y="15"/>
                      </a:lnTo>
                      <a:lnTo>
                        <a:pt x="28" y="8"/>
                      </a:lnTo>
                      <a:lnTo>
                        <a:pt x="13" y="0"/>
                      </a:lnTo>
                      <a:lnTo>
                        <a:pt x="0" y="8"/>
                      </a:lnTo>
                      <a:lnTo>
                        <a:pt x="0" y="26"/>
                      </a:lnTo>
                      <a:lnTo>
                        <a:pt x="19" y="40"/>
                      </a:lnTo>
                      <a:lnTo>
                        <a:pt x="43" y="43"/>
                      </a:lnTo>
                      <a:lnTo>
                        <a:pt x="53" y="34"/>
                      </a:lnTo>
                      <a:lnTo>
                        <a:pt x="67" y="40"/>
                      </a:lnTo>
                      <a:lnTo>
                        <a:pt x="86" y="39"/>
                      </a:lnTo>
                      <a:lnTo>
                        <a:pt x="93" y="29"/>
                      </a:lnTo>
                      <a:lnTo>
                        <a:pt x="79" y="23"/>
                      </a:lnTo>
                      <a:lnTo>
                        <a:pt x="71" y="8"/>
                      </a:lnTo>
                      <a:lnTo>
                        <a:pt x="57" y="1"/>
                      </a:lnTo>
                      <a:lnTo>
                        <a:pt x="51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2" id="152"/>
                <p:cNvSpPr/>
                <p:nvPr/>
              </p:nvSpPr>
              <p:spPr>
                <a:xfrm>
                  <a:off x="4689" y="1379"/>
                  <a:ext cx="64" cy="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8" h="23" stroke="true" fill="norm" extrusionOk="true">
                      <a:moveTo>
                        <a:pt x="1" y="0"/>
                      </a:moveTo>
                      <a:lnTo>
                        <a:pt x="9" y="6"/>
                      </a:lnTo>
                      <a:lnTo>
                        <a:pt x="30" y="6"/>
                      </a:lnTo>
                      <a:lnTo>
                        <a:pt x="54" y="6"/>
                      </a:lnTo>
                      <a:lnTo>
                        <a:pt x="57" y="19"/>
                      </a:lnTo>
                      <a:lnTo>
                        <a:pt x="26" y="22"/>
                      </a:lnTo>
                      <a:lnTo>
                        <a:pt x="9" y="17"/>
                      </a:lnTo>
                      <a:lnTo>
                        <a:pt x="0" y="7"/>
                      </a:lnTo>
                      <a:lnTo>
                        <a:pt x="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3" id="153"/>
                <p:cNvSpPr/>
                <p:nvPr/>
              </p:nvSpPr>
              <p:spPr>
                <a:xfrm>
                  <a:off x="5201" y="1493"/>
                  <a:ext cx="45" cy="3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27" stroke="true" fill="norm" extrusionOk="true">
                      <a:moveTo>
                        <a:pt x="15" y="2"/>
                      </a:moveTo>
                      <a:lnTo>
                        <a:pt x="3" y="13"/>
                      </a:lnTo>
                      <a:lnTo>
                        <a:pt x="0" y="26"/>
                      </a:lnTo>
                      <a:lnTo>
                        <a:pt x="20" y="24"/>
                      </a:lnTo>
                      <a:lnTo>
                        <a:pt x="36" y="23"/>
                      </a:lnTo>
                      <a:lnTo>
                        <a:pt x="40" y="8"/>
                      </a:lnTo>
                      <a:lnTo>
                        <a:pt x="26" y="0"/>
                      </a:lnTo>
                      <a:lnTo>
                        <a:pt x="15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4" id="154"/>
                <p:cNvSpPr/>
                <p:nvPr/>
              </p:nvSpPr>
              <p:spPr>
                <a:xfrm>
                  <a:off x="2490" y="2542"/>
                  <a:ext cx="266" cy="29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37" h="266" stroke="true" fill="norm" extrusionOk="true">
                      <a:moveTo>
                        <a:pt x="0" y="191"/>
                      </a:moveTo>
                      <a:lnTo>
                        <a:pt x="14" y="173"/>
                      </a:lnTo>
                      <a:lnTo>
                        <a:pt x="26" y="179"/>
                      </a:lnTo>
                      <a:lnTo>
                        <a:pt x="78" y="182"/>
                      </a:lnTo>
                      <a:lnTo>
                        <a:pt x="96" y="180"/>
                      </a:lnTo>
                      <a:lnTo>
                        <a:pt x="95" y="162"/>
                      </a:lnTo>
                      <a:lnTo>
                        <a:pt x="83" y="158"/>
                      </a:lnTo>
                      <a:lnTo>
                        <a:pt x="85" y="47"/>
                      </a:lnTo>
                      <a:lnTo>
                        <a:pt x="78" y="38"/>
                      </a:lnTo>
                      <a:lnTo>
                        <a:pt x="78" y="16"/>
                      </a:lnTo>
                      <a:lnTo>
                        <a:pt x="87" y="14"/>
                      </a:lnTo>
                      <a:lnTo>
                        <a:pt x="88" y="0"/>
                      </a:lnTo>
                      <a:lnTo>
                        <a:pt x="103" y="9"/>
                      </a:lnTo>
                      <a:lnTo>
                        <a:pt x="204" y="89"/>
                      </a:lnTo>
                      <a:lnTo>
                        <a:pt x="217" y="96"/>
                      </a:lnTo>
                      <a:lnTo>
                        <a:pt x="221" y="119"/>
                      </a:lnTo>
                      <a:lnTo>
                        <a:pt x="233" y="117"/>
                      </a:lnTo>
                      <a:lnTo>
                        <a:pt x="236" y="164"/>
                      </a:lnTo>
                      <a:lnTo>
                        <a:pt x="226" y="166"/>
                      </a:lnTo>
                      <a:lnTo>
                        <a:pt x="226" y="174"/>
                      </a:lnTo>
                      <a:lnTo>
                        <a:pt x="188" y="179"/>
                      </a:lnTo>
                      <a:lnTo>
                        <a:pt x="177" y="187"/>
                      </a:lnTo>
                      <a:lnTo>
                        <a:pt x="153" y="186"/>
                      </a:lnTo>
                      <a:lnTo>
                        <a:pt x="145" y="196"/>
                      </a:lnTo>
                      <a:lnTo>
                        <a:pt x="137" y="203"/>
                      </a:lnTo>
                      <a:lnTo>
                        <a:pt x="118" y="209"/>
                      </a:lnTo>
                      <a:lnTo>
                        <a:pt x="115" y="217"/>
                      </a:lnTo>
                      <a:lnTo>
                        <a:pt x="110" y="228"/>
                      </a:lnTo>
                      <a:lnTo>
                        <a:pt x="100" y="242"/>
                      </a:lnTo>
                      <a:lnTo>
                        <a:pt x="95" y="262"/>
                      </a:lnTo>
                      <a:lnTo>
                        <a:pt x="78" y="264"/>
                      </a:lnTo>
                      <a:lnTo>
                        <a:pt x="65" y="265"/>
                      </a:lnTo>
                      <a:lnTo>
                        <a:pt x="60" y="246"/>
                      </a:lnTo>
                      <a:lnTo>
                        <a:pt x="49" y="235"/>
                      </a:lnTo>
                      <a:lnTo>
                        <a:pt x="33" y="231"/>
                      </a:lnTo>
                      <a:lnTo>
                        <a:pt x="19" y="227"/>
                      </a:lnTo>
                      <a:lnTo>
                        <a:pt x="11" y="210"/>
                      </a:lnTo>
                      <a:lnTo>
                        <a:pt x="3" y="204"/>
                      </a:lnTo>
                      <a:lnTo>
                        <a:pt x="0" y="19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5" id="155"/>
                <p:cNvSpPr/>
                <p:nvPr/>
              </p:nvSpPr>
              <p:spPr>
                <a:xfrm>
                  <a:off x="2725" y="2771"/>
                  <a:ext cx="177" cy="17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8" h="156" stroke="true" fill="norm" extrusionOk="true">
                      <a:moveTo>
                        <a:pt x="126" y="101"/>
                      </a:moveTo>
                      <a:lnTo>
                        <a:pt x="135" y="84"/>
                      </a:lnTo>
                      <a:lnTo>
                        <a:pt x="142" y="57"/>
                      </a:lnTo>
                      <a:lnTo>
                        <a:pt x="146" y="49"/>
                      </a:lnTo>
                      <a:lnTo>
                        <a:pt x="154" y="44"/>
                      </a:lnTo>
                      <a:lnTo>
                        <a:pt x="157" y="24"/>
                      </a:lnTo>
                      <a:lnTo>
                        <a:pt x="154" y="0"/>
                      </a:lnTo>
                      <a:lnTo>
                        <a:pt x="143" y="6"/>
                      </a:lnTo>
                      <a:lnTo>
                        <a:pt x="137" y="13"/>
                      </a:lnTo>
                      <a:lnTo>
                        <a:pt x="129" y="6"/>
                      </a:lnTo>
                      <a:lnTo>
                        <a:pt x="111" y="6"/>
                      </a:lnTo>
                      <a:lnTo>
                        <a:pt x="109" y="13"/>
                      </a:lnTo>
                      <a:lnTo>
                        <a:pt x="96" y="13"/>
                      </a:lnTo>
                      <a:lnTo>
                        <a:pt x="89" y="4"/>
                      </a:lnTo>
                      <a:lnTo>
                        <a:pt x="78" y="6"/>
                      </a:lnTo>
                      <a:lnTo>
                        <a:pt x="60" y="7"/>
                      </a:lnTo>
                      <a:lnTo>
                        <a:pt x="59" y="13"/>
                      </a:lnTo>
                      <a:lnTo>
                        <a:pt x="52" y="3"/>
                      </a:lnTo>
                      <a:lnTo>
                        <a:pt x="41" y="2"/>
                      </a:lnTo>
                      <a:lnTo>
                        <a:pt x="28" y="6"/>
                      </a:lnTo>
                      <a:lnTo>
                        <a:pt x="23" y="16"/>
                      </a:lnTo>
                      <a:lnTo>
                        <a:pt x="18" y="23"/>
                      </a:lnTo>
                      <a:lnTo>
                        <a:pt x="14" y="23"/>
                      </a:lnTo>
                      <a:lnTo>
                        <a:pt x="16" y="42"/>
                      </a:lnTo>
                      <a:lnTo>
                        <a:pt x="8" y="74"/>
                      </a:lnTo>
                      <a:lnTo>
                        <a:pt x="0" y="85"/>
                      </a:lnTo>
                      <a:lnTo>
                        <a:pt x="3" y="117"/>
                      </a:lnTo>
                      <a:lnTo>
                        <a:pt x="15" y="119"/>
                      </a:lnTo>
                      <a:lnTo>
                        <a:pt x="28" y="117"/>
                      </a:lnTo>
                      <a:lnTo>
                        <a:pt x="34" y="124"/>
                      </a:lnTo>
                      <a:lnTo>
                        <a:pt x="40" y="132"/>
                      </a:lnTo>
                      <a:lnTo>
                        <a:pt x="39" y="147"/>
                      </a:lnTo>
                      <a:lnTo>
                        <a:pt x="50" y="154"/>
                      </a:lnTo>
                      <a:lnTo>
                        <a:pt x="63" y="155"/>
                      </a:lnTo>
                      <a:lnTo>
                        <a:pt x="89" y="133"/>
                      </a:lnTo>
                      <a:lnTo>
                        <a:pt x="98" y="122"/>
                      </a:lnTo>
                      <a:lnTo>
                        <a:pt x="110" y="111"/>
                      </a:lnTo>
                      <a:lnTo>
                        <a:pt x="126" y="10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6" id="156"/>
                <p:cNvSpPr/>
                <p:nvPr/>
              </p:nvSpPr>
              <p:spPr>
                <a:xfrm>
                  <a:off x="2925" y="2821"/>
                  <a:ext cx="198" cy="1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7" h="142" stroke="true" fill="norm" extrusionOk="true">
                      <a:moveTo>
                        <a:pt x="174" y="101"/>
                      </a:moveTo>
                      <a:lnTo>
                        <a:pt x="166" y="100"/>
                      </a:lnTo>
                      <a:lnTo>
                        <a:pt x="150" y="103"/>
                      </a:lnTo>
                      <a:lnTo>
                        <a:pt x="136" y="101"/>
                      </a:lnTo>
                      <a:lnTo>
                        <a:pt x="135" y="108"/>
                      </a:lnTo>
                      <a:lnTo>
                        <a:pt x="106" y="110"/>
                      </a:lnTo>
                      <a:lnTo>
                        <a:pt x="103" y="116"/>
                      </a:lnTo>
                      <a:lnTo>
                        <a:pt x="79" y="120"/>
                      </a:lnTo>
                      <a:lnTo>
                        <a:pt x="74" y="109"/>
                      </a:lnTo>
                      <a:lnTo>
                        <a:pt x="64" y="105"/>
                      </a:lnTo>
                      <a:lnTo>
                        <a:pt x="58" y="114"/>
                      </a:lnTo>
                      <a:lnTo>
                        <a:pt x="51" y="117"/>
                      </a:lnTo>
                      <a:lnTo>
                        <a:pt x="46" y="121"/>
                      </a:lnTo>
                      <a:lnTo>
                        <a:pt x="35" y="123"/>
                      </a:lnTo>
                      <a:lnTo>
                        <a:pt x="28" y="132"/>
                      </a:lnTo>
                      <a:lnTo>
                        <a:pt x="22" y="141"/>
                      </a:lnTo>
                      <a:lnTo>
                        <a:pt x="17" y="132"/>
                      </a:lnTo>
                      <a:lnTo>
                        <a:pt x="10" y="111"/>
                      </a:lnTo>
                      <a:lnTo>
                        <a:pt x="0" y="94"/>
                      </a:lnTo>
                      <a:lnTo>
                        <a:pt x="6" y="75"/>
                      </a:lnTo>
                      <a:lnTo>
                        <a:pt x="13" y="66"/>
                      </a:lnTo>
                      <a:lnTo>
                        <a:pt x="21" y="61"/>
                      </a:lnTo>
                      <a:lnTo>
                        <a:pt x="35" y="62"/>
                      </a:lnTo>
                      <a:lnTo>
                        <a:pt x="39" y="53"/>
                      </a:lnTo>
                      <a:lnTo>
                        <a:pt x="55" y="52"/>
                      </a:lnTo>
                      <a:lnTo>
                        <a:pt x="62" y="42"/>
                      </a:lnTo>
                      <a:lnTo>
                        <a:pt x="75" y="38"/>
                      </a:lnTo>
                      <a:lnTo>
                        <a:pt x="80" y="27"/>
                      </a:lnTo>
                      <a:lnTo>
                        <a:pt x="90" y="24"/>
                      </a:lnTo>
                      <a:lnTo>
                        <a:pt x="96" y="12"/>
                      </a:lnTo>
                      <a:lnTo>
                        <a:pt x="106" y="3"/>
                      </a:lnTo>
                      <a:lnTo>
                        <a:pt x="113" y="0"/>
                      </a:lnTo>
                      <a:lnTo>
                        <a:pt x="119" y="11"/>
                      </a:lnTo>
                      <a:lnTo>
                        <a:pt x="126" y="26"/>
                      </a:lnTo>
                      <a:lnTo>
                        <a:pt x="124" y="38"/>
                      </a:lnTo>
                      <a:lnTo>
                        <a:pt x="131" y="41"/>
                      </a:lnTo>
                      <a:lnTo>
                        <a:pt x="132" y="50"/>
                      </a:lnTo>
                      <a:lnTo>
                        <a:pt x="143" y="47"/>
                      </a:lnTo>
                      <a:lnTo>
                        <a:pt x="146" y="61"/>
                      </a:lnTo>
                      <a:lnTo>
                        <a:pt x="159" y="64"/>
                      </a:lnTo>
                      <a:lnTo>
                        <a:pt x="162" y="80"/>
                      </a:lnTo>
                      <a:lnTo>
                        <a:pt x="169" y="83"/>
                      </a:lnTo>
                      <a:lnTo>
                        <a:pt x="173" y="89"/>
                      </a:lnTo>
                      <a:lnTo>
                        <a:pt x="176" y="94"/>
                      </a:lnTo>
                      <a:lnTo>
                        <a:pt x="174" y="10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7" id="157"/>
                <p:cNvSpPr/>
                <p:nvPr/>
              </p:nvSpPr>
              <p:spPr>
                <a:xfrm>
                  <a:off x="3080" y="2429"/>
                  <a:ext cx="172" cy="20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2" h="201" stroke="true" fill="norm" extrusionOk="true">
                      <a:moveTo>
                        <a:pt x="0" y="2"/>
                      </a:moveTo>
                      <a:lnTo>
                        <a:pt x="0" y="201"/>
                      </a:lnTo>
                      <a:lnTo>
                        <a:pt x="10" y="195"/>
                      </a:lnTo>
                      <a:lnTo>
                        <a:pt x="22" y="186"/>
                      </a:lnTo>
                      <a:lnTo>
                        <a:pt x="129" y="186"/>
                      </a:lnTo>
                      <a:lnTo>
                        <a:pt x="138" y="195"/>
                      </a:lnTo>
                      <a:lnTo>
                        <a:pt x="166" y="172"/>
                      </a:lnTo>
                      <a:lnTo>
                        <a:pt x="166" y="149"/>
                      </a:lnTo>
                      <a:lnTo>
                        <a:pt x="172" y="146"/>
                      </a:lnTo>
                      <a:lnTo>
                        <a:pt x="134" y="85"/>
                      </a:lnTo>
                      <a:lnTo>
                        <a:pt x="112" y="48"/>
                      </a:lnTo>
                      <a:lnTo>
                        <a:pt x="112" y="32"/>
                      </a:lnTo>
                      <a:lnTo>
                        <a:pt x="125" y="45"/>
                      </a:lnTo>
                      <a:lnTo>
                        <a:pt x="143" y="65"/>
                      </a:lnTo>
                      <a:lnTo>
                        <a:pt x="151" y="48"/>
                      </a:lnTo>
                      <a:lnTo>
                        <a:pt x="151" y="28"/>
                      </a:lnTo>
                      <a:lnTo>
                        <a:pt x="136" y="5"/>
                      </a:lnTo>
                      <a:lnTo>
                        <a:pt x="112" y="2"/>
                      </a:lnTo>
                      <a:lnTo>
                        <a:pt x="91" y="3"/>
                      </a:lnTo>
                      <a:lnTo>
                        <a:pt x="67" y="19"/>
                      </a:lnTo>
                      <a:lnTo>
                        <a:pt x="55" y="12"/>
                      </a:lnTo>
                      <a:lnTo>
                        <a:pt x="44" y="0"/>
                      </a:lnTo>
                      <a:lnTo>
                        <a:pt x="0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8" id="158"/>
                <p:cNvSpPr/>
                <p:nvPr/>
              </p:nvSpPr>
              <p:spPr>
                <a:xfrm>
                  <a:off x="3667" y="2342"/>
                  <a:ext cx="200" cy="24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7" h="214" stroke="true" fill="norm" extrusionOk="true">
                      <a:moveTo>
                        <a:pt x="136" y="0"/>
                      </a:moveTo>
                      <a:lnTo>
                        <a:pt x="123" y="4"/>
                      </a:lnTo>
                      <a:lnTo>
                        <a:pt x="119" y="20"/>
                      </a:lnTo>
                      <a:lnTo>
                        <a:pt x="113" y="38"/>
                      </a:lnTo>
                      <a:lnTo>
                        <a:pt x="107" y="54"/>
                      </a:lnTo>
                      <a:lnTo>
                        <a:pt x="97" y="60"/>
                      </a:lnTo>
                      <a:lnTo>
                        <a:pt x="94" y="78"/>
                      </a:lnTo>
                      <a:lnTo>
                        <a:pt x="81" y="78"/>
                      </a:lnTo>
                      <a:lnTo>
                        <a:pt x="65" y="89"/>
                      </a:lnTo>
                      <a:lnTo>
                        <a:pt x="53" y="97"/>
                      </a:lnTo>
                      <a:lnTo>
                        <a:pt x="47" y="112"/>
                      </a:lnTo>
                      <a:lnTo>
                        <a:pt x="6" y="117"/>
                      </a:lnTo>
                      <a:lnTo>
                        <a:pt x="0" y="129"/>
                      </a:lnTo>
                      <a:lnTo>
                        <a:pt x="4" y="145"/>
                      </a:lnTo>
                      <a:lnTo>
                        <a:pt x="15" y="147"/>
                      </a:lnTo>
                      <a:lnTo>
                        <a:pt x="20" y="155"/>
                      </a:lnTo>
                      <a:lnTo>
                        <a:pt x="12" y="166"/>
                      </a:lnTo>
                      <a:lnTo>
                        <a:pt x="0" y="170"/>
                      </a:lnTo>
                      <a:lnTo>
                        <a:pt x="12" y="174"/>
                      </a:lnTo>
                      <a:lnTo>
                        <a:pt x="18" y="187"/>
                      </a:lnTo>
                      <a:lnTo>
                        <a:pt x="42" y="187"/>
                      </a:lnTo>
                      <a:lnTo>
                        <a:pt x="59" y="181"/>
                      </a:lnTo>
                      <a:lnTo>
                        <a:pt x="61" y="193"/>
                      </a:lnTo>
                      <a:lnTo>
                        <a:pt x="78" y="204"/>
                      </a:lnTo>
                      <a:lnTo>
                        <a:pt x="91" y="213"/>
                      </a:lnTo>
                      <a:lnTo>
                        <a:pt x="99" y="204"/>
                      </a:lnTo>
                      <a:lnTo>
                        <a:pt x="127" y="204"/>
                      </a:lnTo>
                      <a:lnTo>
                        <a:pt x="129" y="192"/>
                      </a:lnTo>
                      <a:lnTo>
                        <a:pt x="113" y="171"/>
                      </a:lnTo>
                      <a:lnTo>
                        <a:pt x="102" y="158"/>
                      </a:lnTo>
                      <a:lnTo>
                        <a:pt x="106" y="144"/>
                      </a:lnTo>
                      <a:lnTo>
                        <a:pt x="115" y="135"/>
                      </a:lnTo>
                      <a:lnTo>
                        <a:pt x="140" y="144"/>
                      </a:lnTo>
                      <a:lnTo>
                        <a:pt x="144" y="134"/>
                      </a:lnTo>
                      <a:lnTo>
                        <a:pt x="146" y="123"/>
                      </a:lnTo>
                      <a:lnTo>
                        <a:pt x="161" y="109"/>
                      </a:lnTo>
                      <a:lnTo>
                        <a:pt x="167" y="95"/>
                      </a:lnTo>
                      <a:lnTo>
                        <a:pt x="176" y="85"/>
                      </a:lnTo>
                      <a:lnTo>
                        <a:pt x="174" y="63"/>
                      </a:lnTo>
                      <a:lnTo>
                        <a:pt x="161" y="52"/>
                      </a:lnTo>
                      <a:lnTo>
                        <a:pt x="162" y="32"/>
                      </a:lnTo>
                      <a:lnTo>
                        <a:pt x="155" y="22"/>
                      </a:lnTo>
                      <a:lnTo>
                        <a:pt x="157" y="9"/>
                      </a:lnTo>
                      <a:lnTo>
                        <a:pt x="146" y="2"/>
                      </a:lnTo>
                      <a:lnTo>
                        <a:pt x="136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9" id="159"/>
                <p:cNvSpPr/>
                <p:nvPr/>
              </p:nvSpPr>
              <p:spPr>
                <a:xfrm>
                  <a:off x="4656" y="2279"/>
                  <a:ext cx="61" cy="9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5" h="87" stroke="true" fill="norm" extrusionOk="true">
                      <a:moveTo>
                        <a:pt x="25" y="0"/>
                      </a:moveTo>
                      <a:lnTo>
                        <a:pt x="20" y="15"/>
                      </a:lnTo>
                      <a:lnTo>
                        <a:pt x="0" y="23"/>
                      </a:lnTo>
                      <a:lnTo>
                        <a:pt x="8" y="35"/>
                      </a:lnTo>
                      <a:lnTo>
                        <a:pt x="7" y="46"/>
                      </a:lnTo>
                      <a:lnTo>
                        <a:pt x="19" y="51"/>
                      </a:lnTo>
                      <a:lnTo>
                        <a:pt x="17" y="79"/>
                      </a:lnTo>
                      <a:lnTo>
                        <a:pt x="32" y="86"/>
                      </a:lnTo>
                      <a:lnTo>
                        <a:pt x="54" y="72"/>
                      </a:lnTo>
                      <a:lnTo>
                        <a:pt x="54" y="38"/>
                      </a:lnTo>
                      <a:lnTo>
                        <a:pt x="2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0" id="160"/>
                <p:cNvSpPr/>
                <p:nvPr/>
              </p:nvSpPr>
              <p:spPr>
                <a:xfrm>
                  <a:off x="4829" y="1946"/>
                  <a:ext cx="60" cy="1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4" h="109" stroke="true" fill="norm" extrusionOk="true">
                      <a:moveTo>
                        <a:pt x="3" y="9"/>
                      </a:moveTo>
                      <a:lnTo>
                        <a:pt x="3" y="20"/>
                      </a:lnTo>
                      <a:lnTo>
                        <a:pt x="8" y="34"/>
                      </a:lnTo>
                      <a:lnTo>
                        <a:pt x="12" y="52"/>
                      </a:lnTo>
                      <a:lnTo>
                        <a:pt x="17" y="72"/>
                      </a:lnTo>
                      <a:lnTo>
                        <a:pt x="26" y="81"/>
                      </a:lnTo>
                      <a:lnTo>
                        <a:pt x="21" y="95"/>
                      </a:lnTo>
                      <a:lnTo>
                        <a:pt x="23" y="101"/>
                      </a:lnTo>
                      <a:lnTo>
                        <a:pt x="29" y="101"/>
                      </a:lnTo>
                      <a:lnTo>
                        <a:pt x="45" y="108"/>
                      </a:lnTo>
                      <a:lnTo>
                        <a:pt x="53" y="102"/>
                      </a:lnTo>
                      <a:lnTo>
                        <a:pt x="45" y="83"/>
                      </a:lnTo>
                      <a:lnTo>
                        <a:pt x="34" y="55"/>
                      </a:lnTo>
                      <a:lnTo>
                        <a:pt x="44" y="57"/>
                      </a:lnTo>
                      <a:lnTo>
                        <a:pt x="30" y="37"/>
                      </a:lnTo>
                      <a:lnTo>
                        <a:pt x="19" y="23"/>
                      </a:lnTo>
                      <a:lnTo>
                        <a:pt x="16" y="3"/>
                      </a:lnTo>
                      <a:lnTo>
                        <a:pt x="0" y="0"/>
                      </a:lnTo>
                      <a:lnTo>
                        <a:pt x="3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1" id="161"/>
                <p:cNvSpPr/>
                <p:nvPr/>
              </p:nvSpPr>
              <p:spPr>
                <a:xfrm>
                  <a:off x="3770" y="2398"/>
                  <a:ext cx="459" cy="47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09" h="426" stroke="true" fill="norm" extrusionOk="true">
                      <a:moveTo>
                        <a:pt x="408" y="97"/>
                      </a:moveTo>
                      <a:lnTo>
                        <a:pt x="407" y="105"/>
                      </a:lnTo>
                      <a:lnTo>
                        <a:pt x="388" y="115"/>
                      </a:lnTo>
                      <a:lnTo>
                        <a:pt x="377" y="129"/>
                      </a:lnTo>
                      <a:lnTo>
                        <a:pt x="372" y="148"/>
                      </a:lnTo>
                      <a:lnTo>
                        <a:pt x="359" y="163"/>
                      </a:lnTo>
                      <a:lnTo>
                        <a:pt x="359" y="192"/>
                      </a:lnTo>
                      <a:lnTo>
                        <a:pt x="349" y="184"/>
                      </a:lnTo>
                      <a:lnTo>
                        <a:pt x="344" y="160"/>
                      </a:lnTo>
                      <a:lnTo>
                        <a:pt x="341" y="143"/>
                      </a:lnTo>
                      <a:lnTo>
                        <a:pt x="323" y="133"/>
                      </a:lnTo>
                      <a:lnTo>
                        <a:pt x="309" y="131"/>
                      </a:lnTo>
                      <a:lnTo>
                        <a:pt x="291" y="118"/>
                      </a:lnTo>
                      <a:lnTo>
                        <a:pt x="281" y="148"/>
                      </a:lnTo>
                      <a:lnTo>
                        <a:pt x="291" y="152"/>
                      </a:lnTo>
                      <a:lnTo>
                        <a:pt x="292" y="190"/>
                      </a:lnTo>
                      <a:lnTo>
                        <a:pt x="282" y="192"/>
                      </a:lnTo>
                      <a:lnTo>
                        <a:pt x="272" y="198"/>
                      </a:lnTo>
                      <a:lnTo>
                        <a:pt x="272" y="216"/>
                      </a:lnTo>
                      <a:lnTo>
                        <a:pt x="267" y="221"/>
                      </a:lnTo>
                      <a:lnTo>
                        <a:pt x="256" y="237"/>
                      </a:lnTo>
                      <a:lnTo>
                        <a:pt x="238" y="243"/>
                      </a:lnTo>
                      <a:lnTo>
                        <a:pt x="228" y="256"/>
                      </a:lnTo>
                      <a:lnTo>
                        <a:pt x="213" y="262"/>
                      </a:lnTo>
                      <a:lnTo>
                        <a:pt x="206" y="282"/>
                      </a:lnTo>
                      <a:lnTo>
                        <a:pt x="191" y="293"/>
                      </a:lnTo>
                      <a:lnTo>
                        <a:pt x="170" y="305"/>
                      </a:lnTo>
                      <a:lnTo>
                        <a:pt x="176" y="357"/>
                      </a:lnTo>
                      <a:lnTo>
                        <a:pt x="170" y="359"/>
                      </a:lnTo>
                      <a:lnTo>
                        <a:pt x="176" y="383"/>
                      </a:lnTo>
                      <a:lnTo>
                        <a:pt x="165" y="400"/>
                      </a:lnTo>
                      <a:lnTo>
                        <a:pt x="156" y="417"/>
                      </a:lnTo>
                      <a:lnTo>
                        <a:pt x="139" y="425"/>
                      </a:lnTo>
                      <a:lnTo>
                        <a:pt x="131" y="419"/>
                      </a:lnTo>
                      <a:lnTo>
                        <a:pt x="128" y="400"/>
                      </a:lnTo>
                      <a:lnTo>
                        <a:pt x="110" y="361"/>
                      </a:lnTo>
                      <a:lnTo>
                        <a:pt x="95" y="316"/>
                      </a:lnTo>
                      <a:lnTo>
                        <a:pt x="77" y="290"/>
                      </a:lnTo>
                      <a:lnTo>
                        <a:pt x="70" y="255"/>
                      </a:lnTo>
                      <a:lnTo>
                        <a:pt x="70" y="224"/>
                      </a:lnTo>
                      <a:lnTo>
                        <a:pt x="66" y="199"/>
                      </a:lnTo>
                      <a:lnTo>
                        <a:pt x="59" y="184"/>
                      </a:lnTo>
                      <a:lnTo>
                        <a:pt x="59" y="198"/>
                      </a:lnTo>
                      <a:lnTo>
                        <a:pt x="48" y="208"/>
                      </a:lnTo>
                      <a:lnTo>
                        <a:pt x="27" y="207"/>
                      </a:lnTo>
                      <a:lnTo>
                        <a:pt x="11" y="185"/>
                      </a:lnTo>
                      <a:lnTo>
                        <a:pt x="20" y="174"/>
                      </a:lnTo>
                      <a:lnTo>
                        <a:pt x="7" y="175"/>
                      </a:lnTo>
                      <a:lnTo>
                        <a:pt x="0" y="163"/>
                      </a:lnTo>
                      <a:lnTo>
                        <a:pt x="8" y="154"/>
                      </a:lnTo>
                      <a:lnTo>
                        <a:pt x="36" y="154"/>
                      </a:lnTo>
                      <a:lnTo>
                        <a:pt x="38" y="142"/>
                      </a:lnTo>
                      <a:lnTo>
                        <a:pt x="23" y="121"/>
                      </a:lnTo>
                      <a:lnTo>
                        <a:pt x="11" y="109"/>
                      </a:lnTo>
                      <a:lnTo>
                        <a:pt x="15" y="94"/>
                      </a:lnTo>
                      <a:lnTo>
                        <a:pt x="25" y="86"/>
                      </a:lnTo>
                      <a:lnTo>
                        <a:pt x="49" y="94"/>
                      </a:lnTo>
                      <a:lnTo>
                        <a:pt x="53" y="84"/>
                      </a:lnTo>
                      <a:lnTo>
                        <a:pt x="55" y="73"/>
                      </a:lnTo>
                      <a:lnTo>
                        <a:pt x="70" y="59"/>
                      </a:lnTo>
                      <a:lnTo>
                        <a:pt x="76" y="46"/>
                      </a:lnTo>
                      <a:lnTo>
                        <a:pt x="86" y="36"/>
                      </a:lnTo>
                      <a:lnTo>
                        <a:pt x="84" y="14"/>
                      </a:lnTo>
                      <a:lnTo>
                        <a:pt x="104" y="0"/>
                      </a:lnTo>
                      <a:lnTo>
                        <a:pt x="121" y="2"/>
                      </a:lnTo>
                      <a:lnTo>
                        <a:pt x="132" y="10"/>
                      </a:lnTo>
                      <a:lnTo>
                        <a:pt x="132" y="36"/>
                      </a:lnTo>
                      <a:lnTo>
                        <a:pt x="154" y="41"/>
                      </a:lnTo>
                      <a:lnTo>
                        <a:pt x="166" y="53"/>
                      </a:lnTo>
                      <a:lnTo>
                        <a:pt x="169" y="78"/>
                      </a:lnTo>
                      <a:lnTo>
                        <a:pt x="180" y="92"/>
                      </a:lnTo>
                      <a:lnTo>
                        <a:pt x="198" y="97"/>
                      </a:lnTo>
                      <a:lnTo>
                        <a:pt x="220" y="105"/>
                      </a:lnTo>
                      <a:lnTo>
                        <a:pt x="238" y="109"/>
                      </a:lnTo>
                      <a:lnTo>
                        <a:pt x="250" y="116"/>
                      </a:lnTo>
                      <a:lnTo>
                        <a:pt x="265" y="115"/>
                      </a:lnTo>
                      <a:lnTo>
                        <a:pt x="279" y="115"/>
                      </a:lnTo>
                      <a:lnTo>
                        <a:pt x="287" y="101"/>
                      </a:lnTo>
                      <a:lnTo>
                        <a:pt x="294" y="87"/>
                      </a:lnTo>
                      <a:lnTo>
                        <a:pt x="310" y="94"/>
                      </a:lnTo>
                      <a:lnTo>
                        <a:pt x="334" y="94"/>
                      </a:lnTo>
                      <a:lnTo>
                        <a:pt x="342" y="83"/>
                      </a:lnTo>
                      <a:lnTo>
                        <a:pt x="360" y="73"/>
                      </a:lnTo>
                      <a:lnTo>
                        <a:pt x="383" y="73"/>
                      </a:lnTo>
                      <a:lnTo>
                        <a:pt x="399" y="82"/>
                      </a:lnTo>
                      <a:lnTo>
                        <a:pt x="408" y="9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2" id="162"/>
                <p:cNvSpPr/>
                <p:nvPr/>
              </p:nvSpPr>
              <p:spPr>
                <a:xfrm>
                  <a:off x="4083" y="2531"/>
                  <a:ext cx="91" cy="9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0" h="85" stroke="true" fill="norm" extrusionOk="true">
                      <a:moveTo>
                        <a:pt x="79" y="72"/>
                      </a:moveTo>
                      <a:lnTo>
                        <a:pt x="72" y="84"/>
                      </a:lnTo>
                      <a:lnTo>
                        <a:pt x="64" y="82"/>
                      </a:lnTo>
                      <a:lnTo>
                        <a:pt x="52" y="66"/>
                      </a:lnTo>
                      <a:lnTo>
                        <a:pt x="54" y="52"/>
                      </a:lnTo>
                      <a:lnTo>
                        <a:pt x="46" y="41"/>
                      </a:lnTo>
                      <a:lnTo>
                        <a:pt x="42" y="52"/>
                      </a:lnTo>
                      <a:lnTo>
                        <a:pt x="29" y="57"/>
                      </a:lnTo>
                      <a:lnTo>
                        <a:pt x="28" y="73"/>
                      </a:lnTo>
                      <a:lnTo>
                        <a:pt x="11" y="71"/>
                      </a:lnTo>
                      <a:lnTo>
                        <a:pt x="10" y="33"/>
                      </a:lnTo>
                      <a:lnTo>
                        <a:pt x="0" y="30"/>
                      </a:lnTo>
                      <a:lnTo>
                        <a:pt x="10" y="0"/>
                      </a:lnTo>
                      <a:lnTo>
                        <a:pt x="28" y="12"/>
                      </a:lnTo>
                      <a:lnTo>
                        <a:pt x="43" y="15"/>
                      </a:lnTo>
                      <a:lnTo>
                        <a:pt x="61" y="24"/>
                      </a:lnTo>
                      <a:lnTo>
                        <a:pt x="64" y="42"/>
                      </a:lnTo>
                      <a:lnTo>
                        <a:pt x="70" y="65"/>
                      </a:lnTo>
                      <a:lnTo>
                        <a:pt x="79" y="7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3" id="163"/>
                <p:cNvSpPr/>
                <p:nvPr/>
              </p:nvSpPr>
              <p:spPr>
                <a:xfrm>
                  <a:off x="2502" y="2345"/>
                  <a:ext cx="168" cy="15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9" h="140" stroke="true" fill="norm" extrusionOk="true">
                      <a:moveTo>
                        <a:pt x="118" y="19"/>
                      </a:moveTo>
                      <a:lnTo>
                        <a:pt x="135" y="16"/>
                      </a:lnTo>
                      <a:lnTo>
                        <a:pt x="146" y="27"/>
                      </a:lnTo>
                      <a:lnTo>
                        <a:pt x="139" y="41"/>
                      </a:lnTo>
                      <a:lnTo>
                        <a:pt x="148" y="46"/>
                      </a:lnTo>
                      <a:lnTo>
                        <a:pt x="141" y="70"/>
                      </a:lnTo>
                      <a:lnTo>
                        <a:pt x="126" y="71"/>
                      </a:lnTo>
                      <a:lnTo>
                        <a:pt x="122" y="82"/>
                      </a:lnTo>
                      <a:lnTo>
                        <a:pt x="130" y="89"/>
                      </a:lnTo>
                      <a:lnTo>
                        <a:pt x="111" y="105"/>
                      </a:lnTo>
                      <a:lnTo>
                        <a:pt x="100" y="118"/>
                      </a:lnTo>
                      <a:lnTo>
                        <a:pt x="88" y="124"/>
                      </a:lnTo>
                      <a:lnTo>
                        <a:pt x="77" y="124"/>
                      </a:lnTo>
                      <a:lnTo>
                        <a:pt x="74" y="131"/>
                      </a:lnTo>
                      <a:lnTo>
                        <a:pt x="63" y="130"/>
                      </a:lnTo>
                      <a:lnTo>
                        <a:pt x="61" y="139"/>
                      </a:lnTo>
                      <a:lnTo>
                        <a:pt x="46" y="139"/>
                      </a:lnTo>
                      <a:lnTo>
                        <a:pt x="48" y="132"/>
                      </a:lnTo>
                      <a:lnTo>
                        <a:pt x="37" y="132"/>
                      </a:lnTo>
                      <a:lnTo>
                        <a:pt x="0" y="132"/>
                      </a:lnTo>
                      <a:lnTo>
                        <a:pt x="9" y="120"/>
                      </a:lnTo>
                      <a:lnTo>
                        <a:pt x="17" y="115"/>
                      </a:lnTo>
                      <a:lnTo>
                        <a:pt x="25" y="108"/>
                      </a:lnTo>
                      <a:lnTo>
                        <a:pt x="31" y="64"/>
                      </a:lnTo>
                      <a:lnTo>
                        <a:pt x="36" y="49"/>
                      </a:lnTo>
                      <a:lnTo>
                        <a:pt x="42" y="51"/>
                      </a:lnTo>
                      <a:lnTo>
                        <a:pt x="43" y="41"/>
                      </a:lnTo>
                      <a:lnTo>
                        <a:pt x="67" y="40"/>
                      </a:lnTo>
                      <a:lnTo>
                        <a:pt x="67" y="28"/>
                      </a:lnTo>
                      <a:lnTo>
                        <a:pt x="76" y="19"/>
                      </a:lnTo>
                      <a:lnTo>
                        <a:pt x="82" y="9"/>
                      </a:lnTo>
                      <a:lnTo>
                        <a:pt x="85" y="0"/>
                      </a:lnTo>
                      <a:lnTo>
                        <a:pt x="96" y="7"/>
                      </a:lnTo>
                      <a:lnTo>
                        <a:pt x="108" y="8"/>
                      </a:lnTo>
                      <a:lnTo>
                        <a:pt x="118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4" id="164"/>
                <p:cNvSpPr/>
                <p:nvPr/>
              </p:nvSpPr>
              <p:spPr>
                <a:xfrm>
                  <a:off x="2554" y="2319"/>
                  <a:ext cx="320" cy="35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5" h="320" stroke="true" fill="norm" extrusionOk="true">
                      <a:moveTo>
                        <a:pt x="89" y="41"/>
                      </a:moveTo>
                      <a:lnTo>
                        <a:pt x="100" y="52"/>
                      </a:lnTo>
                      <a:lnTo>
                        <a:pt x="94" y="65"/>
                      </a:lnTo>
                      <a:lnTo>
                        <a:pt x="102" y="70"/>
                      </a:lnTo>
                      <a:lnTo>
                        <a:pt x="95" y="95"/>
                      </a:lnTo>
                      <a:lnTo>
                        <a:pt x="80" y="96"/>
                      </a:lnTo>
                      <a:lnTo>
                        <a:pt x="77" y="107"/>
                      </a:lnTo>
                      <a:lnTo>
                        <a:pt x="84" y="113"/>
                      </a:lnTo>
                      <a:lnTo>
                        <a:pt x="65" y="129"/>
                      </a:lnTo>
                      <a:lnTo>
                        <a:pt x="54" y="142"/>
                      </a:lnTo>
                      <a:lnTo>
                        <a:pt x="42" y="148"/>
                      </a:lnTo>
                      <a:lnTo>
                        <a:pt x="31" y="148"/>
                      </a:lnTo>
                      <a:lnTo>
                        <a:pt x="28" y="156"/>
                      </a:lnTo>
                      <a:lnTo>
                        <a:pt x="17" y="154"/>
                      </a:lnTo>
                      <a:lnTo>
                        <a:pt x="15" y="163"/>
                      </a:lnTo>
                      <a:lnTo>
                        <a:pt x="0" y="163"/>
                      </a:lnTo>
                      <a:lnTo>
                        <a:pt x="31" y="200"/>
                      </a:lnTo>
                      <a:lnTo>
                        <a:pt x="46" y="209"/>
                      </a:lnTo>
                      <a:lnTo>
                        <a:pt x="146" y="289"/>
                      </a:lnTo>
                      <a:lnTo>
                        <a:pt x="160" y="295"/>
                      </a:lnTo>
                      <a:lnTo>
                        <a:pt x="163" y="319"/>
                      </a:lnTo>
                      <a:lnTo>
                        <a:pt x="176" y="316"/>
                      </a:lnTo>
                      <a:lnTo>
                        <a:pt x="178" y="309"/>
                      </a:lnTo>
                      <a:lnTo>
                        <a:pt x="202" y="307"/>
                      </a:lnTo>
                      <a:lnTo>
                        <a:pt x="212" y="296"/>
                      </a:lnTo>
                      <a:lnTo>
                        <a:pt x="220" y="291"/>
                      </a:lnTo>
                      <a:lnTo>
                        <a:pt x="223" y="282"/>
                      </a:lnTo>
                      <a:lnTo>
                        <a:pt x="246" y="274"/>
                      </a:lnTo>
                      <a:lnTo>
                        <a:pt x="253" y="264"/>
                      </a:lnTo>
                      <a:lnTo>
                        <a:pt x="264" y="254"/>
                      </a:lnTo>
                      <a:lnTo>
                        <a:pt x="279" y="248"/>
                      </a:lnTo>
                      <a:lnTo>
                        <a:pt x="284" y="241"/>
                      </a:lnTo>
                      <a:lnTo>
                        <a:pt x="282" y="227"/>
                      </a:lnTo>
                      <a:lnTo>
                        <a:pt x="259" y="223"/>
                      </a:lnTo>
                      <a:lnTo>
                        <a:pt x="252" y="216"/>
                      </a:lnTo>
                      <a:lnTo>
                        <a:pt x="250" y="198"/>
                      </a:lnTo>
                      <a:lnTo>
                        <a:pt x="253" y="102"/>
                      </a:lnTo>
                      <a:lnTo>
                        <a:pt x="246" y="101"/>
                      </a:lnTo>
                      <a:lnTo>
                        <a:pt x="242" y="85"/>
                      </a:lnTo>
                      <a:lnTo>
                        <a:pt x="229" y="80"/>
                      </a:lnTo>
                      <a:lnTo>
                        <a:pt x="224" y="63"/>
                      </a:lnTo>
                      <a:lnTo>
                        <a:pt x="227" y="48"/>
                      </a:lnTo>
                      <a:lnTo>
                        <a:pt x="241" y="44"/>
                      </a:lnTo>
                      <a:lnTo>
                        <a:pt x="233" y="33"/>
                      </a:lnTo>
                      <a:lnTo>
                        <a:pt x="235" y="21"/>
                      </a:lnTo>
                      <a:lnTo>
                        <a:pt x="242" y="21"/>
                      </a:lnTo>
                      <a:lnTo>
                        <a:pt x="239" y="3"/>
                      </a:lnTo>
                      <a:lnTo>
                        <a:pt x="196" y="0"/>
                      </a:lnTo>
                      <a:lnTo>
                        <a:pt x="176" y="3"/>
                      </a:lnTo>
                      <a:lnTo>
                        <a:pt x="160" y="8"/>
                      </a:lnTo>
                      <a:lnTo>
                        <a:pt x="128" y="11"/>
                      </a:lnTo>
                      <a:lnTo>
                        <a:pt x="117" y="21"/>
                      </a:lnTo>
                      <a:lnTo>
                        <a:pt x="96" y="25"/>
                      </a:lnTo>
                      <a:lnTo>
                        <a:pt x="89" y="4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5" id="165"/>
                <p:cNvSpPr/>
                <p:nvPr/>
              </p:nvSpPr>
              <p:spPr>
                <a:xfrm>
                  <a:off x="2796" y="2771"/>
                  <a:ext cx="154" cy="23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8" h="209" stroke="true" fill="norm" extrusionOk="true">
                      <a:moveTo>
                        <a:pt x="0" y="157"/>
                      </a:moveTo>
                      <a:lnTo>
                        <a:pt x="26" y="135"/>
                      </a:lnTo>
                      <a:lnTo>
                        <a:pt x="35" y="124"/>
                      </a:lnTo>
                      <a:lnTo>
                        <a:pt x="47" y="113"/>
                      </a:lnTo>
                      <a:lnTo>
                        <a:pt x="63" y="102"/>
                      </a:lnTo>
                      <a:lnTo>
                        <a:pt x="72" y="85"/>
                      </a:lnTo>
                      <a:lnTo>
                        <a:pt x="79" y="58"/>
                      </a:lnTo>
                      <a:lnTo>
                        <a:pt x="83" y="51"/>
                      </a:lnTo>
                      <a:lnTo>
                        <a:pt x="92" y="45"/>
                      </a:lnTo>
                      <a:lnTo>
                        <a:pt x="94" y="25"/>
                      </a:lnTo>
                      <a:lnTo>
                        <a:pt x="91" y="1"/>
                      </a:lnTo>
                      <a:lnTo>
                        <a:pt x="97" y="0"/>
                      </a:lnTo>
                      <a:lnTo>
                        <a:pt x="100" y="10"/>
                      </a:lnTo>
                      <a:lnTo>
                        <a:pt x="104" y="18"/>
                      </a:lnTo>
                      <a:lnTo>
                        <a:pt x="111" y="32"/>
                      </a:lnTo>
                      <a:lnTo>
                        <a:pt x="111" y="40"/>
                      </a:lnTo>
                      <a:lnTo>
                        <a:pt x="105" y="43"/>
                      </a:lnTo>
                      <a:lnTo>
                        <a:pt x="108" y="46"/>
                      </a:lnTo>
                      <a:lnTo>
                        <a:pt x="111" y="54"/>
                      </a:lnTo>
                      <a:lnTo>
                        <a:pt x="116" y="62"/>
                      </a:lnTo>
                      <a:lnTo>
                        <a:pt x="115" y="69"/>
                      </a:lnTo>
                      <a:lnTo>
                        <a:pt x="108" y="73"/>
                      </a:lnTo>
                      <a:lnTo>
                        <a:pt x="109" y="81"/>
                      </a:lnTo>
                      <a:lnTo>
                        <a:pt x="120" y="95"/>
                      </a:lnTo>
                      <a:lnTo>
                        <a:pt x="128" y="111"/>
                      </a:lnTo>
                      <a:lnTo>
                        <a:pt x="121" y="120"/>
                      </a:lnTo>
                      <a:lnTo>
                        <a:pt x="115" y="139"/>
                      </a:lnTo>
                      <a:lnTo>
                        <a:pt x="125" y="156"/>
                      </a:lnTo>
                      <a:lnTo>
                        <a:pt x="132" y="176"/>
                      </a:lnTo>
                      <a:lnTo>
                        <a:pt x="137" y="185"/>
                      </a:lnTo>
                      <a:lnTo>
                        <a:pt x="92" y="190"/>
                      </a:lnTo>
                      <a:lnTo>
                        <a:pt x="69" y="193"/>
                      </a:lnTo>
                      <a:lnTo>
                        <a:pt x="60" y="200"/>
                      </a:lnTo>
                      <a:lnTo>
                        <a:pt x="60" y="206"/>
                      </a:lnTo>
                      <a:lnTo>
                        <a:pt x="40" y="208"/>
                      </a:lnTo>
                      <a:lnTo>
                        <a:pt x="37" y="193"/>
                      </a:lnTo>
                      <a:lnTo>
                        <a:pt x="44" y="178"/>
                      </a:lnTo>
                      <a:lnTo>
                        <a:pt x="37" y="170"/>
                      </a:lnTo>
                      <a:lnTo>
                        <a:pt x="22" y="164"/>
                      </a:lnTo>
                      <a:lnTo>
                        <a:pt x="0" y="15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6" id="166"/>
                <p:cNvSpPr/>
                <p:nvPr/>
              </p:nvSpPr>
              <p:spPr>
                <a:xfrm>
                  <a:off x="3440" y="1951"/>
                  <a:ext cx="594" cy="30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31" h="270" stroke="true" fill="norm" extrusionOk="true">
                      <a:moveTo>
                        <a:pt x="530" y="113"/>
                      </a:moveTo>
                      <a:lnTo>
                        <a:pt x="516" y="78"/>
                      </a:lnTo>
                      <a:lnTo>
                        <a:pt x="494" y="69"/>
                      </a:lnTo>
                      <a:lnTo>
                        <a:pt x="486" y="58"/>
                      </a:lnTo>
                      <a:lnTo>
                        <a:pt x="471" y="57"/>
                      </a:lnTo>
                      <a:lnTo>
                        <a:pt x="449" y="16"/>
                      </a:lnTo>
                      <a:lnTo>
                        <a:pt x="431" y="16"/>
                      </a:lnTo>
                      <a:lnTo>
                        <a:pt x="408" y="25"/>
                      </a:lnTo>
                      <a:lnTo>
                        <a:pt x="393" y="23"/>
                      </a:lnTo>
                      <a:lnTo>
                        <a:pt x="391" y="11"/>
                      </a:lnTo>
                      <a:lnTo>
                        <a:pt x="379" y="0"/>
                      </a:lnTo>
                      <a:lnTo>
                        <a:pt x="351" y="5"/>
                      </a:lnTo>
                      <a:lnTo>
                        <a:pt x="330" y="10"/>
                      </a:lnTo>
                      <a:lnTo>
                        <a:pt x="294" y="7"/>
                      </a:lnTo>
                      <a:lnTo>
                        <a:pt x="275" y="2"/>
                      </a:lnTo>
                      <a:lnTo>
                        <a:pt x="265" y="3"/>
                      </a:lnTo>
                      <a:lnTo>
                        <a:pt x="269" y="25"/>
                      </a:lnTo>
                      <a:lnTo>
                        <a:pt x="252" y="32"/>
                      </a:lnTo>
                      <a:lnTo>
                        <a:pt x="251" y="33"/>
                      </a:lnTo>
                      <a:lnTo>
                        <a:pt x="250" y="34"/>
                      </a:lnTo>
                      <a:lnTo>
                        <a:pt x="248" y="35"/>
                      </a:lnTo>
                      <a:lnTo>
                        <a:pt x="247" y="36"/>
                      </a:lnTo>
                      <a:lnTo>
                        <a:pt x="246" y="36"/>
                      </a:lnTo>
                      <a:lnTo>
                        <a:pt x="244" y="37"/>
                      </a:lnTo>
                      <a:lnTo>
                        <a:pt x="243" y="38"/>
                      </a:lnTo>
                      <a:lnTo>
                        <a:pt x="242" y="39"/>
                      </a:lnTo>
                      <a:lnTo>
                        <a:pt x="240" y="40"/>
                      </a:lnTo>
                      <a:lnTo>
                        <a:pt x="239" y="40"/>
                      </a:lnTo>
                      <a:lnTo>
                        <a:pt x="238" y="40"/>
                      </a:lnTo>
                      <a:lnTo>
                        <a:pt x="237" y="40"/>
                      </a:lnTo>
                      <a:lnTo>
                        <a:pt x="237" y="41"/>
                      </a:lnTo>
                      <a:lnTo>
                        <a:pt x="237" y="43"/>
                      </a:lnTo>
                      <a:lnTo>
                        <a:pt x="237" y="45"/>
                      </a:lnTo>
                      <a:lnTo>
                        <a:pt x="238" y="47"/>
                      </a:lnTo>
                      <a:lnTo>
                        <a:pt x="239" y="50"/>
                      </a:lnTo>
                      <a:lnTo>
                        <a:pt x="240" y="52"/>
                      </a:lnTo>
                      <a:lnTo>
                        <a:pt x="241" y="54"/>
                      </a:lnTo>
                      <a:lnTo>
                        <a:pt x="242" y="56"/>
                      </a:lnTo>
                      <a:lnTo>
                        <a:pt x="243" y="58"/>
                      </a:lnTo>
                      <a:lnTo>
                        <a:pt x="236" y="67"/>
                      </a:lnTo>
                      <a:lnTo>
                        <a:pt x="222" y="62"/>
                      </a:lnTo>
                      <a:lnTo>
                        <a:pt x="196" y="47"/>
                      </a:lnTo>
                      <a:lnTo>
                        <a:pt x="177" y="49"/>
                      </a:lnTo>
                      <a:lnTo>
                        <a:pt x="164" y="44"/>
                      </a:lnTo>
                      <a:lnTo>
                        <a:pt x="165" y="35"/>
                      </a:lnTo>
                      <a:lnTo>
                        <a:pt x="130" y="12"/>
                      </a:lnTo>
                      <a:lnTo>
                        <a:pt x="107" y="11"/>
                      </a:lnTo>
                      <a:lnTo>
                        <a:pt x="85" y="7"/>
                      </a:lnTo>
                      <a:lnTo>
                        <a:pt x="66" y="12"/>
                      </a:lnTo>
                      <a:lnTo>
                        <a:pt x="59" y="25"/>
                      </a:lnTo>
                      <a:lnTo>
                        <a:pt x="44" y="7"/>
                      </a:lnTo>
                      <a:lnTo>
                        <a:pt x="20" y="34"/>
                      </a:lnTo>
                      <a:lnTo>
                        <a:pt x="0" y="58"/>
                      </a:lnTo>
                      <a:lnTo>
                        <a:pt x="7" y="74"/>
                      </a:lnTo>
                      <a:lnTo>
                        <a:pt x="24" y="85"/>
                      </a:lnTo>
                      <a:lnTo>
                        <a:pt x="25" y="104"/>
                      </a:lnTo>
                      <a:lnTo>
                        <a:pt x="12" y="118"/>
                      </a:lnTo>
                      <a:lnTo>
                        <a:pt x="6" y="145"/>
                      </a:lnTo>
                      <a:lnTo>
                        <a:pt x="25" y="140"/>
                      </a:lnTo>
                      <a:lnTo>
                        <a:pt x="43" y="145"/>
                      </a:lnTo>
                      <a:lnTo>
                        <a:pt x="48" y="138"/>
                      </a:lnTo>
                      <a:lnTo>
                        <a:pt x="59" y="144"/>
                      </a:lnTo>
                      <a:lnTo>
                        <a:pt x="54" y="162"/>
                      </a:lnTo>
                      <a:lnTo>
                        <a:pt x="59" y="171"/>
                      </a:lnTo>
                      <a:lnTo>
                        <a:pt x="38" y="171"/>
                      </a:lnTo>
                      <a:lnTo>
                        <a:pt x="31" y="178"/>
                      </a:lnTo>
                      <a:lnTo>
                        <a:pt x="30" y="189"/>
                      </a:lnTo>
                      <a:lnTo>
                        <a:pt x="19" y="190"/>
                      </a:lnTo>
                      <a:lnTo>
                        <a:pt x="20" y="200"/>
                      </a:lnTo>
                      <a:lnTo>
                        <a:pt x="26" y="215"/>
                      </a:lnTo>
                      <a:lnTo>
                        <a:pt x="48" y="215"/>
                      </a:lnTo>
                      <a:lnTo>
                        <a:pt x="54" y="240"/>
                      </a:lnTo>
                      <a:lnTo>
                        <a:pt x="59" y="226"/>
                      </a:lnTo>
                      <a:lnTo>
                        <a:pt x="75" y="228"/>
                      </a:lnTo>
                      <a:lnTo>
                        <a:pt x="80" y="248"/>
                      </a:lnTo>
                      <a:lnTo>
                        <a:pt x="93" y="242"/>
                      </a:lnTo>
                      <a:lnTo>
                        <a:pt x="105" y="247"/>
                      </a:lnTo>
                      <a:lnTo>
                        <a:pt x="105" y="256"/>
                      </a:lnTo>
                      <a:lnTo>
                        <a:pt x="119" y="261"/>
                      </a:lnTo>
                      <a:lnTo>
                        <a:pt x="130" y="189"/>
                      </a:lnTo>
                      <a:lnTo>
                        <a:pt x="160" y="164"/>
                      </a:lnTo>
                      <a:lnTo>
                        <a:pt x="174" y="161"/>
                      </a:lnTo>
                      <a:lnTo>
                        <a:pt x="174" y="145"/>
                      </a:lnTo>
                      <a:lnTo>
                        <a:pt x="202" y="145"/>
                      </a:lnTo>
                      <a:lnTo>
                        <a:pt x="202" y="167"/>
                      </a:lnTo>
                      <a:lnTo>
                        <a:pt x="210" y="178"/>
                      </a:lnTo>
                      <a:lnTo>
                        <a:pt x="204" y="184"/>
                      </a:lnTo>
                      <a:lnTo>
                        <a:pt x="214" y="201"/>
                      </a:lnTo>
                      <a:lnTo>
                        <a:pt x="219" y="214"/>
                      </a:lnTo>
                      <a:lnTo>
                        <a:pt x="237" y="209"/>
                      </a:lnTo>
                      <a:lnTo>
                        <a:pt x="254" y="211"/>
                      </a:lnTo>
                      <a:lnTo>
                        <a:pt x="269" y="218"/>
                      </a:lnTo>
                      <a:lnTo>
                        <a:pt x="270" y="240"/>
                      </a:lnTo>
                      <a:lnTo>
                        <a:pt x="275" y="253"/>
                      </a:lnTo>
                      <a:lnTo>
                        <a:pt x="295" y="263"/>
                      </a:lnTo>
                      <a:lnTo>
                        <a:pt x="302" y="269"/>
                      </a:lnTo>
                      <a:lnTo>
                        <a:pt x="320" y="256"/>
                      </a:lnTo>
                      <a:lnTo>
                        <a:pt x="354" y="244"/>
                      </a:lnTo>
                      <a:lnTo>
                        <a:pt x="359" y="237"/>
                      </a:lnTo>
                      <a:lnTo>
                        <a:pt x="347" y="226"/>
                      </a:lnTo>
                      <a:lnTo>
                        <a:pt x="335" y="228"/>
                      </a:lnTo>
                      <a:lnTo>
                        <a:pt x="323" y="217"/>
                      </a:lnTo>
                      <a:lnTo>
                        <a:pt x="330" y="207"/>
                      </a:lnTo>
                      <a:lnTo>
                        <a:pt x="328" y="199"/>
                      </a:lnTo>
                      <a:lnTo>
                        <a:pt x="328" y="195"/>
                      </a:lnTo>
                      <a:lnTo>
                        <a:pt x="338" y="186"/>
                      </a:lnTo>
                      <a:lnTo>
                        <a:pt x="351" y="200"/>
                      </a:lnTo>
                      <a:lnTo>
                        <a:pt x="357" y="189"/>
                      </a:lnTo>
                      <a:lnTo>
                        <a:pt x="376" y="184"/>
                      </a:lnTo>
                      <a:lnTo>
                        <a:pt x="387" y="193"/>
                      </a:lnTo>
                      <a:lnTo>
                        <a:pt x="417" y="189"/>
                      </a:lnTo>
                      <a:lnTo>
                        <a:pt x="437" y="189"/>
                      </a:lnTo>
                      <a:lnTo>
                        <a:pt x="453" y="203"/>
                      </a:lnTo>
                      <a:lnTo>
                        <a:pt x="459" y="195"/>
                      </a:lnTo>
                      <a:lnTo>
                        <a:pt x="460" y="175"/>
                      </a:lnTo>
                      <a:lnTo>
                        <a:pt x="475" y="167"/>
                      </a:lnTo>
                      <a:lnTo>
                        <a:pt x="493" y="173"/>
                      </a:lnTo>
                      <a:lnTo>
                        <a:pt x="499" y="140"/>
                      </a:lnTo>
                      <a:lnTo>
                        <a:pt x="505" y="133"/>
                      </a:lnTo>
                      <a:lnTo>
                        <a:pt x="517" y="130"/>
                      </a:lnTo>
                      <a:lnTo>
                        <a:pt x="521" y="119"/>
                      </a:lnTo>
                      <a:lnTo>
                        <a:pt x="530" y="1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7" id="167"/>
                <p:cNvSpPr/>
                <p:nvPr/>
              </p:nvSpPr>
              <p:spPr>
                <a:xfrm>
                  <a:off x="3777" y="2157"/>
                  <a:ext cx="169" cy="1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9" h="126" stroke="true" fill="norm" extrusionOk="true">
                      <a:moveTo>
                        <a:pt x="144" y="21"/>
                      </a:moveTo>
                      <a:lnTo>
                        <a:pt x="134" y="33"/>
                      </a:lnTo>
                      <a:lnTo>
                        <a:pt x="144" y="42"/>
                      </a:lnTo>
                      <a:lnTo>
                        <a:pt x="143" y="87"/>
                      </a:lnTo>
                      <a:lnTo>
                        <a:pt x="130" y="91"/>
                      </a:lnTo>
                      <a:lnTo>
                        <a:pt x="124" y="102"/>
                      </a:lnTo>
                      <a:lnTo>
                        <a:pt x="97" y="108"/>
                      </a:lnTo>
                      <a:lnTo>
                        <a:pt x="98" y="117"/>
                      </a:lnTo>
                      <a:lnTo>
                        <a:pt x="91" y="126"/>
                      </a:lnTo>
                      <a:lnTo>
                        <a:pt x="76" y="85"/>
                      </a:lnTo>
                      <a:lnTo>
                        <a:pt x="57" y="99"/>
                      </a:lnTo>
                      <a:lnTo>
                        <a:pt x="40" y="101"/>
                      </a:lnTo>
                      <a:lnTo>
                        <a:pt x="0" y="96"/>
                      </a:lnTo>
                      <a:lnTo>
                        <a:pt x="20" y="81"/>
                      </a:lnTo>
                      <a:lnTo>
                        <a:pt x="58" y="68"/>
                      </a:lnTo>
                      <a:lnTo>
                        <a:pt x="64" y="60"/>
                      </a:lnTo>
                      <a:lnTo>
                        <a:pt x="50" y="47"/>
                      </a:lnTo>
                      <a:lnTo>
                        <a:pt x="37" y="50"/>
                      </a:lnTo>
                      <a:lnTo>
                        <a:pt x="23" y="38"/>
                      </a:lnTo>
                      <a:lnTo>
                        <a:pt x="31" y="27"/>
                      </a:lnTo>
                      <a:lnTo>
                        <a:pt x="29" y="12"/>
                      </a:lnTo>
                      <a:lnTo>
                        <a:pt x="40" y="3"/>
                      </a:lnTo>
                      <a:lnTo>
                        <a:pt x="55" y="18"/>
                      </a:lnTo>
                      <a:lnTo>
                        <a:pt x="62" y="6"/>
                      </a:lnTo>
                      <a:lnTo>
                        <a:pt x="83" y="0"/>
                      </a:lnTo>
                      <a:lnTo>
                        <a:pt x="95" y="10"/>
                      </a:lnTo>
                      <a:lnTo>
                        <a:pt x="129" y="6"/>
                      </a:lnTo>
                      <a:lnTo>
                        <a:pt x="151" y="7"/>
                      </a:lnTo>
                      <a:lnTo>
                        <a:pt x="169" y="2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8" id="168"/>
                <p:cNvSpPr/>
                <p:nvPr/>
              </p:nvSpPr>
              <p:spPr>
                <a:xfrm>
                  <a:off x="3279" y="2151"/>
                  <a:ext cx="100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0" h="65" stroke="true" fill="norm" extrusionOk="true">
                      <a:moveTo>
                        <a:pt x="0" y="18"/>
                      </a:moveTo>
                      <a:lnTo>
                        <a:pt x="32" y="0"/>
                      </a:lnTo>
                      <a:lnTo>
                        <a:pt x="50" y="9"/>
                      </a:lnTo>
                      <a:lnTo>
                        <a:pt x="62" y="9"/>
                      </a:lnTo>
                      <a:lnTo>
                        <a:pt x="74" y="21"/>
                      </a:lnTo>
                      <a:lnTo>
                        <a:pt x="89" y="37"/>
                      </a:lnTo>
                      <a:lnTo>
                        <a:pt x="80" y="55"/>
                      </a:lnTo>
                      <a:lnTo>
                        <a:pt x="64" y="62"/>
                      </a:lnTo>
                      <a:lnTo>
                        <a:pt x="45" y="64"/>
                      </a:lnTo>
                      <a:lnTo>
                        <a:pt x="42" y="50"/>
                      </a:lnTo>
                      <a:lnTo>
                        <a:pt x="35" y="37"/>
                      </a:lnTo>
                      <a:lnTo>
                        <a:pt x="15" y="31"/>
                      </a:lnTo>
                      <a:lnTo>
                        <a:pt x="0" y="1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9" id="169"/>
                <p:cNvSpPr/>
                <p:nvPr/>
              </p:nvSpPr>
              <p:spPr>
                <a:xfrm>
                  <a:off x="4293" y="2836"/>
                  <a:ext cx="81" cy="15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3" h="138" stroke="true" fill="norm" extrusionOk="true">
                      <a:moveTo>
                        <a:pt x="46" y="46"/>
                      </a:moveTo>
                      <a:lnTo>
                        <a:pt x="25" y="35"/>
                      </a:lnTo>
                      <a:lnTo>
                        <a:pt x="13" y="0"/>
                      </a:lnTo>
                      <a:lnTo>
                        <a:pt x="0" y="13"/>
                      </a:lnTo>
                      <a:lnTo>
                        <a:pt x="2" y="36"/>
                      </a:lnTo>
                      <a:lnTo>
                        <a:pt x="8" y="91"/>
                      </a:lnTo>
                      <a:lnTo>
                        <a:pt x="26" y="116"/>
                      </a:lnTo>
                      <a:lnTo>
                        <a:pt x="41" y="133"/>
                      </a:lnTo>
                      <a:lnTo>
                        <a:pt x="70" y="137"/>
                      </a:lnTo>
                      <a:lnTo>
                        <a:pt x="72" y="127"/>
                      </a:lnTo>
                      <a:lnTo>
                        <a:pt x="68" y="78"/>
                      </a:lnTo>
                      <a:lnTo>
                        <a:pt x="46" y="4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0" id="170"/>
                <p:cNvSpPr/>
                <p:nvPr/>
              </p:nvSpPr>
              <p:spPr>
                <a:xfrm>
                  <a:off x="4855" y="2118"/>
                  <a:ext cx="79" cy="9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1" h="89" stroke="true" fill="norm" extrusionOk="true">
                      <a:moveTo>
                        <a:pt x="12" y="8"/>
                      </a:moveTo>
                      <a:lnTo>
                        <a:pt x="15" y="26"/>
                      </a:lnTo>
                      <a:lnTo>
                        <a:pt x="17" y="42"/>
                      </a:lnTo>
                      <a:lnTo>
                        <a:pt x="8" y="58"/>
                      </a:lnTo>
                      <a:lnTo>
                        <a:pt x="0" y="73"/>
                      </a:lnTo>
                      <a:lnTo>
                        <a:pt x="9" y="80"/>
                      </a:lnTo>
                      <a:lnTo>
                        <a:pt x="26" y="74"/>
                      </a:lnTo>
                      <a:lnTo>
                        <a:pt x="42" y="77"/>
                      </a:lnTo>
                      <a:lnTo>
                        <a:pt x="42" y="78"/>
                      </a:lnTo>
                      <a:lnTo>
                        <a:pt x="42" y="79"/>
                      </a:lnTo>
                      <a:lnTo>
                        <a:pt x="43" y="80"/>
                      </a:lnTo>
                      <a:lnTo>
                        <a:pt x="44" y="80"/>
                      </a:lnTo>
                      <a:lnTo>
                        <a:pt x="44" y="83"/>
                      </a:lnTo>
                      <a:lnTo>
                        <a:pt x="45" y="85"/>
                      </a:lnTo>
                      <a:lnTo>
                        <a:pt x="46" y="85"/>
                      </a:lnTo>
                      <a:lnTo>
                        <a:pt x="48" y="87"/>
                      </a:lnTo>
                      <a:lnTo>
                        <a:pt x="48" y="88"/>
                      </a:lnTo>
                      <a:lnTo>
                        <a:pt x="49" y="88"/>
                      </a:lnTo>
                      <a:lnTo>
                        <a:pt x="50" y="87"/>
                      </a:lnTo>
                      <a:lnTo>
                        <a:pt x="50" y="86"/>
                      </a:lnTo>
                      <a:lnTo>
                        <a:pt x="50" y="85"/>
                      </a:lnTo>
                      <a:lnTo>
                        <a:pt x="51" y="83"/>
                      </a:lnTo>
                      <a:lnTo>
                        <a:pt x="51" y="80"/>
                      </a:lnTo>
                      <a:lnTo>
                        <a:pt x="53" y="78"/>
                      </a:lnTo>
                      <a:lnTo>
                        <a:pt x="55" y="76"/>
                      </a:lnTo>
                      <a:lnTo>
                        <a:pt x="55" y="74"/>
                      </a:lnTo>
                      <a:lnTo>
                        <a:pt x="57" y="71"/>
                      </a:lnTo>
                      <a:lnTo>
                        <a:pt x="58" y="69"/>
                      </a:lnTo>
                      <a:lnTo>
                        <a:pt x="59" y="68"/>
                      </a:lnTo>
                      <a:lnTo>
                        <a:pt x="59" y="67"/>
                      </a:lnTo>
                      <a:lnTo>
                        <a:pt x="60" y="66"/>
                      </a:lnTo>
                      <a:lnTo>
                        <a:pt x="70" y="61"/>
                      </a:lnTo>
                      <a:lnTo>
                        <a:pt x="67" y="42"/>
                      </a:lnTo>
                      <a:lnTo>
                        <a:pt x="52" y="37"/>
                      </a:lnTo>
                      <a:lnTo>
                        <a:pt x="31" y="30"/>
                      </a:lnTo>
                      <a:lnTo>
                        <a:pt x="25" y="14"/>
                      </a:lnTo>
                      <a:lnTo>
                        <a:pt x="18" y="0"/>
                      </a:lnTo>
                      <a:lnTo>
                        <a:pt x="12" y="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1" id="171"/>
                <p:cNvSpPr/>
                <p:nvPr/>
              </p:nvSpPr>
              <p:spPr>
                <a:xfrm>
                  <a:off x="4764" y="2224"/>
                  <a:ext cx="153" cy="16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6" h="143" stroke="true" fill="norm" extrusionOk="true">
                      <a:moveTo>
                        <a:pt x="99" y="0"/>
                      </a:moveTo>
                      <a:lnTo>
                        <a:pt x="114" y="0"/>
                      </a:lnTo>
                      <a:lnTo>
                        <a:pt x="118" y="25"/>
                      </a:lnTo>
                      <a:lnTo>
                        <a:pt x="123" y="34"/>
                      </a:lnTo>
                      <a:lnTo>
                        <a:pt x="135" y="45"/>
                      </a:lnTo>
                      <a:lnTo>
                        <a:pt x="117" y="60"/>
                      </a:lnTo>
                      <a:lnTo>
                        <a:pt x="125" y="87"/>
                      </a:lnTo>
                      <a:lnTo>
                        <a:pt x="121" y="103"/>
                      </a:lnTo>
                      <a:lnTo>
                        <a:pt x="114" y="112"/>
                      </a:lnTo>
                      <a:lnTo>
                        <a:pt x="106" y="114"/>
                      </a:lnTo>
                      <a:lnTo>
                        <a:pt x="101" y="127"/>
                      </a:lnTo>
                      <a:lnTo>
                        <a:pt x="91" y="116"/>
                      </a:lnTo>
                      <a:lnTo>
                        <a:pt x="86" y="122"/>
                      </a:lnTo>
                      <a:lnTo>
                        <a:pt x="67" y="123"/>
                      </a:lnTo>
                      <a:lnTo>
                        <a:pt x="63" y="114"/>
                      </a:lnTo>
                      <a:lnTo>
                        <a:pt x="55" y="116"/>
                      </a:lnTo>
                      <a:lnTo>
                        <a:pt x="55" y="139"/>
                      </a:lnTo>
                      <a:lnTo>
                        <a:pt x="46" y="133"/>
                      </a:lnTo>
                      <a:lnTo>
                        <a:pt x="40" y="124"/>
                      </a:lnTo>
                      <a:lnTo>
                        <a:pt x="36" y="139"/>
                      </a:lnTo>
                      <a:lnTo>
                        <a:pt x="26" y="142"/>
                      </a:lnTo>
                      <a:lnTo>
                        <a:pt x="19" y="131"/>
                      </a:lnTo>
                      <a:lnTo>
                        <a:pt x="7" y="129"/>
                      </a:lnTo>
                      <a:lnTo>
                        <a:pt x="0" y="123"/>
                      </a:lnTo>
                      <a:lnTo>
                        <a:pt x="11" y="112"/>
                      </a:lnTo>
                      <a:lnTo>
                        <a:pt x="23" y="105"/>
                      </a:lnTo>
                      <a:lnTo>
                        <a:pt x="32" y="97"/>
                      </a:lnTo>
                      <a:lnTo>
                        <a:pt x="54" y="99"/>
                      </a:lnTo>
                      <a:lnTo>
                        <a:pt x="55" y="84"/>
                      </a:lnTo>
                      <a:lnTo>
                        <a:pt x="60" y="72"/>
                      </a:lnTo>
                      <a:lnTo>
                        <a:pt x="68" y="76"/>
                      </a:lnTo>
                      <a:lnTo>
                        <a:pt x="88" y="73"/>
                      </a:lnTo>
                      <a:lnTo>
                        <a:pt x="91" y="62"/>
                      </a:lnTo>
                      <a:lnTo>
                        <a:pt x="91" y="44"/>
                      </a:lnTo>
                      <a:lnTo>
                        <a:pt x="97" y="34"/>
                      </a:lnTo>
                      <a:lnTo>
                        <a:pt x="92" y="10"/>
                      </a:lnTo>
                      <a:lnTo>
                        <a:pt x="99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2" id="172"/>
                <p:cNvSpPr/>
                <p:nvPr/>
              </p:nvSpPr>
              <p:spPr>
                <a:xfrm>
                  <a:off x="4727" y="2375"/>
                  <a:ext cx="37" cy="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4" h="54" stroke="true" fill="norm" extrusionOk="true">
                      <a:moveTo>
                        <a:pt x="14" y="5"/>
                      </a:moveTo>
                      <a:lnTo>
                        <a:pt x="8" y="15"/>
                      </a:lnTo>
                      <a:lnTo>
                        <a:pt x="0" y="21"/>
                      </a:lnTo>
                      <a:lnTo>
                        <a:pt x="7" y="36"/>
                      </a:lnTo>
                      <a:lnTo>
                        <a:pt x="14" y="28"/>
                      </a:lnTo>
                      <a:lnTo>
                        <a:pt x="21" y="31"/>
                      </a:lnTo>
                      <a:lnTo>
                        <a:pt x="19" y="40"/>
                      </a:lnTo>
                      <a:lnTo>
                        <a:pt x="25" y="53"/>
                      </a:lnTo>
                      <a:lnTo>
                        <a:pt x="33" y="47"/>
                      </a:lnTo>
                      <a:lnTo>
                        <a:pt x="33" y="32"/>
                      </a:lnTo>
                      <a:lnTo>
                        <a:pt x="31" y="8"/>
                      </a:lnTo>
                      <a:lnTo>
                        <a:pt x="25" y="0"/>
                      </a:lnTo>
                      <a:lnTo>
                        <a:pt x="14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3" id="173"/>
                <p:cNvSpPr/>
                <p:nvPr/>
              </p:nvSpPr>
              <p:spPr>
                <a:xfrm>
                  <a:off x="3831" y="1966"/>
                  <a:ext cx="915" cy="67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17" h="602" stroke="true" fill="norm" extrusionOk="true">
                      <a:moveTo>
                        <a:pt x="641" y="259"/>
                      </a:moveTo>
                      <a:lnTo>
                        <a:pt x="621" y="274"/>
                      </a:lnTo>
                      <a:lnTo>
                        <a:pt x="622" y="289"/>
                      </a:lnTo>
                      <a:lnTo>
                        <a:pt x="637" y="302"/>
                      </a:lnTo>
                      <a:lnTo>
                        <a:pt x="652" y="303"/>
                      </a:lnTo>
                      <a:lnTo>
                        <a:pt x="663" y="292"/>
                      </a:lnTo>
                      <a:lnTo>
                        <a:pt x="685" y="294"/>
                      </a:lnTo>
                      <a:lnTo>
                        <a:pt x="689" y="314"/>
                      </a:lnTo>
                      <a:lnTo>
                        <a:pt x="670" y="320"/>
                      </a:lnTo>
                      <a:lnTo>
                        <a:pt x="655" y="334"/>
                      </a:lnTo>
                      <a:lnTo>
                        <a:pt x="661" y="353"/>
                      </a:lnTo>
                      <a:lnTo>
                        <a:pt x="674" y="378"/>
                      </a:lnTo>
                      <a:lnTo>
                        <a:pt x="692" y="397"/>
                      </a:lnTo>
                      <a:lnTo>
                        <a:pt x="692" y="413"/>
                      </a:lnTo>
                      <a:lnTo>
                        <a:pt x="696" y="431"/>
                      </a:lnTo>
                      <a:lnTo>
                        <a:pt x="703" y="471"/>
                      </a:lnTo>
                      <a:lnTo>
                        <a:pt x="693" y="474"/>
                      </a:lnTo>
                      <a:lnTo>
                        <a:pt x="691" y="487"/>
                      </a:lnTo>
                      <a:lnTo>
                        <a:pt x="677" y="500"/>
                      </a:lnTo>
                      <a:lnTo>
                        <a:pt x="678" y="519"/>
                      </a:lnTo>
                      <a:lnTo>
                        <a:pt x="664" y="529"/>
                      </a:lnTo>
                      <a:lnTo>
                        <a:pt x="655" y="530"/>
                      </a:lnTo>
                      <a:lnTo>
                        <a:pt x="652" y="545"/>
                      </a:lnTo>
                      <a:lnTo>
                        <a:pt x="641" y="548"/>
                      </a:lnTo>
                      <a:lnTo>
                        <a:pt x="638" y="563"/>
                      </a:lnTo>
                      <a:lnTo>
                        <a:pt x="613" y="570"/>
                      </a:lnTo>
                      <a:lnTo>
                        <a:pt x="595" y="567"/>
                      </a:lnTo>
                      <a:lnTo>
                        <a:pt x="572" y="575"/>
                      </a:lnTo>
                      <a:lnTo>
                        <a:pt x="549" y="593"/>
                      </a:lnTo>
                      <a:lnTo>
                        <a:pt x="540" y="601"/>
                      </a:lnTo>
                      <a:lnTo>
                        <a:pt x="534" y="581"/>
                      </a:lnTo>
                      <a:lnTo>
                        <a:pt x="525" y="576"/>
                      </a:lnTo>
                      <a:lnTo>
                        <a:pt x="519" y="593"/>
                      </a:lnTo>
                      <a:lnTo>
                        <a:pt x="497" y="563"/>
                      </a:lnTo>
                      <a:lnTo>
                        <a:pt x="475" y="555"/>
                      </a:lnTo>
                      <a:lnTo>
                        <a:pt x="460" y="555"/>
                      </a:lnTo>
                      <a:lnTo>
                        <a:pt x="437" y="567"/>
                      </a:lnTo>
                      <a:lnTo>
                        <a:pt x="426" y="573"/>
                      </a:lnTo>
                      <a:lnTo>
                        <a:pt x="428" y="587"/>
                      </a:lnTo>
                      <a:lnTo>
                        <a:pt x="408" y="590"/>
                      </a:lnTo>
                      <a:lnTo>
                        <a:pt x="405" y="581"/>
                      </a:lnTo>
                      <a:lnTo>
                        <a:pt x="391" y="577"/>
                      </a:lnTo>
                      <a:lnTo>
                        <a:pt x="387" y="554"/>
                      </a:lnTo>
                      <a:lnTo>
                        <a:pt x="380" y="539"/>
                      </a:lnTo>
                      <a:lnTo>
                        <a:pt x="364" y="537"/>
                      </a:lnTo>
                      <a:lnTo>
                        <a:pt x="365" y="524"/>
                      </a:lnTo>
                      <a:lnTo>
                        <a:pt x="375" y="516"/>
                      </a:lnTo>
                      <a:lnTo>
                        <a:pt x="380" y="504"/>
                      </a:lnTo>
                      <a:lnTo>
                        <a:pt x="375" y="487"/>
                      </a:lnTo>
                      <a:lnTo>
                        <a:pt x="371" y="479"/>
                      </a:lnTo>
                      <a:lnTo>
                        <a:pt x="354" y="481"/>
                      </a:lnTo>
                      <a:lnTo>
                        <a:pt x="345" y="467"/>
                      </a:lnTo>
                      <a:lnTo>
                        <a:pt x="329" y="458"/>
                      </a:lnTo>
                      <a:lnTo>
                        <a:pt x="306" y="458"/>
                      </a:lnTo>
                      <a:lnTo>
                        <a:pt x="288" y="468"/>
                      </a:lnTo>
                      <a:lnTo>
                        <a:pt x="280" y="479"/>
                      </a:lnTo>
                      <a:lnTo>
                        <a:pt x="257" y="479"/>
                      </a:lnTo>
                      <a:lnTo>
                        <a:pt x="241" y="471"/>
                      </a:lnTo>
                      <a:lnTo>
                        <a:pt x="233" y="486"/>
                      </a:lnTo>
                      <a:lnTo>
                        <a:pt x="219" y="480"/>
                      </a:lnTo>
                      <a:lnTo>
                        <a:pt x="188" y="478"/>
                      </a:lnTo>
                      <a:lnTo>
                        <a:pt x="174" y="470"/>
                      </a:lnTo>
                      <a:lnTo>
                        <a:pt x="163" y="464"/>
                      </a:lnTo>
                      <a:lnTo>
                        <a:pt x="161" y="448"/>
                      </a:lnTo>
                      <a:lnTo>
                        <a:pt x="156" y="458"/>
                      </a:lnTo>
                      <a:lnTo>
                        <a:pt x="142" y="450"/>
                      </a:lnTo>
                      <a:lnTo>
                        <a:pt x="129" y="438"/>
                      </a:lnTo>
                      <a:lnTo>
                        <a:pt x="113" y="438"/>
                      </a:lnTo>
                      <a:lnTo>
                        <a:pt x="100" y="426"/>
                      </a:lnTo>
                      <a:lnTo>
                        <a:pt x="79" y="421"/>
                      </a:lnTo>
                      <a:lnTo>
                        <a:pt x="79" y="395"/>
                      </a:lnTo>
                      <a:lnTo>
                        <a:pt x="68" y="387"/>
                      </a:lnTo>
                      <a:lnTo>
                        <a:pt x="51" y="385"/>
                      </a:lnTo>
                      <a:lnTo>
                        <a:pt x="31" y="398"/>
                      </a:lnTo>
                      <a:lnTo>
                        <a:pt x="17" y="387"/>
                      </a:lnTo>
                      <a:lnTo>
                        <a:pt x="19" y="368"/>
                      </a:lnTo>
                      <a:lnTo>
                        <a:pt x="11" y="358"/>
                      </a:lnTo>
                      <a:lnTo>
                        <a:pt x="14" y="344"/>
                      </a:lnTo>
                      <a:lnTo>
                        <a:pt x="17" y="321"/>
                      </a:lnTo>
                      <a:lnTo>
                        <a:pt x="17" y="308"/>
                      </a:lnTo>
                      <a:lnTo>
                        <a:pt x="15" y="310"/>
                      </a:lnTo>
                      <a:lnTo>
                        <a:pt x="0" y="299"/>
                      </a:lnTo>
                      <a:lnTo>
                        <a:pt x="2" y="277"/>
                      </a:lnTo>
                      <a:lnTo>
                        <a:pt x="14" y="269"/>
                      </a:lnTo>
                      <a:lnTo>
                        <a:pt x="35" y="282"/>
                      </a:lnTo>
                      <a:lnTo>
                        <a:pt x="42" y="275"/>
                      </a:lnTo>
                      <a:lnTo>
                        <a:pt x="40" y="266"/>
                      </a:lnTo>
                      <a:lnTo>
                        <a:pt x="64" y="261"/>
                      </a:lnTo>
                      <a:lnTo>
                        <a:pt x="69" y="252"/>
                      </a:lnTo>
                      <a:lnTo>
                        <a:pt x="81" y="248"/>
                      </a:lnTo>
                      <a:lnTo>
                        <a:pt x="82" y="208"/>
                      </a:lnTo>
                      <a:lnTo>
                        <a:pt x="71" y="203"/>
                      </a:lnTo>
                      <a:lnTo>
                        <a:pt x="76" y="192"/>
                      </a:lnTo>
                      <a:lnTo>
                        <a:pt x="104" y="189"/>
                      </a:lnTo>
                      <a:lnTo>
                        <a:pt x="110" y="181"/>
                      </a:lnTo>
                      <a:lnTo>
                        <a:pt x="111" y="161"/>
                      </a:lnTo>
                      <a:lnTo>
                        <a:pt x="126" y="153"/>
                      </a:lnTo>
                      <a:lnTo>
                        <a:pt x="144" y="159"/>
                      </a:lnTo>
                      <a:lnTo>
                        <a:pt x="150" y="126"/>
                      </a:lnTo>
                      <a:lnTo>
                        <a:pt x="157" y="119"/>
                      </a:lnTo>
                      <a:lnTo>
                        <a:pt x="169" y="116"/>
                      </a:lnTo>
                      <a:lnTo>
                        <a:pt x="172" y="105"/>
                      </a:lnTo>
                      <a:lnTo>
                        <a:pt x="181" y="98"/>
                      </a:lnTo>
                      <a:lnTo>
                        <a:pt x="189" y="109"/>
                      </a:lnTo>
                      <a:lnTo>
                        <a:pt x="210" y="120"/>
                      </a:lnTo>
                      <a:lnTo>
                        <a:pt x="214" y="136"/>
                      </a:lnTo>
                      <a:lnTo>
                        <a:pt x="225" y="161"/>
                      </a:lnTo>
                      <a:lnTo>
                        <a:pt x="258" y="167"/>
                      </a:lnTo>
                      <a:lnTo>
                        <a:pt x="272" y="170"/>
                      </a:lnTo>
                      <a:lnTo>
                        <a:pt x="288" y="179"/>
                      </a:lnTo>
                      <a:lnTo>
                        <a:pt x="298" y="198"/>
                      </a:lnTo>
                      <a:lnTo>
                        <a:pt x="308" y="207"/>
                      </a:lnTo>
                      <a:lnTo>
                        <a:pt x="388" y="213"/>
                      </a:lnTo>
                      <a:lnTo>
                        <a:pt x="406" y="218"/>
                      </a:lnTo>
                      <a:lnTo>
                        <a:pt x="427" y="230"/>
                      </a:lnTo>
                      <a:lnTo>
                        <a:pt x="448" y="223"/>
                      </a:lnTo>
                      <a:lnTo>
                        <a:pt x="460" y="214"/>
                      </a:lnTo>
                      <a:lnTo>
                        <a:pt x="488" y="218"/>
                      </a:lnTo>
                      <a:lnTo>
                        <a:pt x="511" y="199"/>
                      </a:lnTo>
                      <a:lnTo>
                        <a:pt x="513" y="182"/>
                      </a:lnTo>
                      <a:lnTo>
                        <a:pt x="513" y="165"/>
                      </a:lnTo>
                      <a:lnTo>
                        <a:pt x="532" y="172"/>
                      </a:lnTo>
                      <a:lnTo>
                        <a:pt x="546" y="158"/>
                      </a:lnTo>
                      <a:lnTo>
                        <a:pt x="558" y="148"/>
                      </a:lnTo>
                      <a:lnTo>
                        <a:pt x="580" y="136"/>
                      </a:lnTo>
                      <a:lnTo>
                        <a:pt x="604" y="124"/>
                      </a:lnTo>
                      <a:lnTo>
                        <a:pt x="593" y="109"/>
                      </a:lnTo>
                      <a:lnTo>
                        <a:pt x="570" y="112"/>
                      </a:lnTo>
                      <a:lnTo>
                        <a:pt x="558" y="115"/>
                      </a:lnTo>
                      <a:lnTo>
                        <a:pt x="555" y="109"/>
                      </a:lnTo>
                      <a:lnTo>
                        <a:pt x="553" y="77"/>
                      </a:lnTo>
                      <a:lnTo>
                        <a:pt x="557" y="65"/>
                      </a:lnTo>
                      <a:lnTo>
                        <a:pt x="568" y="76"/>
                      </a:lnTo>
                      <a:lnTo>
                        <a:pt x="587" y="76"/>
                      </a:lnTo>
                      <a:lnTo>
                        <a:pt x="591" y="49"/>
                      </a:lnTo>
                      <a:lnTo>
                        <a:pt x="602" y="40"/>
                      </a:lnTo>
                      <a:lnTo>
                        <a:pt x="592" y="14"/>
                      </a:lnTo>
                      <a:lnTo>
                        <a:pt x="600" y="0"/>
                      </a:lnTo>
                      <a:lnTo>
                        <a:pt x="661" y="1"/>
                      </a:lnTo>
                      <a:lnTo>
                        <a:pt x="675" y="17"/>
                      </a:lnTo>
                      <a:lnTo>
                        <a:pt x="689" y="29"/>
                      </a:lnTo>
                      <a:lnTo>
                        <a:pt x="700" y="42"/>
                      </a:lnTo>
                      <a:lnTo>
                        <a:pt x="703" y="59"/>
                      </a:lnTo>
                      <a:lnTo>
                        <a:pt x="714" y="73"/>
                      </a:lnTo>
                      <a:lnTo>
                        <a:pt x="740" y="78"/>
                      </a:lnTo>
                      <a:lnTo>
                        <a:pt x="751" y="88"/>
                      </a:lnTo>
                      <a:lnTo>
                        <a:pt x="763" y="97"/>
                      </a:lnTo>
                      <a:lnTo>
                        <a:pt x="769" y="106"/>
                      </a:lnTo>
                      <a:lnTo>
                        <a:pt x="783" y="107"/>
                      </a:lnTo>
                      <a:lnTo>
                        <a:pt x="808" y="103"/>
                      </a:lnTo>
                      <a:lnTo>
                        <a:pt x="813" y="109"/>
                      </a:lnTo>
                      <a:lnTo>
                        <a:pt x="816" y="122"/>
                      </a:lnTo>
                      <a:lnTo>
                        <a:pt x="806" y="130"/>
                      </a:lnTo>
                      <a:lnTo>
                        <a:pt x="804" y="165"/>
                      </a:lnTo>
                      <a:lnTo>
                        <a:pt x="791" y="164"/>
                      </a:lnTo>
                      <a:lnTo>
                        <a:pt x="783" y="178"/>
                      </a:lnTo>
                      <a:lnTo>
                        <a:pt x="784" y="194"/>
                      </a:lnTo>
                      <a:lnTo>
                        <a:pt x="798" y="198"/>
                      </a:lnTo>
                      <a:lnTo>
                        <a:pt x="797" y="198"/>
                      </a:lnTo>
                      <a:lnTo>
                        <a:pt x="783" y="209"/>
                      </a:lnTo>
                      <a:lnTo>
                        <a:pt x="769" y="213"/>
                      </a:lnTo>
                      <a:lnTo>
                        <a:pt x="755" y="230"/>
                      </a:lnTo>
                      <a:lnTo>
                        <a:pt x="741" y="230"/>
                      </a:lnTo>
                      <a:lnTo>
                        <a:pt x="729" y="224"/>
                      </a:lnTo>
                      <a:lnTo>
                        <a:pt x="721" y="248"/>
                      </a:lnTo>
                      <a:lnTo>
                        <a:pt x="707" y="257"/>
                      </a:lnTo>
                      <a:lnTo>
                        <a:pt x="689" y="268"/>
                      </a:lnTo>
                      <a:lnTo>
                        <a:pt x="669" y="275"/>
                      </a:lnTo>
                      <a:lnTo>
                        <a:pt x="667" y="258"/>
                      </a:lnTo>
                      <a:lnTo>
                        <a:pt x="663" y="242"/>
                      </a:lnTo>
                      <a:lnTo>
                        <a:pt x="657" y="241"/>
                      </a:lnTo>
                      <a:lnTo>
                        <a:pt x="648" y="248"/>
                      </a:lnTo>
                      <a:lnTo>
                        <a:pt x="641" y="25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4" id="174"/>
                <p:cNvSpPr/>
                <p:nvPr/>
              </p:nvSpPr>
              <p:spPr>
                <a:xfrm>
                  <a:off x="4624" y="2205"/>
                  <a:ext cx="78" cy="10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0" h="91" stroke="true" fill="norm" extrusionOk="true">
                      <a:moveTo>
                        <a:pt x="67" y="0"/>
                      </a:moveTo>
                      <a:lnTo>
                        <a:pt x="69" y="25"/>
                      </a:lnTo>
                      <a:lnTo>
                        <a:pt x="60" y="31"/>
                      </a:lnTo>
                      <a:lnTo>
                        <a:pt x="52" y="45"/>
                      </a:lnTo>
                      <a:lnTo>
                        <a:pt x="39" y="51"/>
                      </a:lnTo>
                      <a:lnTo>
                        <a:pt x="55" y="67"/>
                      </a:lnTo>
                      <a:lnTo>
                        <a:pt x="50" y="82"/>
                      </a:lnTo>
                      <a:lnTo>
                        <a:pt x="29" y="90"/>
                      </a:lnTo>
                      <a:lnTo>
                        <a:pt x="22" y="81"/>
                      </a:lnTo>
                      <a:lnTo>
                        <a:pt x="4" y="73"/>
                      </a:lnTo>
                      <a:lnTo>
                        <a:pt x="15" y="65"/>
                      </a:lnTo>
                      <a:lnTo>
                        <a:pt x="16" y="48"/>
                      </a:lnTo>
                      <a:lnTo>
                        <a:pt x="4" y="45"/>
                      </a:lnTo>
                      <a:lnTo>
                        <a:pt x="0" y="45"/>
                      </a:lnTo>
                      <a:lnTo>
                        <a:pt x="14" y="37"/>
                      </a:lnTo>
                      <a:lnTo>
                        <a:pt x="22" y="12"/>
                      </a:lnTo>
                      <a:lnTo>
                        <a:pt x="34" y="18"/>
                      </a:lnTo>
                      <a:lnTo>
                        <a:pt x="48" y="18"/>
                      </a:lnTo>
                      <a:lnTo>
                        <a:pt x="62" y="1"/>
                      </a:lnTo>
                      <a:lnTo>
                        <a:pt x="67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5" id="175"/>
                <p:cNvSpPr/>
                <p:nvPr/>
              </p:nvSpPr>
              <p:spPr>
                <a:xfrm>
                  <a:off x="4163" y="2504"/>
                  <a:ext cx="126" cy="3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3" h="289" stroke="true" fill="norm" extrusionOk="true">
                      <a:moveTo>
                        <a:pt x="1" y="109"/>
                      </a:moveTo>
                      <a:lnTo>
                        <a:pt x="8" y="97"/>
                      </a:lnTo>
                      <a:lnTo>
                        <a:pt x="8" y="69"/>
                      </a:lnTo>
                      <a:lnTo>
                        <a:pt x="21" y="54"/>
                      </a:lnTo>
                      <a:lnTo>
                        <a:pt x="27" y="35"/>
                      </a:lnTo>
                      <a:lnTo>
                        <a:pt x="38" y="20"/>
                      </a:lnTo>
                      <a:lnTo>
                        <a:pt x="56" y="11"/>
                      </a:lnTo>
                      <a:lnTo>
                        <a:pt x="57" y="3"/>
                      </a:lnTo>
                      <a:lnTo>
                        <a:pt x="74" y="0"/>
                      </a:lnTo>
                      <a:lnTo>
                        <a:pt x="78" y="8"/>
                      </a:lnTo>
                      <a:lnTo>
                        <a:pt x="84" y="25"/>
                      </a:lnTo>
                      <a:lnTo>
                        <a:pt x="78" y="37"/>
                      </a:lnTo>
                      <a:lnTo>
                        <a:pt x="68" y="45"/>
                      </a:lnTo>
                      <a:lnTo>
                        <a:pt x="67" y="58"/>
                      </a:lnTo>
                      <a:lnTo>
                        <a:pt x="83" y="60"/>
                      </a:lnTo>
                      <a:lnTo>
                        <a:pt x="91" y="75"/>
                      </a:lnTo>
                      <a:lnTo>
                        <a:pt x="94" y="98"/>
                      </a:lnTo>
                      <a:lnTo>
                        <a:pt x="109" y="102"/>
                      </a:lnTo>
                      <a:lnTo>
                        <a:pt x="112" y="111"/>
                      </a:lnTo>
                      <a:lnTo>
                        <a:pt x="105" y="125"/>
                      </a:lnTo>
                      <a:lnTo>
                        <a:pt x="97" y="132"/>
                      </a:lnTo>
                      <a:lnTo>
                        <a:pt x="82" y="138"/>
                      </a:lnTo>
                      <a:lnTo>
                        <a:pt x="80" y="164"/>
                      </a:lnTo>
                      <a:lnTo>
                        <a:pt x="84" y="175"/>
                      </a:lnTo>
                      <a:lnTo>
                        <a:pt x="96" y="190"/>
                      </a:lnTo>
                      <a:lnTo>
                        <a:pt x="91" y="215"/>
                      </a:lnTo>
                      <a:lnTo>
                        <a:pt x="93" y="227"/>
                      </a:lnTo>
                      <a:lnTo>
                        <a:pt x="98" y="246"/>
                      </a:lnTo>
                      <a:lnTo>
                        <a:pt x="110" y="257"/>
                      </a:lnTo>
                      <a:lnTo>
                        <a:pt x="101" y="278"/>
                      </a:lnTo>
                      <a:lnTo>
                        <a:pt x="94" y="288"/>
                      </a:lnTo>
                      <a:lnTo>
                        <a:pt x="88" y="261"/>
                      </a:lnTo>
                      <a:lnTo>
                        <a:pt x="84" y="242"/>
                      </a:lnTo>
                      <a:lnTo>
                        <a:pt x="73" y="234"/>
                      </a:lnTo>
                      <a:lnTo>
                        <a:pt x="78" y="197"/>
                      </a:lnTo>
                      <a:lnTo>
                        <a:pt x="64" y="175"/>
                      </a:lnTo>
                      <a:lnTo>
                        <a:pt x="56" y="187"/>
                      </a:lnTo>
                      <a:lnTo>
                        <a:pt x="46" y="197"/>
                      </a:lnTo>
                      <a:lnTo>
                        <a:pt x="32" y="192"/>
                      </a:lnTo>
                      <a:lnTo>
                        <a:pt x="28" y="160"/>
                      </a:lnTo>
                      <a:lnTo>
                        <a:pt x="25" y="145"/>
                      </a:lnTo>
                      <a:lnTo>
                        <a:pt x="13" y="128"/>
                      </a:lnTo>
                      <a:lnTo>
                        <a:pt x="0" y="117"/>
                      </a:lnTo>
                      <a:lnTo>
                        <a:pt x="1" y="10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6" id="176"/>
                <p:cNvSpPr/>
                <p:nvPr/>
              </p:nvSpPr>
              <p:spPr>
                <a:xfrm>
                  <a:off x="4212" y="2922"/>
                  <a:ext cx="190" cy="21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0" h="187" stroke="true" fill="norm" extrusionOk="true">
                      <a:moveTo>
                        <a:pt x="65" y="29"/>
                      </a:moveTo>
                      <a:lnTo>
                        <a:pt x="43" y="20"/>
                      </a:lnTo>
                      <a:lnTo>
                        <a:pt x="25" y="0"/>
                      </a:lnTo>
                      <a:lnTo>
                        <a:pt x="3" y="3"/>
                      </a:lnTo>
                      <a:lnTo>
                        <a:pt x="0" y="11"/>
                      </a:lnTo>
                      <a:lnTo>
                        <a:pt x="26" y="29"/>
                      </a:lnTo>
                      <a:lnTo>
                        <a:pt x="49" y="49"/>
                      </a:lnTo>
                      <a:lnTo>
                        <a:pt x="65" y="63"/>
                      </a:lnTo>
                      <a:lnTo>
                        <a:pt x="69" y="84"/>
                      </a:lnTo>
                      <a:lnTo>
                        <a:pt x="78" y="103"/>
                      </a:lnTo>
                      <a:lnTo>
                        <a:pt x="108" y="143"/>
                      </a:lnTo>
                      <a:lnTo>
                        <a:pt x="134" y="174"/>
                      </a:lnTo>
                      <a:lnTo>
                        <a:pt x="143" y="186"/>
                      </a:lnTo>
                      <a:lnTo>
                        <a:pt x="169" y="174"/>
                      </a:lnTo>
                      <a:lnTo>
                        <a:pt x="166" y="158"/>
                      </a:lnTo>
                      <a:lnTo>
                        <a:pt x="166" y="138"/>
                      </a:lnTo>
                      <a:lnTo>
                        <a:pt x="158" y="127"/>
                      </a:lnTo>
                      <a:lnTo>
                        <a:pt x="135" y="119"/>
                      </a:lnTo>
                      <a:lnTo>
                        <a:pt x="135" y="110"/>
                      </a:lnTo>
                      <a:lnTo>
                        <a:pt x="127" y="97"/>
                      </a:lnTo>
                      <a:lnTo>
                        <a:pt x="127" y="79"/>
                      </a:lnTo>
                      <a:lnTo>
                        <a:pt x="112" y="65"/>
                      </a:lnTo>
                      <a:lnTo>
                        <a:pt x="92" y="53"/>
                      </a:lnTo>
                      <a:lnTo>
                        <a:pt x="65" y="2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7" id="177"/>
                <p:cNvSpPr/>
                <p:nvPr/>
              </p:nvSpPr>
              <p:spPr>
                <a:xfrm>
                  <a:off x="4437" y="2893"/>
                  <a:ext cx="183" cy="20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3" h="184" stroke="true" fill="norm" extrusionOk="true">
                      <a:moveTo>
                        <a:pt x="35" y="89"/>
                      </a:moveTo>
                      <a:lnTo>
                        <a:pt x="4" y="89"/>
                      </a:lnTo>
                      <a:lnTo>
                        <a:pt x="0" y="112"/>
                      </a:lnTo>
                      <a:lnTo>
                        <a:pt x="11" y="118"/>
                      </a:lnTo>
                      <a:lnTo>
                        <a:pt x="12" y="136"/>
                      </a:lnTo>
                      <a:lnTo>
                        <a:pt x="25" y="139"/>
                      </a:lnTo>
                      <a:lnTo>
                        <a:pt x="26" y="160"/>
                      </a:lnTo>
                      <a:lnTo>
                        <a:pt x="34" y="161"/>
                      </a:lnTo>
                      <a:lnTo>
                        <a:pt x="41" y="170"/>
                      </a:lnTo>
                      <a:lnTo>
                        <a:pt x="62" y="175"/>
                      </a:lnTo>
                      <a:lnTo>
                        <a:pt x="70" y="164"/>
                      </a:lnTo>
                      <a:lnTo>
                        <a:pt x="81" y="168"/>
                      </a:lnTo>
                      <a:lnTo>
                        <a:pt x="89" y="183"/>
                      </a:lnTo>
                      <a:lnTo>
                        <a:pt x="108" y="181"/>
                      </a:lnTo>
                      <a:lnTo>
                        <a:pt x="112" y="169"/>
                      </a:lnTo>
                      <a:lnTo>
                        <a:pt x="120" y="157"/>
                      </a:lnTo>
                      <a:lnTo>
                        <a:pt x="120" y="142"/>
                      </a:lnTo>
                      <a:lnTo>
                        <a:pt x="132" y="131"/>
                      </a:lnTo>
                      <a:lnTo>
                        <a:pt x="138" y="107"/>
                      </a:lnTo>
                      <a:lnTo>
                        <a:pt x="151" y="102"/>
                      </a:lnTo>
                      <a:lnTo>
                        <a:pt x="151" y="88"/>
                      </a:lnTo>
                      <a:lnTo>
                        <a:pt x="137" y="77"/>
                      </a:lnTo>
                      <a:lnTo>
                        <a:pt x="137" y="52"/>
                      </a:lnTo>
                      <a:lnTo>
                        <a:pt x="148" y="43"/>
                      </a:lnTo>
                      <a:lnTo>
                        <a:pt x="162" y="32"/>
                      </a:lnTo>
                      <a:lnTo>
                        <a:pt x="159" y="17"/>
                      </a:lnTo>
                      <a:lnTo>
                        <a:pt x="141" y="13"/>
                      </a:lnTo>
                      <a:lnTo>
                        <a:pt x="131" y="9"/>
                      </a:lnTo>
                      <a:lnTo>
                        <a:pt x="114" y="0"/>
                      </a:lnTo>
                      <a:lnTo>
                        <a:pt x="110" y="14"/>
                      </a:lnTo>
                      <a:lnTo>
                        <a:pt x="99" y="20"/>
                      </a:lnTo>
                      <a:lnTo>
                        <a:pt x="96" y="37"/>
                      </a:lnTo>
                      <a:lnTo>
                        <a:pt x="84" y="43"/>
                      </a:lnTo>
                      <a:lnTo>
                        <a:pt x="70" y="53"/>
                      </a:lnTo>
                      <a:lnTo>
                        <a:pt x="63" y="68"/>
                      </a:lnTo>
                      <a:lnTo>
                        <a:pt x="44" y="66"/>
                      </a:lnTo>
                      <a:lnTo>
                        <a:pt x="41" y="80"/>
                      </a:lnTo>
                      <a:lnTo>
                        <a:pt x="35" y="8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8" id="178"/>
                <p:cNvSpPr/>
                <p:nvPr/>
              </p:nvSpPr>
              <p:spPr>
                <a:xfrm>
                  <a:off x="4319" y="2589"/>
                  <a:ext cx="125" cy="28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1" h="250" stroke="true" fill="norm" extrusionOk="true">
                      <a:moveTo>
                        <a:pt x="0" y="12"/>
                      </a:moveTo>
                      <a:lnTo>
                        <a:pt x="8" y="35"/>
                      </a:lnTo>
                      <a:lnTo>
                        <a:pt x="34" y="44"/>
                      </a:lnTo>
                      <a:lnTo>
                        <a:pt x="36" y="53"/>
                      </a:lnTo>
                      <a:lnTo>
                        <a:pt x="32" y="69"/>
                      </a:lnTo>
                      <a:lnTo>
                        <a:pt x="42" y="80"/>
                      </a:lnTo>
                      <a:lnTo>
                        <a:pt x="64" y="113"/>
                      </a:lnTo>
                      <a:lnTo>
                        <a:pt x="77" y="122"/>
                      </a:lnTo>
                      <a:lnTo>
                        <a:pt x="77" y="151"/>
                      </a:lnTo>
                      <a:lnTo>
                        <a:pt x="83" y="156"/>
                      </a:lnTo>
                      <a:lnTo>
                        <a:pt x="85" y="183"/>
                      </a:lnTo>
                      <a:lnTo>
                        <a:pt x="75" y="191"/>
                      </a:lnTo>
                      <a:lnTo>
                        <a:pt x="61" y="205"/>
                      </a:lnTo>
                      <a:lnTo>
                        <a:pt x="47" y="215"/>
                      </a:lnTo>
                      <a:lnTo>
                        <a:pt x="53" y="224"/>
                      </a:lnTo>
                      <a:lnTo>
                        <a:pt x="46" y="234"/>
                      </a:lnTo>
                      <a:lnTo>
                        <a:pt x="51" y="249"/>
                      </a:lnTo>
                      <a:lnTo>
                        <a:pt x="77" y="230"/>
                      </a:lnTo>
                      <a:lnTo>
                        <a:pt x="100" y="209"/>
                      </a:lnTo>
                      <a:lnTo>
                        <a:pt x="106" y="201"/>
                      </a:lnTo>
                      <a:lnTo>
                        <a:pt x="110" y="163"/>
                      </a:lnTo>
                      <a:lnTo>
                        <a:pt x="102" y="131"/>
                      </a:lnTo>
                      <a:lnTo>
                        <a:pt x="81" y="108"/>
                      </a:lnTo>
                      <a:lnTo>
                        <a:pt x="57" y="80"/>
                      </a:lnTo>
                      <a:lnTo>
                        <a:pt x="57" y="59"/>
                      </a:lnTo>
                      <a:lnTo>
                        <a:pt x="63" y="52"/>
                      </a:lnTo>
                      <a:lnTo>
                        <a:pt x="81" y="38"/>
                      </a:lnTo>
                      <a:lnTo>
                        <a:pt x="60" y="8"/>
                      </a:lnTo>
                      <a:lnTo>
                        <a:pt x="37" y="0"/>
                      </a:lnTo>
                      <a:lnTo>
                        <a:pt x="23" y="0"/>
                      </a:lnTo>
                      <a:lnTo>
                        <a:pt x="0" y="1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9" id="179"/>
                <p:cNvSpPr/>
                <p:nvPr/>
              </p:nvSpPr>
              <p:spPr>
                <a:xfrm>
                  <a:off x="4847" y="3048"/>
                  <a:ext cx="161" cy="1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4" h="128" stroke="true" fill="norm" extrusionOk="true">
                      <a:moveTo>
                        <a:pt x="124" y="24"/>
                      </a:moveTo>
                      <a:lnTo>
                        <a:pt x="110" y="19"/>
                      </a:lnTo>
                      <a:lnTo>
                        <a:pt x="80" y="6"/>
                      </a:lnTo>
                      <a:lnTo>
                        <a:pt x="71" y="0"/>
                      </a:lnTo>
                      <a:lnTo>
                        <a:pt x="55" y="3"/>
                      </a:lnTo>
                      <a:lnTo>
                        <a:pt x="40" y="19"/>
                      </a:lnTo>
                      <a:lnTo>
                        <a:pt x="22" y="29"/>
                      </a:lnTo>
                      <a:lnTo>
                        <a:pt x="6" y="32"/>
                      </a:lnTo>
                      <a:lnTo>
                        <a:pt x="0" y="34"/>
                      </a:lnTo>
                      <a:lnTo>
                        <a:pt x="6" y="45"/>
                      </a:lnTo>
                      <a:lnTo>
                        <a:pt x="21" y="43"/>
                      </a:lnTo>
                      <a:lnTo>
                        <a:pt x="41" y="54"/>
                      </a:lnTo>
                      <a:lnTo>
                        <a:pt x="55" y="62"/>
                      </a:lnTo>
                      <a:lnTo>
                        <a:pt x="69" y="75"/>
                      </a:lnTo>
                      <a:lnTo>
                        <a:pt x="69" y="92"/>
                      </a:lnTo>
                      <a:lnTo>
                        <a:pt x="66" y="98"/>
                      </a:lnTo>
                      <a:lnTo>
                        <a:pt x="53" y="103"/>
                      </a:lnTo>
                      <a:lnTo>
                        <a:pt x="56" y="116"/>
                      </a:lnTo>
                      <a:lnTo>
                        <a:pt x="74" y="114"/>
                      </a:lnTo>
                      <a:lnTo>
                        <a:pt x="92" y="114"/>
                      </a:lnTo>
                      <a:lnTo>
                        <a:pt x="99" y="122"/>
                      </a:lnTo>
                      <a:lnTo>
                        <a:pt x="111" y="127"/>
                      </a:lnTo>
                      <a:lnTo>
                        <a:pt x="128" y="120"/>
                      </a:lnTo>
                      <a:lnTo>
                        <a:pt x="135" y="107"/>
                      </a:lnTo>
                      <a:lnTo>
                        <a:pt x="143" y="97"/>
                      </a:lnTo>
                      <a:lnTo>
                        <a:pt x="124" y="2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0" id="180"/>
                <p:cNvSpPr/>
                <p:nvPr/>
              </p:nvSpPr>
              <p:spPr>
                <a:xfrm>
                  <a:off x="4853" y="3033"/>
                  <a:ext cx="43" cy="2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8" h="26" stroke="true" fill="norm" extrusionOk="true">
                      <a:moveTo>
                        <a:pt x="14" y="24"/>
                      </a:moveTo>
                      <a:lnTo>
                        <a:pt x="0" y="25"/>
                      </a:lnTo>
                      <a:lnTo>
                        <a:pt x="3" y="13"/>
                      </a:lnTo>
                      <a:lnTo>
                        <a:pt x="9" y="0"/>
                      </a:lnTo>
                      <a:lnTo>
                        <a:pt x="24" y="3"/>
                      </a:lnTo>
                      <a:lnTo>
                        <a:pt x="37" y="6"/>
                      </a:lnTo>
                      <a:lnTo>
                        <a:pt x="33" y="16"/>
                      </a:lnTo>
                      <a:lnTo>
                        <a:pt x="23" y="25"/>
                      </a:lnTo>
                      <a:lnTo>
                        <a:pt x="14" y="2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1" id="181"/>
                <p:cNvSpPr/>
                <p:nvPr/>
              </p:nvSpPr>
              <p:spPr>
                <a:xfrm>
                  <a:off x="3371" y="2257"/>
                  <a:ext cx="323" cy="29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6" h="261" stroke="true" fill="norm" extrusionOk="true">
                      <a:moveTo>
                        <a:pt x="5" y="0"/>
                      </a:moveTo>
                      <a:lnTo>
                        <a:pt x="0" y="6"/>
                      </a:lnTo>
                      <a:lnTo>
                        <a:pt x="6" y="25"/>
                      </a:lnTo>
                      <a:lnTo>
                        <a:pt x="14" y="43"/>
                      </a:lnTo>
                      <a:lnTo>
                        <a:pt x="17" y="62"/>
                      </a:lnTo>
                      <a:lnTo>
                        <a:pt x="20" y="73"/>
                      </a:lnTo>
                      <a:lnTo>
                        <a:pt x="35" y="76"/>
                      </a:lnTo>
                      <a:lnTo>
                        <a:pt x="32" y="92"/>
                      </a:lnTo>
                      <a:lnTo>
                        <a:pt x="22" y="99"/>
                      </a:lnTo>
                      <a:lnTo>
                        <a:pt x="22" y="114"/>
                      </a:lnTo>
                      <a:lnTo>
                        <a:pt x="36" y="120"/>
                      </a:lnTo>
                      <a:lnTo>
                        <a:pt x="39" y="133"/>
                      </a:lnTo>
                      <a:lnTo>
                        <a:pt x="48" y="135"/>
                      </a:lnTo>
                      <a:lnTo>
                        <a:pt x="59" y="133"/>
                      </a:lnTo>
                      <a:lnTo>
                        <a:pt x="61" y="145"/>
                      </a:lnTo>
                      <a:lnTo>
                        <a:pt x="56" y="159"/>
                      </a:lnTo>
                      <a:lnTo>
                        <a:pt x="64" y="162"/>
                      </a:lnTo>
                      <a:lnTo>
                        <a:pt x="66" y="176"/>
                      </a:lnTo>
                      <a:lnTo>
                        <a:pt x="72" y="183"/>
                      </a:lnTo>
                      <a:lnTo>
                        <a:pt x="87" y="180"/>
                      </a:lnTo>
                      <a:lnTo>
                        <a:pt x="87" y="173"/>
                      </a:lnTo>
                      <a:lnTo>
                        <a:pt x="94" y="187"/>
                      </a:lnTo>
                      <a:lnTo>
                        <a:pt x="98" y="207"/>
                      </a:lnTo>
                      <a:lnTo>
                        <a:pt x="111" y="212"/>
                      </a:lnTo>
                      <a:lnTo>
                        <a:pt x="109" y="220"/>
                      </a:lnTo>
                      <a:lnTo>
                        <a:pt x="122" y="221"/>
                      </a:lnTo>
                      <a:lnTo>
                        <a:pt x="130" y="233"/>
                      </a:lnTo>
                      <a:lnTo>
                        <a:pt x="174" y="235"/>
                      </a:lnTo>
                      <a:lnTo>
                        <a:pt x="180" y="223"/>
                      </a:lnTo>
                      <a:lnTo>
                        <a:pt x="189" y="227"/>
                      </a:lnTo>
                      <a:lnTo>
                        <a:pt x="193" y="250"/>
                      </a:lnTo>
                      <a:lnTo>
                        <a:pt x="209" y="260"/>
                      </a:lnTo>
                      <a:lnTo>
                        <a:pt x="252" y="257"/>
                      </a:lnTo>
                      <a:lnTo>
                        <a:pt x="261" y="260"/>
                      </a:lnTo>
                      <a:lnTo>
                        <a:pt x="265" y="246"/>
                      </a:lnTo>
                      <a:lnTo>
                        <a:pt x="277" y="242"/>
                      </a:lnTo>
                      <a:lnTo>
                        <a:pt x="285" y="231"/>
                      </a:lnTo>
                      <a:lnTo>
                        <a:pt x="280" y="223"/>
                      </a:lnTo>
                      <a:lnTo>
                        <a:pt x="269" y="221"/>
                      </a:lnTo>
                      <a:lnTo>
                        <a:pt x="265" y="205"/>
                      </a:lnTo>
                      <a:lnTo>
                        <a:pt x="249" y="198"/>
                      </a:lnTo>
                      <a:lnTo>
                        <a:pt x="249" y="184"/>
                      </a:lnTo>
                      <a:lnTo>
                        <a:pt x="257" y="173"/>
                      </a:lnTo>
                      <a:lnTo>
                        <a:pt x="252" y="156"/>
                      </a:lnTo>
                      <a:lnTo>
                        <a:pt x="235" y="156"/>
                      </a:lnTo>
                      <a:lnTo>
                        <a:pt x="238" y="121"/>
                      </a:lnTo>
                      <a:lnTo>
                        <a:pt x="235" y="99"/>
                      </a:lnTo>
                      <a:lnTo>
                        <a:pt x="240" y="66"/>
                      </a:lnTo>
                      <a:lnTo>
                        <a:pt x="220" y="56"/>
                      </a:lnTo>
                      <a:lnTo>
                        <a:pt x="197" y="40"/>
                      </a:lnTo>
                      <a:lnTo>
                        <a:pt x="182" y="38"/>
                      </a:lnTo>
                      <a:lnTo>
                        <a:pt x="156" y="33"/>
                      </a:lnTo>
                      <a:lnTo>
                        <a:pt x="149" y="46"/>
                      </a:lnTo>
                      <a:lnTo>
                        <a:pt x="135" y="52"/>
                      </a:lnTo>
                      <a:lnTo>
                        <a:pt x="120" y="58"/>
                      </a:lnTo>
                      <a:lnTo>
                        <a:pt x="112" y="65"/>
                      </a:lnTo>
                      <a:lnTo>
                        <a:pt x="94" y="62"/>
                      </a:lnTo>
                      <a:lnTo>
                        <a:pt x="79" y="50"/>
                      </a:lnTo>
                      <a:lnTo>
                        <a:pt x="64" y="40"/>
                      </a:lnTo>
                      <a:lnTo>
                        <a:pt x="60" y="21"/>
                      </a:lnTo>
                      <a:lnTo>
                        <a:pt x="54" y="3"/>
                      </a:lnTo>
                      <a:lnTo>
                        <a:pt x="46" y="8"/>
                      </a:lnTo>
                      <a:lnTo>
                        <a:pt x="42" y="20"/>
                      </a:lnTo>
                      <a:lnTo>
                        <a:pt x="24" y="20"/>
                      </a:lnTo>
                      <a:lnTo>
                        <a:pt x="17" y="8"/>
                      </a:lnTo>
                      <a:lnTo>
                        <a:pt x="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2" id="182"/>
                <p:cNvSpPr/>
                <p:nvPr/>
              </p:nvSpPr>
              <p:spPr>
                <a:xfrm>
                  <a:off x="3514" y="2560"/>
                  <a:ext cx="122" cy="1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9" h="141" stroke="true" fill="norm" extrusionOk="true">
                      <a:moveTo>
                        <a:pt x="38" y="34"/>
                      </a:moveTo>
                      <a:lnTo>
                        <a:pt x="51" y="52"/>
                      </a:lnTo>
                      <a:lnTo>
                        <a:pt x="41" y="92"/>
                      </a:lnTo>
                      <a:lnTo>
                        <a:pt x="0" y="99"/>
                      </a:lnTo>
                      <a:lnTo>
                        <a:pt x="6" y="118"/>
                      </a:lnTo>
                      <a:lnTo>
                        <a:pt x="15" y="140"/>
                      </a:lnTo>
                      <a:lnTo>
                        <a:pt x="40" y="136"/>
                      </a:lnTo>
                      <a:lnTo>
                        <a:pt x="48" y="121"/>
                      </a:lnTo>
                      <a:lnTo>
                        <a:pt x="61" y="118"/>
                      </a:lnTo>
                      <a:lnTo>
                        <a:pt x="68" y="109"/>
                      </a:lnTo>
                      <a:lnTo>
                        <a:pt x="84" y="105"/>
                      </a:lnTo>
                      <a:lnTo>
                        <a:pt x="87" y="78"/>
                      </a:lnTo>
                      <a:lnTo>
                        <a:pt x="93" y="67"/>
                      </a:lnTo>
                      <a:lnTo>
                        <a:pt x="104" y="61"/>
                      </a:lnTo>
                      <a:lnTo>
                        <a:pt x="108" y="34"/>
                      </a:lnTo>
                      <a:lnTo>
                        <a:pt x="96" y="30"/>
                      </a:lnTo>
                      <a:lnTo>
                        <a:pt x="95" y="16"/>
                      </a:lnTo>
                      <a:lnTo>
                        <a:pt x="69" y="12"/>
                      </a:lnTo>
                      <a:lnTo>
                        <a:pt x="59" y="0"/>
                      </a:lnTo>
                      <a:lnTo>
                        <a:pt x="38" y="3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3" id="183"/>
                <p:cNvSpPr/>
                <p:nvPr/>
              </p:nvSpPr>
              <p:spPr>
                <a:xfrm>
                  <a:off x="3286" y="2315"/>
                  <a:ext cx="161" cy="17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3" h="161" stroke="true" fill="norm" extrusionOk="true">
                      <a:moveTo>
                        <a:pt x="109" y="160"/>
                      </a:moveTo>
                      <a:lnTo>
                        <a:pt x="100" y="155"/>
                      </a:lnTo>
                      <a:lnTo>
                        <a:pt x="84" y="145"/>
                      </a:lnTo>
                      <a:lnTo>
                        <a:pt x="71" y="122"/>
                      </a:lnTo>
                      <a:lnTo>
                        <a:pt x="60" y="119"/>
                      </a:lnTo>
                      <a:lnTo>
                        <a:pt x="50" y="102"/>
                      </a:lnTo>
                      <a:lnTo>
                        <a:pt x="34" y="103"/>
                      </a:lnTo>
                      <a:lnTo>
                        <a:pt x="24" y="96"/>
                      </a:lnTo>
                      <a:lnTo>
                        <a:pt x="14" y="88"/>
                      </a:lnTo>
                      <a:lnTo>
                        <a:pt x="9" y="90"/>
                      </a:lnTo>
                      <a:lnTo>
                        <a:pt x="0" y="74"/>
                      </a:lnTo>
                      <a:lnTo>
                        <a:pt x="15" y="66"/>
                      </a:lnTo>
                      <a:lnTo>
                        <a:pt x="34" y="54"/>
                      </a:lnTo>
                      <a:lnTo>
                        <a:pt x="37" y="41"/>
                      </a:lnTo>
                      <a:lnTo>
                        <a:pt x="37" y="21"/>
                      </a:lnTo>
                      <a:lnTo>
                        <a:pt x="47" y="12"/>
                      </a:lnTo>
                      <a:lnTo>
                        <a:pt x="55" y="3"/>
                      </a:lnTo>
                      <a:lnTo>
                        <a:pt x="70" y="0"/>
                      </a:lnTo>
                      <a:lnTo>
                        <a:pt x="76" y="10"/>
                      </a:lnTo>
                      <a:lnTo>
                        <a:pt x="93" y="11"/>
                      </a:lnTo>
                      <a:lnTo>
                        <a:pt x="96" y="22"/>
                      </a:lnTo>
                      <a:lnTo>
                        <a:pt x="111" y="25"/>
                      </a:lnTo>
                      <a:lnTo>
                        <a:pt x="108" y="41"/>
                      </a:lnTo>
                      <a:lnTo>
                        <a:pt x="98" y="47"/>
                      </a:lnTo>
                      <a:lnTo>
                        <a:pt x="98" y="63"/>
                      </a:lnTo>
                      <a:lnTo>
                        <a:pt x="111" y="69"/>
                      </a:lnTo>
                      <a:lnTo>
                        <a:pt x="115" y="81"/>
                      </a:lnTo>
                      <a:lnTo>
                        <a:pt x="124" y="84"/>
                      </a:lnTo>
                      <a:lnTo>
                        <a:pt x="134" y="81"/>
                      </a:lnTo>
                      <a:lnTo>
                        <a:pt x="137" y="94"/>
                      </a:lnTo>
                      <a:lnTo>
                        <a:pt x="132" y="108"/>
                      </a:lnTo>
                      <a:lnTo>
                        <a:pt x="140" y="111"/>
                      </a:lnTo>
                      <a:lnTo>
                        <a:pt x="142" y="124"/>
                      </a:lnTo>
                      <a:lnTo>
                        <a:pt x="129" y="129"/>
                      </a:lnTo>
                      <a:lnTo>
                        <a:pt x="121" y="131"/>
                      </a:lnTo>
                      <a:lnTo>
                        <a:pt x="119" y="152"/>
                      </a:lnTo>
                      <a:lnTo>
                        <a:pt x="109" y="16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4" id="184"/>
                <p:cNvSpPr/>
                <p:nvPr/>
              </p:nvSpPr>
              <p:spPr>
                <a:xfrm>
                  <a:off x="2508" y="2874"/>
                  <a:ext cx="75" cy="8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7" h="74" stroke="true" fill="norm" extrusionOk="true">
                      <a:moveTo>
                        <a:pt x="0" y="26"/>
                      </a:moveTo>
                      <a:lnTo>
                        <a:pt x="14" y="0"/>
                      </a:lnTo>
                      <a:lnTo>
                        <a:pt x="23" y="17"/>
                      </a:lnTo>
                      <a:lnTo>
                        <a:pt x="34" y="20"/>
                      </a:lnTo>
                      <a:lnTo>
                        <a:pt x="38" y="34"/>
                      </a:lnTo>
                      <a:lnTo>
                        <a:pt x="47" y="36"/>
                      </a:lnTo>
                      <a:lnTo>
                        <a:pt x="49" y="53"/>
                      </a:lnTo>
                      <a:lnTo>
                        <a:pt x="66" y="59"/>
                      </a:lnTo>
                      <a:lnTo>
                        <a:pt x="63" y="67"/>
                      </a:lnTo>
                      <a:lnTo>
                        <a:pt x="54" y="73"/>
                      </a:lnTo>
                      <a:lnTo>
                        <a:pt x="36" y="68"/>
                      </a:lnTo>
                      <a:lnTo>
                        <a:pt x="0" y="2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5" id="185"/>
                <p:cNvSpPr/>
                <p:nvPr/>
              </p:nvSpPr>
              <p:spPr>
                <a:xfrm>
                  <a:off x="2429" y="2501"/>
                  <a:ext cx="171" cy="2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2" h="229" stroke="true" fill="norm" extrusionOk="true">
                      <a:moveTo>
                        <a:pt x="112" y="0"/>
                      </a:moveTo>
                      <a:lnTo>
                        <a:pt x="107" y="20"/>
                      </a:lnTo>
                      <a:lnTo>
                        <a:pt x="100" y="29"/>
                      </a:lnTo>
                      <a:lnTo>
                        <a:pt x="66" y="31"/>
                      </a:lnTo>
                      <a:lnTo>
                        <a:pt x="66" y="81"/>
                      </a:lnTo>
                      <a:lnTo>
                        <a:pt x="53" y="76"/>
                      </a:lnTo>
                      <a:lnTo>
                        <a:pt x="44" y="84"/>
                      </a:lnTo>
                      <a:lnTo>
                        <a:pt x="41" y="97"/>
                      </a:lnTo>
                      <a:lnTo>
                        <a:pt x="40" y="118"/>
                      </a:lnTo>
                      <a:lnTo>
                        <a:pt x="26" y="118"/>
                      </a:lnTo>
                      <a:lnTo>
                        <a:pt x="6" y="115"/>
                      </a:lnTo>
                      <a:lnTo>
                        <a:pt x="0" y="113"/>
                      </a:lnTo>
                      <a:lnTo>
                        <a:pt x="0" y="156"/>
                      </a:lnTo>
                      <a:lnTo>
                        <a:pt x="4" y="162"/>
                      </a:lnTo>
                      <a:lnTo>
                        <a:pt x="4" y="195"/>
                      </a:lnTo>
                      <a:lnTo>
                        <a:pt x="17" y="192"/>
                      </a:lnTo>
                      <a:lnTo>
                        <a:pt x="23" y="201"/>
                      </a:lnTo>
                      <a:lnTo>
                        <a:pt x="33" y="205"/>
                      </a:lnTo>
                      <a:lnTo>
                        <a:pt x="44" y="220"/>
                      </a:lnTo>
                      <a:lnTo>
                        <a:pt x="55" y="228"/>
                      </a:lnTo>
                      <a:lnTo>
                        <a:pt x="70" y="209"/>
                      </a:lnTo>
                      <a:lnTo>
                        <a:pt x="81" y="215"/>
                      </a:lnTo>
                      <a:lnTo>
                        <a:pt x="132" y="219"/>
                      </a:lnTo>
                      <a:lnTo>
                        <a:pt x="151" y="217"/>
                      </a:lnTo>
                      <a:lnTo>
                        <a:pt x="149" y="198"/>
                      </a:lnTo>
                      <a:lnTo>
                        <a:pt x="138" y="195"/>
                      </a:lnTo>
                      <a:lnTo>
                        <a:pt x="140" y="84"/>
                      </a:lnTo>
                      <a:lnTo>
                        <a:pt x="132" y="75"/>
                      </a:lnTo>
                      <a:lnTo>
                        <a:pt x="132" y="53"/>
                      </a:lnTo>
                      <a:lnTo>
                        <a:pt x="142" y="50"/>
                      </a:lnTo>
                      <a:lnTo>
                        <a:pt x="143" y="36"/>
                      </a:lnTo>
                      <a:lnTo>
                        <a:pt x="112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6" id="186"/>
                <p:cNvSpPr/>
                <p:nvPr/>
              </p:nvSpPr>
              <p:spPr>
                <a:xfrm>
                  <a:off x="2871" y="2956"/>
                  <a:ext cx="116" cy="1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3" h="145" stroke="true" fill="norm" extrusionOk="true">
                      <a:moveTo>
                        <a:pt x="0" y="133"/>
                      </a:moveTo>
                      <a:lnTo>
                        <a:pt x="5" y="126"/>
                      </a:lnTo>
                      <a:lnTo>
                        <a:pt x="10" y="114"/>
                      </a:lnTo>
                      <a:lnTo>
                        <a:pt x="3" y="108"/>
                      </a:lnTo>
                      <a:lnTo>
                        <a:pt x="2" y="101"/>
                      </a:lnTo>
                      <a:lnTo>
                        <a:pt x="12" y="97"/>
                      </a:lnTo>
                      <a:lnTo>
                        <a:pt x="19" y="95"/>
                      </a:lnTo>
                      <a:lnTo>
                        <a:pt x="27" y="104"/>
                      </a:lnTo>
                      <a:lnTo>
                        <a:pt x="39" y="100"/>
                      </a:lnTo>
                      <a:lnTo>
                        <a:pt x="48" y="86"/>
                      </a:lnTo>
                      <a:lnTo>
                        <a:pt x="46" y="72"/>
                      </a:lnTo>
                      <a:lnTo>
                        <a:pt x="38" y="65"/>
                      </a:lnTo>
                      <a:lnTo>
                        <a:pt x="34" y="55"/>
                      </a:lnTo>
                      <a:lnTo>
                        <a:pt x="37" y="47"/>
                      </a:lnTo>
                      <a:lnTo>
                        <a:pt x="35" y="38"/>
                      </a:lnTo>
                      <a:lnTo>
                        <a:pt x="24" y="38"/>
                      </a:lnTo>
                      <a:lnTo>
                        <a:pt x="24" y="25"/>
                      </a:lnTo>
                      <a:lnTo>
                        <a:pt x="69" y="19"/>
                      </a:lnTo>
                      <a:lnTo>
                        <a:pt x="75" y="10"/>
                      </a:lnTo>
                      <a:lnTo>
                        <a:pt x="82" y="2"/>
                      </a:lnTo>
                      <a:lnTo>
                        <a:pt x="93" y="0"/>
                      </a:lnTo>
                      <a:lnTo>
                        <a:pt x="102" y="3"/>
                      </a:lnTo>
                      <a:lnTo>
                        <a:pt x="98" y="22"/>
                      </a:lnTo>
                      <a:lnTo>
                        <a:pt x="94" y="26"/>
                      </a:lnTo>
                      <a:lnTo>
                        <a:pt x="93" y="71"/>
                      </a:lnTo>
                      <a:lnTo>
                        <a:pt x="89" y="77"/>
                      </a:lnTo>
                      <a:lnTo>
                        <a:pt x="83" y="84"/>
                      </a:lnTo>
                      <a:lnTo>
                        <a:pt x="82" y="103"/>
                      </a:lnTo>
                      <a:lnTo>
                        <a:pt x="70" y="104"/>
                      </a:lnTo>
                      <a:lnTo>
                        <a:pt x="69" y="128"/>
                      </a:lnTo>
                      <a:lnTo>
                        <a:pt x="54" y="134"/>
                      </a:lnTo>
                      <a:lnTo>
                        <a:pt x="51" y="139"/>
                      </a:lnTo>
                      <a:lnTo>
                        <a:pt x="39" y="139"/>
                      </a:lnTo>
                      <a:lnTo>
                        <a:pt x="32" y="135"/>
                      </a:lnTo>
                      <a:lnTo>
                        <a:pt x="22" y="139"/>
                      </a:lnTo>
                      <a:lnTo>
                        <a:pt x="14" y="142"/>
                      </a:lnTo>
                      <a:lnTo>
                        <a:pt x="8" y="144"/>
                      </a:lnTo>
                      <a:lnTo>
                        <a:pt x="8" y="137"/>
                      </a:lnTo>
                      <a:lnTo>
                        <a:pt x="0" y="13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7" id="187"/>
                <p:cNvSpPr/>
                <p:nvPr/>
              </p:nvSpPr>
              <p:spPr>
                <a:xfrm>
                  <a:off x="2880" y="2932"/>
                  <a:ext cx="315" cy="35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2" h="311" stroke="true" fill="norm" extrusionOk="true">
                      <a:moveTo>
                        <a:pt x="7" y="171"/>
                      </a:moveTo>
                      <a:lnTo>
                        <a:pt x="1" y="174"/>
                      </a:lnTo>
                      <a:lnTo>
                        <a:pt x="0" y="180"/>
                      </a:lnTo>
                      <a:lnTo>
                        <a:pt x="7" y="183"/>
                      </a:lnTo>
                      <a:lnTo>
                        <a:pt x="28" y="184"/>
                      </a:lnTo>
                      <a:lnTo>
                        <a:pt x="42" y="178"/>
                      </a:lnTo>
                      <a:lnTo>
                        <a:pt x="69" y="181"/>
                      </a:lnTo>
                      <a:lnTo>
                        <a:pt x="75" y="206"/>
                      </a:lnTo>
                      <a:lnTo>
                        <a:pt x="81" y="208"/>
                      </a:lnTo>
                      <a:lnTo>
                        <a:pt x="82" y="217"/>
                      </a:lnTo>
                      <a:lnTo>
                        <a:pt x="109" y="217"/>
                      </a:lnTo>
                      <a:lnTo>
                        <a:pt x="110" y="201"/>
                      </a:lnTo>
                      <a:lnTo>
                        <a:pt x="116" y="195"/>
                      </a:lnTo>
                      <a:lnTo>
                        <a:pt x="124" y="213"/>
                      </a:lnTo>
                      <a:lnTo>
                        <a:pt x="130" y="208"/>
                      </a:lnTo>
                      <a:lnTo>
                        <a:pt x="139" y="206"/>
                      </a:lnTo>
                      <a:lnTo>
                        <a:pt x="145" y="215"/>
                      </a:lnTo>
                      <a:lnTo>
                        <a:pt x="146" y="247"/>
                      </a:lnTo>
                      <a:lnTo>
                        <a:pt x="146" y="259"/>
                      </a:lnTo>
                      <a:lnTo>
                        <a:pt x="155" y="267"/>
                      </a:lnTo>
                      <a:lnTo>
                        <a:pt x="172" y="267"/>
                      </a:lnTo>
                      <a:lnTo>
                        <a:pt x="188" y="268"/>
                      </a:lnTo>
                      <a:lnTo>
                        <a:pt x="192" y="284"/>
                      </a:lnTo>
                      <a:lnTo>
                        <a:pt x="199" y="286"/>
                      </a:lnTo>
                      <a:lnTo>
                        <a:pt x="203" y="277"/>
                      </a:lnTo>
                      <a:lnTo>
                        <a:pt x="215" y="275"/>
                      </a:lnTo>
                      <a:lnTo>
                        <a:pt x="216" y="280"/>
                      </a:lnTo>
                      <a:lnTo>
                        <a:pt x="228" y="286"/>
                      </a:lnTo>
                      <a:lnTo>
                        <a:pt x="231" y="302"/>
                      </a:lnTo>
                      <a:lnTo>
                        <a:pt x="237" y="310"/>
                      </a:lnTo>
                      <a:lnTo>
                        <a:pt x="253" y="309"/>
                      </a:lnTo>
                      <a:lnTo>
                        <a:pt x="257" y="300"/>
                      </a:lnTo>
                      <a:lnTo>
                        <a:pt x="254" y="282"/>
                      </a:lnTo>
                      <a:lnTo>
                        <a:pt x="244" y="281"/>
                      </a:lnTo>
                      <a:lnTo>
                        <a:pt x="238" y="275"/>
                      </a:lnTo>
                      <a:lnTo>
                        <a:pt x="242" y="231"/>
                      </a:lnTo>
                      <a:lnTo>
                        <a:pt x="247" y="221"/>
                      </a:lnTo>
                      <a:lnTo>
                        <a:pt x="258" y="217"/>
                      </a:lnTo>
                      <a:lnTo>
                        <a:pt x="261" y="208"/>
                      </a:lnTo>
                      <a:lnTo>
                        <a:pt x="262" y="200"/>
                      </a:lnTo>
                      <a:lnTo>
                        <a:pt x="261" y="190"/>
                      </a:lnTo>
                      <a:lnTo>
                        <a:pt x="257" y="180"/>
                      </a:lnTo>
                      <a:lnTo>
                        <a:pt x="256" y="173"/>
                      </a:lnTo>
                      <a:lnTo>
                        <a:pt x="257" y="159"/>
                      </a:lnTo>
                      <a:lnTo>
                        <a:pt x="253" y="149"/>
                      </a:lnTo>
                      <a:lnTo>
                        <a:pt x="247" y="144"/>
                      </a:lnTo>
                      <a:lnTo>
                        <a:pt x="250" y="129"/>
                      </a:lnTo>
                      <a:lnTo>
                        <a:pt x="241" y="130"/>
                      </a:lnTo>
                      <a:lnTo>
                        <a:pt x="240" y="122"/>
                      </a:lnTo>
                      <a:lnTo>
                        <a:pt x="246" y="116"/>
                      </a:lnTo>
                      <a:lnTo>
                        <a:pt x="244" y="107"/>
                      </a:lnTo>
                      <a:lnTo>
                        <a:pt x="253" y="102"/>
                      </a:lnTo>
                      <a:lnTo>
                        <a:pt x="257" y="68"/>
                      </a:lnTo>
                      <a:lnTo>
                        <a:pt x="272" y="62"/>
                      </a:lnTo>
                      <a:lnTo>
                        <a:pt x="280" y="58"/>
                      </a:lnTo>
                      <a:lnTo>
                        <a:pt x="281" y="48"/>
                      </a:lnTo>
                      <a:lnTo>
                        <a:pt x="272" y="48"/>
                      </a:lnTo>
                      <a:lnTo>
                        <a:pt x="272" y="42"/>
                      </a:lnTo>
                      <a:lnTo>
                        <a:pt x="268" y="23"/>
                      </a:lnTo>
                      <a:lnTo>
                        <a:pt x="268" y="21"/>
                      </a:lnTo>
                      <a:lnTo>
                        <a:pt x="258" y="19"/>
                      </a:lnTo>
                      <a:lnTo>
                        <a:pt x="253" y="11"/>
                      </a:lnTo>
                      <a:lnTo>
                        <a:pt x="220" y="8"/>
                      </a:lnTo>
                      <a:lnTo>
                        <a:pt x="215" y="1"/>
                      </a:lnTo>
                      <a:lnTo>
                        <a:pt x="206" y="0"/>
                      </a:lnTo>
                      <a:lnTo>
                        <a:pt x="190" y="3"/>
                      </a:lnTo>
                      <a:lnTo>
                        <a:pt x="177" y="1"/>
                      </a:lnTo>
                      <a:lnTo>
                        <a:pt x="176" y="8"/>
                      </a:lnTo>
                      <a:lnTo>
                        <a:pt x="146" y="10"/>
                      </a:lnTo>
                      <a:lnTo>
                        <a:pt x="143" y="16"/>
                      </a:lnTo>
                      <a:lnTo>
                        <a:pt x="119" y="19"/>
                      </a:lnTo>
                      <a:lnTo>
                        <a:pt x="114" y="8"/>
                      </a:lnTo>
                      <a:lnTo>
                        <a:pt x="104" y="5"/>
                      </a:lnTo>
                      <a:lnTo>
                        <a:pt x="98" y="14"/>
                      </a:lnTo>
                      <a:lnTo>
                        <a:pt x="91" y="17"/>
                      </a:lnTo>
                      <a:lnTo>
                        <a:pt x="86" y="21"/>
                      </a:lnTo>
                      <a:lnTo>
                        <a:pt x="95" y="25"/>
                      </a:lnTo>
                      <a:lnTo>
                        <a:pt x="91" y="43"/>
                      </a:lnTo>
                      <a:lnTo>
                        <a:pt x="87" y="47"/>
                      </a:lnTo>
                      <a:lnTo>
                        <a:pt x="86" y="92"/>
                      </a:lnTo>
                      <a:lnTo>
                        <a:pt x="82" y="98"/>
                      </a:lnTo>
                      <a:lnTo>
                        <a:pt x="76" y="105"/>
                      </a:lnTo>
                      <a:lnTo>
                        <a:pt x="75" y="125"/>
                      </a:lnTo>
                      <a:lnTo>
                        <a:pt x="63" y="125"/>
                      </a:lnTo>
                      <a:lnTo>
                        <a:pt x="62" y="149"/>
                      </a:lnTo>
                      <a:lnTo>
                        <a:pt x="47" y="155"/>
                      </a:lnTo>
                      <a:lnTo>
                        <a:pt x="43" y="160"/>
                      </a:lnTo>
                      <a:lnTo>
                        <a:pt x="31" y="160"/>
                      </a:lnTo>
                      <a:lnTo>
                        <a:pt x="25" y="156"/>
                      </a:lnTo>
                      <a:lnTo>
                        <a:pt x="14" y="160"/>
                      </a:lnTo>
                      <a:lnTo>
                        <a:pt x="7" y="163"/>
                      </a:lnTo>
                      <a:lnTo>
                        <a:pt x="1" y="165"/>
                      </a:lnTo>
                      <a:lnTo>
                        <a:pt x="4" y="17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8" id="188"/>
                <p:cNvSpPr/>
                <p:nvPr/>
              </p:nvSpPr>
              <p:spPr>
                <a:xfrm>
                  <a:off x="2871" y="3133"/>
                  <a:ext cx="202" cy="22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0" h="203" stroke="true" fill="norm" extrusionOk="true">
                      <a:moveTo>
                        <a:pt x="8" y="3"/>
                      </a:moveTo>
                      <a:lnTo>
                        <a:pt x="14" y="5"/>
                      </a:lnTo>
                      <a:lnTo>
                        <a:pt x="35" y="6"/>
                      </a:lnTo>
                      <a:lnTo>
                        <a:pt x="50" y="0"/>
                      </a:lnTo>
                      <a:lnTo>
                        <a:pt x="76" y="3"/>
                      </a:lnTo>
                      <a:lnTo>
                        <a:pt x="82" y="28"/>
                      </a:lnTo>
                      <a:lnTo>
                        <a:pt x="89" y="30"/>
                      </a:lnTo>
                      <a:lnTo>
                        <a:pt x="90" y="39"/>
                      </a:lnTo>
                      <a:lnTo>
                        <a:pt x="116" y="39"/>
                      </a:lnTo>
                      <a:lnTo>
                        <a:pt x="117" y="23"/>
                      </a:lnTo>
                      <a:lnTo>
                        <a:pt x="123" y="17"/>
                      </a:lnTo>
                      <a:lnTo>
                        <a:pt x="131" y="35"/>
                      </a:lnTo>
                      <a:lnTo>
                        <a:pt x="137" y="30"/>
                      </a:lnTo>
                      <a:lnTo>
                        <a:pt x="146" y="28"/>
                      </a:lnTo>
                      <a:lnTo>
                        <a:pt x="152" y="37"/>
                      </a:lnTo>
                      <a:lnTo>
                        <a:pt x="153" y="69"/>
                      </a:lnTo>
                      <a:lnTo>
                        <a:pt x="153" y="81"/>
                      </a:lnTo>
                      <a:lnTo>
                        <a:pt x="162" y="88"/>
                      </a:lnTo>
                      <a:lnTo>
                        <a:pt x="179" y="88"/>
                      </a:lnTo>
                      <a:lnTo>
                        <a:pt x="176" y="122"/>
                      </a:lnTo>
                      <a:lnTo>
                        <a:pt x="164" y="122"/>
                      </a:lnTo>
                      <a:lnTo>
                        <a:pt x="159" y="113"/>
                      </a:lnTo>
                      <a:lnTo>
                        <a:pt x="153" y="114"/>
                      </a:lnTo>
                      <a:lnTo>
                        <a:pt x="153" y="122"/>
                      </a:lnTo>
                      <a:lnTo>
                        <a:pt x="143" y="123"/>
                      </a:lnTo>
                      <a:lnTo>
                        <a:pt x="142" y="162"/>
                      </a:lnTo>
                      <a:lnTo>
                        <a:pt x="144" y="173"/>
                      </a:lnTo>
                      <a:lnTo>
                        <a:pt x="155" y="188"/>
                      </a:lnTo>
                      <a:lnTo>
                        <a:pt x="156" y="195"/>
                      </a:lnTo>
                      <a:lnTo>
                        <a:pt x="138" y="202"/>
                      </a:lnTo>
                      <a:lnTo>
                        <a:pt x="127" y="200"/>
                      </a:lnTo>
                      <a:lnTo>
                        <a:pt x="97" y="196"/>
                      </a:lnTo>
                      <a:lnTo>
                        <a:pt x="92" y="188"/>
                      </a:lnTo>
                      <a:lnTo>
                        <a:pt x="55" y="189"/>
                      </a:lnTo>
                      <a:lnTo>
                        <a:pt x="30" y="187"/>
                      </a:lnTo>
                      <a:lnTo>
                        <a:pt x="14" y="180"/>
                      </a:lnTo>
                      <a:lnTo>
                        <a:pt x="0" y="186"/>
                      </a:lnTo>
                      <a:lnTo>
                        <a:pt x="0" y="162"/>
                      </a:lnTo>
                      <a:lnTo>
                        <a:pt x="16" y="133"/>
                      </a:lnTo>
                      <a:lnTo>
                        <a:pt x="24" y="114"/>
                      </a:lnTo>
                      <a:lnTo>
                        <a:pt x="25" y="110"/>
                      </a:lnTo>
                      <a:lnTo>
                        <a:pt x="32" y="108"/>
                      </a:lnTo>
                      <a:lnTo>
                        <a:pt x="35" y="93"/>
                      </a:lnTo>
                      <a:lnTo>
                        <a:pt x="26" y="78"/>
                      </a:lnTo>
                      <a:lnTo>
                        <a:pt x="23" y="59"/>
                      </a:lnTo>
                      <a:lnTo>
                        <a:pt x="21" y="39"/>
                      </a:lnTo>
                      <a:lnTo>
                        <a:pt x="14" y="34"/>
                      </a:lnTo>
                      <a:lnTo>
                        <a:pt x="14" y="12"/>
                      </a:lnTo>
                      <a:lnTo>
                        <a:pt x="5" y="12"/>
                      </a:lnTo>
                      <a:lnTo>
                        <a:pt x="8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9" id="189"/>
                <p:cNvSpPr/>
                <p:nvPr/>
              </p:nvSpPr>
              <p:spPr>
                <a:xfrm>
                  <a:off x="3228" y="2939"/>
                  <a:ext cx="131" cy="16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6" h="151" stroke="true" fill="norm" extrusionOk="true">
                      <a:moveTo>
                        <a:pt x="83" y="150"/>
                      </a:moveTo>
                      <a:lnTo>
                        <a:pt x="60" y="138"/>
                      </a:lnTo>
                      <a:lnTo>
                        <a:pt x="60" y="126"/>
                      </a:lnTo>
                      <a:lnTo>
                        <a:pt x="44" y="121"/>
                      </a:lnTo>
                      <a:lnTo>
                        <a:pt x="15" y="98"/>
                      </a:lnTo>
                      <a:lnTo>
                        <a:pt x="4" y="98"/>
                      </a:lnTo>
                      <a:lnTo>
                        <a:pt x="0" y="88"/>
                      </a:lnTo>
                      <a:lnTo>
                        <a:pt x="3" y="72"/>
                      </a:lnTo>
                      <a:lnTo>
                        <a:pt x="11" y="56"/>
                      </a:lnTo>
                      <a:lnTo>
                        <a:pt x="11" y="29"/>
                      </a:lnTo>
                      <a:lnTo>
                        <a:pt x="3" y="14"/>
                      </a:lnTo>
                      <a:lnTo>
                        <a:pt x="23" y="0"/>
                      </a:lnTo>
                      <a:lnTo>
                        <a:pt x="37" y="3"/>
                      </a:lnTo>
                      <a:lnTo>
                        <a:pt x="51" y="13"/>
                      </a:lnTo>
                      <a:lnTo>
                        <a:pt x="53" y="23"/>
                      </a:lnTo>
                      <a:lnTo>
                        <a:pt x="84" y="20"/>
                      </a:lnTo>
                      <a:lnTo>
                        <a:pt x="84" y="14"/>
                      </a:lnTo>
                      <a:lnTo>
                        <a:pt x="104" y="13"/>
                      </a:lnTo>
                      <a:lnTo>
                        <a:pt x="108" y="19"/>
                      </a:lnTo>
                      <a:lnTo>
                        <a:pt x="115" y="23"/>
                      </a:lnTo>
                      <a:lnTo>
                        <a:pt x="107" y="29"/>
                      </a:lnTo>
                      <a:lnTo>
                        <a:pt x="103" y="39"/>
                      </a:lnTo>
                      <a:lnTo>
                        <a:pt x="106" y="102"/>
                      </a:lnTo>
                      <a:lnTo>
                        <a:pt x="112" y="105"/>
                      </a:lnTo>
                      <a:lnTo>
                        <a:pt x="106" y="111"/>
                      </a:lnTo>
                      <a:lnTo>
                        <a:pt x="101" y="121"/>
                      </a:lnTo>
                      <a:lnTo>
                        <a:pt x="90" y="131"/>
                      </a:lnTo>
                      <a:lnTo>
                        <a:pt x="88" y="140"/>
                      </a:lnTo>
                      <a:lnTo>
                        <a:pt x="83" y="15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0" id="190"/>
                <p:cNvSpPr/>
                <p:nvPr/>
              </p:nvSpPr>
              <p:spPr>
                <a:xfrm>
                  <a:off x="3216" y="2655"/>
                  <a:ext cx="229" cy="30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4" h="276" stroke="true" fill="norm" extrusionOk="true">
                      <a:moveTo>
                        <a:pt x="126" y="275"/>
                      </a:moveTo>
                      <a:lnTo>
                        <a:pt x="119" y="271"/>
                      </a:lnTo>
                      <a:lnTo>
                        <a:pt x="115" y="265"/>
                      </a:lnTo>
                      <a:lnTo>
                        <a:pt x="96" y="267"/>
                      </a:lnTo>
                      <a:lnTo>
                        <a:pt x="96" y="272"/>
                      </a:lnTo>
                      <a:lnTo>
                        <a:pt x="64" y="275"/>
                      </a:lnTo>
                      <a:lnTo>
                        <a:pt x="63" y="265"/>
                      </a:lnTo>
                      <a:lnTo>
                        <a:pt x="49" y="256"/>
                      </a:lnTo>
                      <a:lnTo>
                        <a:pt x="35" y="252"/>
                      </a:lnTo>
                      <a:lnTo>
                        <a:pt x="35" y="243"/>
                      </a:lnTo>
                      <a:lnTo>
                        <a:pt x="28" y="231"/>
                      </a:lnTo>
                      <a:lnTo>
                        <a:pt x="24" y="228"/>
                      </a:lnTo>
                      <a:lnTo>
                        <a:pt x="16" y="223"/>
                      </a:lnTo>
                      <a:lnTo>
                        <a:pt x="16" y="211"/>
                      </a:lnTo>
                      <a:lnTo>
                        <a:pt x="8" y="209"/>
                      </a:lnTo>
                      <a:lnTo>
                        <a:pt x="0" y="195"/>
                      </a:lnTo>
                      <a:lnTo>
                        <a:pt x="15" y="194"/>
                      </a:lnTo>
                      <a:lnTo>
                        <a:pt x="19" y="162"/>
                      </a:lnTo>
                      <a:lnTo>
                        <a:pt x="30" y="161"/>
                      </a:lnTo>
                      <a:lnTo>
                        <a:pt x="33" y="128"/>
                      </a:lnTo>
                      <a:lnTo>
                        <a:pt x="52" y="124"/>
                      </a:lnTo>
                      <a:lnTo>
                        <a:pt x="49" y="85"/>
                      </a:lnTo>
                      <a:lnTo>
                        <a:pt x="39" y="82"/>
                      </a:lnTo>
                      <a:lnTo>
                        <a:pt x="40" y="71"/>
                      </a:lnTo>
                      <a:lnTo>
                        <a:pt x="52" y="72"/>
                      </a:lnTo>
                      <a:lnTo>
                        <a:pt x="52" y="60"/>
                      </a:lnTo>
                      <a:lnTo>
                        <a:pt x="46" y="46"/>
                      </a:lnTo>
                      <a:lnTo>
                        <a:pt x="45" y="27"/>
                      </a:lnTo>
                      <a:lnTo>
                        <a:pt x="55" y="0"/>
                      </a:lnTo>
                      <a:lnTo>
                        <a:pt x="60" y="12"/>
                      </a:lnTo>
                      <a:lnTo>
                        <a:pt x="68" y="25"/>
                      </a:lnTo>
                      <a:lnTo>
                        <a:pt x="74" y="34"/>
                      </a:lnTo>
                      <a:lnTo>
                        <a:pt x="84" y="52"/>
                      </a:lnTo>
                      <a:lnTo>
                        <a:pt x="90" y="63"/>
                      </a:lnTo>
                      <a:lnTo>
                        <a:pt x="91" y="76"/>
                      </a:lnTo>
                      <a:lnTo>
                        <a:pt x="108" y="81"/>
                      </a:lnTo>
                      <a:lnTo>
                        <a:pt x="116" y="100"/>
                      </a:lnTo>
                      <a:lnTo>
                        <a:pt x="127" y="121"/>
                      </a:lnTo>
                      <a:lnTo>
                        <a:pt x="123" y="132"/>
                      </a:lnTo>
                      <a:lnTo>
                        <a:pt x="121" y="159"/>
                      </a:lnTo>
                      <a:lnTo>
                        <a:pt x="137" y="162"/>
                      </a:lnTo>
                      <a:lnTo>
                        <a:pt x="148" y="172"/>
                      </a:lnTo>
                      <a:lnTo>
                        <a:pt x="173" y="195"/>
                      </a:lnTo>
                      <a:lnTo>
                        <a:pt x="189" y="195"/>
                      </a:lnTo>
                      <a:lnTo>
                        <a:pt x="203" y="208"/>
                      </a:lnTo>
                      <a:lnTo>
                        <a:pt x="189" y="220"/>
                      </a:lnTo>
                      <a:lnTo>
                        <a:pt x="185" y="240"/>
                      </a:lnTo>
                      <a:lnTo>
                        <a:pt x="171" y="256"/>
                      </a:lnTo>
                      <a:lnTo>
                        <a:pt x="151" y="260"/>
                      </a:lnTo>
                      <a:lnTo>
                        <a:pt x="137" y="260"/>
                      </a:lnTo>
                      <a:lnTo>
                        <a:pt x="126" y="27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1" id="191"/>
                <p:cNvSpPr/>
                <p:nvPr/>
              </p:nvSpPr>
              <p:spPr>
                <a:xfrm>
                  <a:off x="3344" y="2799"/>
                  <a:ext cx="174" cy="25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5" h="231" stroke="true" fill="norm" extrusionOk="true">
                      <a:moveTo>
                        <a:pt x="23" y="33"/>
                      </a:moveTo>
                      <a:lnTo>
                        <a:pt x="34" y="43"/>
                      </a:lnTo>
                      <a:lnTo>
                        <a:pt x="58" y="67"/>
                      </a:lnTo>
                      <a:lnTo>
                        <a:pt x="75" y="66"/>
                      </a:lnTo>
                      <a:lnTo>
                        <a:pt x="89" y="80"/>
                      </a:lnTo>
                      <a:lnTo>
                        <a:pt x="74" y="92"/>
                      </a:lnTo>
                      <a:lnTo>
                        <a:pt x="71" y="112"/>
                      </a:lnTo>
                      <a:lnTo>
                        <a:pt x="57" y="127"/>
                      </a:lnTo>
                      <a:lnTo>
                        <a:pt x="37" y="132"/>
                      </a:lnTo>
                      <a:lnTo>
                        <a:pt x="23" y="132"/>
                      </a:lnTo>
                      <a:lnTo>
                        <a:pt x="12" y="147"/>
                      </a:lnTo>
                      <a:lnTo>
                        <a:pt x="4" y="154"/>
                      </a:lnTo>
                      <a:lnTo>
                        <a:pt x="0" y="163"/>
                      </a:lnTo>
                      <a:lnTo>
                        <a:pt x="3" y="227"/>
                      </a:lnTo>
                      <a:lnTo>
                        <a:pt x="8" y="230"/>
                      </a:lnTo>
                      <a:lnTo>
                        <a:pt x="19" y="216"/>
                      </a:lnTo>
                      <a:lnTo>
                        <a:pt x="28" y="201"/>
                      </a:lnTo>
                      <a:lnTo>
                        <a:pt x="45" y="189"/>
                      </a:lnTo>
                      <a:lnTo>
                        <a:pt x="72" y="165"/>
                      </a:lnTo>
                      <a:lnTo>
                        <a:pt x="98" y="138"/>
                      </a:lnTo>
                      <a:lnTo>
                        <a:pt x="114" y="115"/>
                      </a:lnTo>
                      <a:lnTo>
                        <a:pt x="120" y="87"/>
                      </a:lnTo>
                      <a:lnTo>
                        <a:pt x="129" y="67"/>
                      </a:lnTo>
                      <a:lnTo>
                        <a:pt x="141" y="51"/>
                      </a:lnTo>
                      <a:lnTo>
                        <a:pt x="146" y="33"/>
                      </a:lnTo>
                      <a:lnTo>
                        <a:pt x="154" y="25"/>
                      </a:lnTo>
                      <a:lnTo>
                        <a:pt x="146" y="15"/>
                      </a:lnTo>
                      <a:lnTo>
                        <a:pt x="134" y="0"/>
                      </a:lnTo>
                      <a:lnTo>
                        <a:pt x="118" y="14"/>
                      </a:lnTo>
                      <a:lnTo>
                        <a:pt x="103" y="17"/>
                      </a:lnTo>
                      <a:lnTo>
                        <a:pt x="93" y="22"/>
                      </a:lnTo>
                      <a:lnTo>
                        <a:pt x="84" y="29"/>
                      </a:lnTo>
                      <a:lnTo>
                        <a:pt x="54" y="26"/>
                      </a:lnTo>
                      <a:lnTo>
                        <a:pt x="37" y="20"/>
                      </a:lnTo>
                      <a:lnTo>
                        <a:pt x="23" y="3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2" id="192"/>
                <p:cNvSpPr/>
                <p:nvPr/>
              </p:nvSpPr>
              <p:spPr>
                <a:xfrm>
                  <a:off x="2834" y="2395"/>
                  <a:ext cx="249" cy="29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21" h="264" stroke="true" fill="norm" extrusionOk="true">
                      <a:moveTo>
                        <a:pt x="28" y="2"/>
                      </a:moveTo>
                      <a:lnTo>
                        <a:pt x="40" y="8"/>
                      </a:lnTo>
                      <a:lnTo>
                        <a:pt x="48" y="9"/>
                      </a:lnTo>
                      <a:lnTo>
                        <a:pt x="81" y="15"/>
                      </a:lnTo>
                      <a:lnTo>
                        <a:pt x="85" y="27"/>
                      </a:lnTo>
                      <a:lnTo>
                        <a:pt x="108" y="31"/>
                      </a:lnTo>
                      <a:lnTo>
                        <a:pt x="109" y="38"/>
                      </a:lnTo>
                      <a:lnTo>
                        <a:pt x="129" y="42"/>
                      </a:lnTo>
                      <a:lnTo>
                        <a:pt x="142" y="48"/>
                      </a:lnTo>
                      <a:lnTo>
                        <a:pt x="146" y="41"/>
                      </a:lnTo>
                      <a:lnTo>
                        <a:pt x="146" y="20"/>
                      </a:lnTo>
                      <a:lnTo>
                        <a:pt x="152" y="14"/>
                      </a:lnTo>
                      <a:lnTo>
                        <a:pt x="158" y="5"/>
                      </a:lnTo>
                      <a:lnTo>
                        <a:pt x="164" y="0"/>
                      </a:lnTo>
                      <a:lnTo>
                        <a:pt x="179" y="1"/>
                      </a:lnTo>
                      <a:lnTo>
                        <a:pt x="187" y="9"/>
                      </a:lnTo>
                      <a:lnTo>
                        <a:pt x="195" y="16"/>
                      </a:lnTo>
                      <a:lnTo>
                        <a:pt x="208" y="16"/>
                      </a:lnTo>
                      <a:lnTo>
                        <a:pt x="220" y="20"/>
                      </a:lnTo>
                      <a:lnTo>
                        <a:pt x="219" y="34"/>
                      </a:lnTo>
                      <a:lnTo>
                        <a:pt x="219" y="210"/>
                      </a:lnTo>
                      <a:lnTo>
                        <a:pt x="218" y="234"/>
                      </a:lnTo>
                      <a:lnTo>
                        <a:pt x="208" y="237"/>
                      </a:lnTo>
                      <a:lnTo>
                        <a:pt x="211" y="263"/>
                      </a:lnTo>
                      <a:lnTo>
                        <a:pt x="201" y="261"/>
                      </a:lnTo>
                      <a:lnTo>
                        <a:pt x="177" y="243"/>
                      </a:lnTo>
                      <a:lnTo>
                        <a:pt x="168" y="238"/>
                      </a:lnTo>
                      <a:lnTo>
                        <a:pt x="146" y="227"/>
                      </a:lnTo>
                      <a:lnTo>
                        <a:pt x="138" y="214"/>
                      </a:lnTo>
                      <a:lnTo>
                        <a:pt x="113" y="210"/>
                      </a:lnTo>
                      <a:lnTo>
                        <a:pt x="108" y="198"/>
                      </a:lnTo>
                      <a:lnTo>
                        <a:pt x="95" y="193"/>
                      </a:lnTo>
                      <a:lnTo>
                        <a:pt x="95" y="187"/>
                      </a:lnTo>
                      <a:lnTo>
                        <a:pt x="80" y="186"/>
                      </a:lnTo>
                      <a:lnTo>
                        <a:pt x="72" y="182"/>
                      </a:lnTo>
                      <a:lnTo>
                        <a:pt x="54" y="181"/>
                      </a:lnTo>
                      <a:lnTo>
                        <a:pt x="52" y="173"/>
                      </a:lnTo>
                      <a:lnTo>
                        <a:pt x="34" y="173"/>
                      </a:lnTo>
                      <a:lnTo>
                        <a:pt x="32" y="159"/>
                      </a:lnTo>
                      <a:lnTo>
                        <a:pt x="9" y="155"/>
                      </a:lnTo>
                      <a:lnTo>
                        <a:pt x="2" y="148"/>
                      </a:lnTo>
                      <a:lnTo>
                        <a:pt x="0" y="130"/>
                      </a:lnTo>
                      <a:lnTo>
                        <a:pt x="3" y="33"/>
                      </a:lnTo>
                      <a:lnTo>
                        <a:pt x="18" y="26"/>
                      </a:lnTo>
                      <a:lnTo>
                        <a:pt x="25" y="24"/>
                      </a:lnTo>
                      <a:lnTo>
                        <a:pt x="28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3" id="193"/>
                <p:cNvSpPr/>
                <p:nvPr/>
              </p:nvSpPr>
              <p:spPr>
                <a:xfrm>
                  <a:off x="3031" y="2601"/>
                  <a:ext cx="247" cy="3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20" h="320" stroke="true" fill="norm" extrusionOk="true">
                      <a:moveTo>
                        <a:pt x="36" y="79"/>
                      </a:moveTo>
                      <a:lnTo>
                        <a:pt x="34" y="121"/>
                      </a:lnTo>
                      <a:lnTo>
                        <a:pt x="25" y="125"/>
                      </a:lnTo>
                      <a:lnTo>
                        <a:pt x="16" y="141"/>
                      </a:lnTo>
                      <a:lnTo>
                        <a:pt x="13" y="155"/>
                      </a:lnTo>
                      <a:lnTo>
                        <a:pt x="2" y="156"/>
                      </a:lnTo>
                      <a:lnTo>
                        <a:pt x="0" y="165"/>
                      </a:lnTo>
                      <a:lnTo>
                        <a:pt x="11" y="170"/>
                      </a:lnTo>
                      <a:lnTo>
                        <a:pt x="14" y="182"/>
                      </a:lnTo>
                      <a:lnTo>
                        <a:pt x="20" y="184"/>
                      </a:lnTo>
                      <a:lnTo>
                        <a:pt x="20" y="191"/>
                      </a:lnTo>
                      <a:lnTo>
                        <a:pt x="18" y="196"/>
                      </a:lnTo>
                      <a:lnTo>
                        <a:pt x="25" y="207"/>
                      </a:lnTo>
                      <a:lnTo>
                        <a:pt x="31" y="221"/>
                      </a:lnTo>
                      <a:lnTo>
                        <a:pt x="30" y="234"/>
                      </a:lnTo>
                      <a:lnTo>
                        <a:pt x="36" y="237"/>
                      </a:lnTo>
                      <a:lnTo>
                        <a:pt x="37" y="245"/>
                      </a:lnTo>
                      <a:lnTo>
                        <a:pt x="48" y="243"/>
                      </a:lnTo>
                      <a:lnTo>
                        <a:pt x="52" y="256"/>
                      </a:lnTo>
                      <a:lnTo>
                        <a:pt x="64" y="260"/>
                      </a:lnTo>
                      <a:lnTo>
                        <a:pt x="67" y="276"/>
                      </a:lnTo>
                      <a:lnTo>
                        <a:pt x="74" y="278"/>
                      </a:lnTo>
                      <a:lnTo>
                        <a:pt x="79" y="284"/>
                      </a:lnTo>
                      <a:lnTo>
                        <a:pt x="81" y="289"/>
                      </a:lnTo>
                      <a:lnTo>
                        <a:pt x="79" y="296"/>
                      </a:lnTo>
                      <a:lnTo>
                        <a:pt x="85" y="304"/>
                      </a:lnTo>
                      <a:lnTo>
                        <a:pt x="118" y="306"/>
                      </a:lnTo>
                      <a:lnTo>
                        <a:pt x="123" y="314"/>
                      </a:lnTo>
                      <a:lnTo>
                        <a:pt x="133" y="316"/>
                      </a:lnTo>
                      <a:lnTo>
                        <a:pt x="133" y="318"/>
                      </a:lnTo>
                      <a:lnTo>
                        <a:pt x="148" y="318"/>
                      </a:lnTo>
                      <a:lnTo>
                        <a:pt x="162" y="319"/>
                      </a:lnTo>
                      <a:lnTo>
                        <a:pt x="178" y="314"/>
                      </a:lnTo>
                      <a:lnTo>
                        <a:pt x="199" y="299"/>
                      </a:lnTo>
                      <a:lnTo>
                        <a:pt x="199" y="290"/>
                      </a:lnTo>
                      <a:lnTo>
                        <a:pt x="192" y="278"/>
                      </a:lnTo>
                      <a:lnTo>
                        <a:pt x="188" y="275"/>
                      </a:lnTo>
                      <a:lnTo>
                        <a:pt x="180" y="270"/>
                      </a:lnTo>
                      <a:lnTo>
                        <a:pt x="180" y="258"/>
                      </a:lnTo>
                      <a:lnTo>
                        <a:pt x="172" y="256"/>
                      </a:lnTo>
                      <a:lnTo>
                        <a:pt x="164" y="242"/>
                      </a:lnTo>
                      <a:lnTo>
                        <a:pt x="179" y="241"/>
                      </a:lnTo>
                      <a:lnTo>
                        <a:pt x="183" y="209"/>
                      </a:lnTo>
                      <a:lnTo>
                        <a:pt x="194" y="208"/>
                      </a:lnTo>
                      <a:lnTo>
                        <a:pt x="197" y="175"/>
                      </a:lnTo>
                      <a:lnTo>
                        <a:pt x="216" y="171"/>
                      </a:lnTo>
                      <a:lnTo>
                        <a:pt x="213" y="132"/>
                      </a:lnTo>
                      <a:lnTo>
                        <a:pt x="203" y="129"/>
                      </a:lnTo>
                      <a:lnTo>
                        <a:pt x="204" y="118"/>
                      </a:lnTo>
                      <a:lnTo>
                        <a:pt x="216" y="119"/>
                      </a:lnTo>
                      <a:lnTo>
                        <a:pt x="216" y="107"/>
                      </a:lnTo>
                      <a:lnTo>
                        <a:pt x="210" y="92"/>
                      </a:lnTo>
                      <a:lnTo>
                        <a:pt x="209" y="74"/>
                      </a:lnTo>
                      <a:lnTo>
                        <a:pt x="219" y="47"/>
                      </a:lnTo>
                      <a:lnTo>
                        <a:pt x="217" y="33"/>
                      </a:lnTo>
                      <a:lnTo>
                        <a:pt x="210" y="14"/>
                      </a:lnTo>
                      <a:lnTo>
                        <a:pt x="191" y="0"/>
                      </a:lnTo>
                      <a:lnTo>
                        <a:pt x="167" y="20"/>
                      </a:lnTo>
                      <a:lnTo>
                        <a:pt x="158" y="13"/>
                      </a:lnTo>
                      <a:lnTo>
                        <a:pt x="64" y="13"/>
                      </a:lnTo>
                      <a:lnTo>
                        <a:pt x="53" y="20"/>
                      </a:lnTo>
                      <a:lnTo>
                        <a:pt x="44" y="25"/>
                      </a:lnTo>
                      <a:lnTo>
                        <a:pt x="43" y="50"/>
                      </a:lnTo>
                      <a:lnTo>
                        <a:pt x="33" y="53"/>
                      </a:lnTo>
                      <a:lnTo>
                        <a:pt x="36" y="7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4" id="194"/>
                <p:cNvSpPr/>
                <p:nvPr/>
              </p:nvSpPr>
              <p:spPr>
                <a:xfrm>
                  <a:off x="4582" y="2807"/>
                  <a:ext cx="35" cy="6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3" h="60" stroke="true" fill="norm" extrusionOk="true">
                      <a:moveTo>
                        <a:pt x="23" y="6"/>
                      </a:moveTo>
                      <a:lnTo>
                        <a:pt x="21" y="17"/>
                      </a:lnTo>
                      <a:lnTo>
                        <a:pt x="8" y="27"/>
                      </a:lnTo>
                      <a:lnTo>
                        <a:pt x="0" y="39"/>
                      </a:lnTo>
                      <a:lnTo>
                        <a:pt x="2" y="59"/>
                      </a:lnTo>
                      <a:lnTo>
                        <a:pt x="17" y="44"/>
                      </a:lnTo>
                      <a:lnTo>
                        <a:pt x="27" y="24"/>
                      </a:lnTo>
                      <a:lnTo>
                        <a:pt x="32" y="11"/>
                      </a:lnTo>
                      <a:lnTo>
                        <a:pt x="27" y="0"/>
                      </a:lnTo>
                      <a:lnTo>
                        <a:pt x="23" y="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5" id="195"/>
                <p:cNvSpPr/>
                <p:nvPr/>
              </p:nvSpPr>
              <p:spPr>
                <a:xfrm>
                  <a:off x="4604" y="2671"/>
                  <a:ext cx="56" cy="8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1" h="78" stroke="true" fill="norm" extrusionOk="true">
                      <a:moveTo>
                        <a:pt x="24" y="0"/>
                      </a:moveTo>
                      <a:lnTo>
                        <a:pt x="14" y="16"/>
                      </a:lnTo>
                      <a:lnTo>
                        <a:pt x="10" y="37"/>
                      </a:lnTo>
                      <a:lnTo>
                        <a:pt x="0" y="46"/>
                      </a:lnTo>
                      <a:lnTo>
                        <a:pt x="3" y="66"/>
                      </a:lnTo>
                      <a:lnTo>
                        <a:pt x="14" y="69"/>
                      </a:lnTo>
                      <a:lnTo>
                        <a:pt x="20" y="77"/>
                      </a:lnTo>
                      <a:lnTo>
                        <a:pt x="36" y="76"/>
                      </a:lnTo>
                      <a:lnTo>
                        <a:pt x="50" y="71"/>
                      </a:lnTo>
                      <a:lnTo>
                        <a:pt x="45" y="52"/>
                      </a:lnTo>
                      <a:lnTo>
                        <a:pt x="47" y="37"/>
                      </a:lnTo>
                      <a:lnTo>
                        <a:pt x="47" y="27"/>
                      </a:lnTo>
                      <a:lnTo>
                        <a:pt x="42" y="10"/>
                      </a:lnTo>
                      <a:lnTo>
                        <a:pt x="39" y="1"/>
                      </a:lnTo>
                      <a:lnTo>
                        <a:pt x="24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6" id="196"/>
                <p:cNvSpPr/>
                <p:nvPr/>
              </p:nvSpPr>
              <p:spPr>
                <a:xfrm>
                  <a:off x="4679" y="2844"/>
                  <a:ext cx="54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8" h="66" stroke="true" fill="norm" extrusionOk="true">
                      <a:moveTo>
                        <a:pt x="28" y="0"/>
                      </a:moveTo>
                      <a:lnTo>
                        <a:pt x="14" y="10"/>
                      </a:lnTo>
                      <a:lnTo>
                        <a:pt x="0" y="26"/>
                      </a:lnTo>
                      <a:lnTo>
                        <a:pt x="8" y="38"/>
                      </a:lnTo>
                      <a:lnTo>
                        <a:pt x="18" y="52"/>
                      </a:lnTo>
                      <a:lnTo>
                        <a:pt x="29" y="65"/>
                      </a:lnTo>
                      <a:lnTo>
                        <a:pt x="38" y="52"/>
                      </a:lnTo>
                      <a:lnTo>
                        <a:pt x="47" y="45"/>
                      </a:lnTo>
                      <a:lnTo>
                        <a:pt x="47" y="18"/>
                      </a:lnTo>
                      <a:lnTo>
                        <a:pt x="41" y="7"/>
                      </a:lnTo>
                      <a:lnTo>
                        <a:pt x="2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7" id="197"/>
                <p:cNvSpPr/>
                <p:nvPr/>
              </p:nvSpPr>
              <p:spPr>
                <a:xfrm>
                  <a:off x="2546" y="2837"/>
                  <a:ext cx="106" cy="10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4" h="93" stroke="true" fill="norm" extrusionOk="true">
                      <a:moveTo>
                        <a:pt x="32" y="92"/>
                      </a:moveTo>
                      <a:lnTo>
                        <a:pt x="15" y="86"/>
                      </a:lnTo>
                      <a:lnTo>
                        <a:pt x="14" y="69"/>
                      </a:lnTo>
                      <a:lnTo>
                        <a:pt x="4" y="68"/>
                      </a:lnTo>
                      <a:lnTo>
                        <a:pt x="0" y="53"/>
                      </a:lnTo>
                      <a:lnTo>
                        <a:pt x="4" y="35"/>
                      </a:lnTo>
                      <a:lnTo>
                        <a:pt x="20" y="24"/>
                      </a:lnTo>
                      <a:lnTo>
                        <a:pt x="10" y="15"/>
                      </a:lnTo>
                      <a:lnTo>
                        <a:pt x="15" y="3"/>
                      </a:lnTo>
                      <a:lnTo>
                        <a:pt x="28" y="3"/>
                      </a:lnTo>
                      <a:lnTo>
                        <a:pt x="46" y="0"/>
                      </a:lnTo>
                      <a:lnTo>
                        <a:pt x="54" y="6"/>
                      </a:lnTo>
                      <a:lnTo>
                        <a:pt x="83" y="8"/>
                      </a:lnTo>
                      <a:lnTo>
                        <a:pt x="84" y="21"/>
                      </a:lnTo>
                      <a:lnTo>
                        <a:pt x="93" y="26"/>
                      </a:lnTo>
                      <a:lnTo>
                        <a:pt x="91" y="37"/>
                      </a:lnTo>
                      <a:lnTo>
                        <a:pt x="84" y="39"/>
                      </a:lnTo>
                      <a:lnTo>
                        <a:pt x="81" y="61"/>
                      </a:lnTo>
                      <a:lnTo>
                        <a:pt x="84" y="84"/>
                      </a:lnTo>
                      <a:lnTo>
                        <a:pt x="48" y="85"/>
                      </a:lnTo>
                      <a:lnTo>
                        <a:pt x="32" y="9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8" id="198"/>
                <p:cNvSpPr/>
                <p:nvPr/>
              </p:nvSpPr>
              <p:spPr>
                <a:xfrm>
                  <a:off x="4034" y="1987"/>
                  <a:ext cx="475" cy="23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24" h="212" stroke="true" fill="norm" extrusionOk="true">
                      <a:moveTo>
                        <a:pt x="0" y="80"/>
                      </a:moveTo>
                      <a:lnTo>
                        <a:pt x="8" y="73"/>
                      </a:lnTo>
                      <a:lnTo>
                        <a:pt x="27" y="68"/>
                      </a:lnTo>
                      <a:lnTo>
                        <a:pt x="70" y="64"/>
                      </a:lnTo>
                      <a:lnTo>
                        <a:pt x="75" y="70"/>
                      </a:lnTo>
                      <a:lnTo>
                        <a:pt x="90" y="73"/>
                      </a:lnTo>
                      <a:lnTo>
                        <a:pt x="96" y="79"/>
                      </a:lnTo>
                      <a:lnTo>
                        <a:pt x="125" y="76"/>
                      </a:lnTo>
                      <a:lnTo>
                        <a:pt x="118" y="59"/>
                      </a:lnTo>
                      <a:lnTo>
                        <a:pt x="114" y="51"/>
                      </a:lnTo>
                      <a:lnTo>
                        <a:pt x="125" y="51"/>
                      </a:lnTo>
                      <a:lnTo>
                        <a:pt x="125" y="26"/>
                      </a:lnTo>
                      <a:lnTo>
                        <a:pt x="125" y="0"/>
                      </a:lnTo>
                      <a:lnTo>
                        <a:pt x="152" y="11"/>
                      </a:lnTo>
                      <a:lnTo>
                        <a:pt x="170" y="11"/>
                      </a:lnTo>
                      <a:lnTo>
                        <a:pt x="182" y="24"/>
                      </a:lnTo>
                      <a:lnTo>
                        <a:pt x="188" y="37"/>
                      </a:lnTo>
                      <a:lnTo>
                        <a:pt x="209" y="37"/>
                      </a:lnTo>
                      <a:lnTo>
                        <a:pt x="241" y="39"/>
                      </a:lnTo>
                      <a:lnTo>
                        <a:pt x="259" y="49"/>
                      </a:lnTo>
                      <a:lnTo>
                        <a:pt x="272" y="52"/>
                      </a:lnTo>
                      <a:lnTo>
                        <a:pt x="276" y="64"/>
                      </a:lnTo>
                      <a:lnTo>
                        <a:pt x="313" y="58"/>
                      </a:lnTo>
                      <a:lnTo>
                        <a:pt x="320" y="49"/>
                      </a:lnTo>
                      <a:lnTo>
                        <a:pt x="332" y="57"/>
                      </a:lnTo>
                      <a:lnTo>
                        <a:pt x="349" y="41"/>
                      </a:lnTo>
                      <a:lnTo>
                        <a:pt x="364" y="41"/>
                      </a:lnTo>
                      <a:lnTo>
                        <a:pt x="376" y="47"/>
                      </a:lnTo>
                      <a:lnTo>
                        <a:pt x="372" y="59"/>
                      </a:lnTo>
                      <a:lnTo>
                        <a:pt x="374" y="91"/>
                      </a:lnTo>
                      <a:lnTo>
                        <a:pt x="377" y="97"/>
                      </a:lnTo>
                      <a:lnTo>
                        <a:pt x="389" y="94"/>
                      </a:lnTo>
                      <a:lnTo>
                        <a:pt x="412" y="91"/>
                      </a:lnTo>
                      <a:lnTo>
                        <a:pt x="423" y="106"/>
                      </a:lnTo>
                      <a:lnTo>
                        <a:pt x="398" y="117"/>
                      </a:lnTo>
                      <a:lnTo>
                        <a:pt x="377" y="130"/>
                      </a:lnTo>
                      <a:lnTo>
                        <a:pt x="365" y="139"/>
                      </a:lnTo>
                      <a:lnTo>
                        <a:pt x="351" y="154"/>
                      </a:lnTo>
                      <a:lnTo>
                        <a:pt x="331" y="147"/>
                      </a:lnTo>
                      <a:lnTo>
                        <a:pt x="332" y="164"/>
                      </a:lnTo>
                      <a:lnTo>
                        <a:pt x="330" y="181"/>
                      </a:lnTo>
                      <a:lnTo>
                        <a:pt x="307" y="199"/>
                      </a:lnTo>
                      <a:lnTo>
                        <a:pt x="279" y="196"/>
                      </a:lnTo>
                      <a:lnTo>
                        <a:pt x="267" y="204"/>
                      </a:lnTo>
                      <a:lnTo>
                        <a:pt x="246" y="211"/>
                      </a:lnTo>
                      <a:lnTo>
                        <a:pt x="225" y="199"/>
                      </a:lnTo>
                      <a:lnTo>
                        <a:pt x="207" y="194"/>
                      </a:lnTo>
                      <a:lnTo>
                        <a:pt x="127" y="188"/>
                      </a:lnTo>
                      <a:lnTo>
                        <a:pt x="117" y="179"/>
                      </a:lnTo>
                      <a:lnTo>
                        <a:pt x="107" y="160"/>
                      </a:lnTo>
                      <a:lnTo>
                        <a:pt x="91" y="152"/>
                      </a:lnTo>
                      <a:lnTo>
                        <a:pt x="76" y="149"/>
                      </a:lnTo>
                      <a:lnTo>
                        <a:pt x="43" y="143"/>
                      </a:lnTo>
                      <a:lnTo>
                        <a:pt x="33" y="118"/>
                      </a:lnTo>
                      <a:lnTo>
                        <a:pt x="29" y="102"/>
                      </a:lnTo>
                      <a:lnTo>
                        <a:pt x="8" y="91"/>
                      </a:lnTo>
                      <a:lnTo>
                        <a:pt x="0" y="8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9" id="199"/>
                <p:cNvSpPr/>
                <p:nvPr/>
              </p:nvSpPr>
              <p:spPr>
                <a:xfrm>
                  <a:off x="3967" y="2847"/>
                  <a:ext cx="33" cy="6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9" h="60" stroke="true" fill="norm" extrusionOk="true">
                      <a:moveTo>
                        <a:pt x="9" y="0"/>
                      </a:moveTo>
                      <a:lnTo>
                        <a:pt x="1" y="17"/>
                      </a:lnTo>
                      <a:lnTo>
                        <a:pt x="0" y="40"/>
                      </a:lnTo>
                      <a:lnTo>
                        <a:pt x="8" y="59"/>
                      </a:lnTo>
                      <a:lnTo>
                        <a:pt x="28" y="56"/>
                      </a:lnTo>
                      <a:lnTo>
                        <a:pt x="28" y="19"/>
                      </a:lnTo>
                      <a:lnTo>
                        <a:pt x="22" y="11"/>
                      </a:lnTo>
                      <a:lnTo>
                        <a:pt x="9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0" id="200"/>
                <p:cNvSpPr/>
                <p:nvPr/>
              </p:nvSpPr>
              <p:spPr>
                <a:xfrm>
                  <a:off x="2598" y="2752"/>
                  <a:ext cx="128" cy="9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4" h="84" stroke="true" fill="norm" extrusionOk="true">
                      <a:moveTo>
                        <a:pt x="113" y="42"/>
                      </a:moveTo>
                      <a:lnTo>
                        <a:pt x="109" y="57"/>
                      </a:lnTo>
                      <a:lnTo>
                        <a:pt x="93" y="62"/>
                      </a:lnTo>
                      <a:lnTo>
                        <a:pt x="82" y="77"/>
                      </a:lnTo>
                      <a:lnTo>
                        <a:pt x="75" y="78"/>
                      </a:lnTo>
                      <a:lnTo>
                        <a:pt x="63" y="75"/>
                      </a:lnTo>
                      <a:lnTo>
                        <a:pt x="52" y="69"/>
                      </a:lnTo>
                      <a:lnTo>
                        <a:pt x="45" y="69"/>
                      </a:lnTo>
                      <a:lnTo>
                        <a:pt x="37" y="83"/>
                      </a:lnTo>
                      <a:lnTo>
                        <a:pt x="8" y="81"/>
                      </a:lnTo>
                      <a:lnTo>
                        <a:pt x="0" y="75"/>
                      </a:lnTo>
                      <a:lnTo>
                        <a:pt x="4" y="56"/>
                      </a:lnTo>
                      <a:lnTo>
                        <a:pt x="14" y="42"/>
                      </a:lnTo>
                      <a:lnTo>
                        <a:pt x="19" y="30"/>
                      </a:lnTo>
                      <a:lnTo>
                        <a:pt x="23" y="23"/>
                      </a:lnTo>
                      <a:lnTo>
                        <a:pt x="41" y="17"/>
                      </a:lnTo>
                      <a:lnTo>
                        <a:pt x="49" y="9"/>
                      </a:lnTo>
                      <a:lnTo>
                        <a:pt x="57" y="0"/>
                      </a:lnTo>
                      <a:lnTo>
                        <a:pt x="81" y="1"/>
                      </a:lnTo>
                      <a:lnTo>
                        <a:pt x="85" y="9"/>
                      </a:lnTo>
                      <a:lnTo>
                        <a:pt x="94" y="14"/>
                      </a:lnTo>
                      <a:lnTo>
                        <a:pt x="95" y="30"/>
                      </a:lnTo>
                      <a:lnTo>
                        <a:pt x="105" y="30"/>
                      </a:lnTo>
                      <a:lnTo>
                        <a:pt x="113" y="4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1" id="201"/>
                <p:cNvSpPr/>
                <p:nvPr/>
              </p:nvSpPr>
              <p:spPr>
                <a:xfrm>
                  <a:off x="2443" y="2793"/>
                  <a:ext cx="126" cy="10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3" h="93" stroke="true" fill="norm" extrusionOk="true">
                      <a:moveTo>
                        <a:pt x="0" y="15"/>
                      </a:moveTo>
                      <a:lnTo>
                        <a:pt x="8" y="6"/>
                      </a:lnTo>
                      <a:lnTo>
                        <a:pt x="25" y="0"/>
                      </a:lnTo>
                      <a:lnTo>
                        <a:pt x="45" y="3"/>
                      </a:lnTo>
                      <a:lnTo>
                        <a:pt x="61" y="3"/>
                      </a:lnTo>
                      <a:lnTo>
                        <a:pt x="76" y="8"/>
                      </a:lnTo>
                      <a:lnTo>
                        <a:pt x="92" y="11"/>
                      </a:lnTo>
                      <a:lnTo>
                        <a:pt x="103" y="23"/>
                      </a:lnTo>
                      <a:lnTo>
                        <a:pt x="107" y="42"/>
                      </a:lnTo>
                      <a:lnTo>
                        <a:pt x="102" y="54"/>
                      </a:lnTo>
                      <a:lnTo>
                        <a:pt x="112" y="62"/>
                      </a:lnTo>
                      <a:lnTo>
                        <a:pt x="96" y="74"/>
                      </a:lnTo>
                      <a:lnTo>
                        <a:pt x="92" y="92"/>
                      </a:lnTo>
                      <a:lnTo>
                        <a:pt x="81" y="89"/>
                      </a:lnTo>
                      <a:lnTo>
                        <a:pt x="72" y="72"/>
                      </a:lnTo>
                      <a:lnTo>
                        <a:pt x="68" y="55"/>
                      </a:lnTo>
                      <a:lnTo>
                        <a:pt x="52" y="46"/>
                      </a:lnTo>
                      <a:lnTo>
                        <a:pt x="40" y="52"/>
                      </a:lnTo>
                      <a:lnTo>
                        <a:pt x="25" y="56"/>
                      </a:lnTo>
                      <a:lnTo>
                        <a:pt x="7" y="37"/>
                      </a:lnTo>
                      <a:lnTo>
                        <a:pt x="0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2" id="202"/>
                <p:cNvSpPr/>
                <p:nvPr/>
              </p:nvSpPr>
              <p:spPr>
                <a:xfrm>
                  <a:off x="2638" y="2829"/>
                  <a:ext cx="59" cy="10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3" h="95" stroke="true" fill="norm" extrusionOk="true">
                      <a:moveTo>
                        <a:pt x="2" y="91"/>
                      </a:moveTo>
                      <a:lnTo>
                        <a:pt x="0" y="68"/>
                      </a:lnTo>
                      <a:lnTo>
                        <a:pt x="2" y="45"/>
                      </a:lnTo>
                      <a:lnTo>
                        <a:pt x="10" y="44"/>
                      </a:lnTo>
                      <a:lnTo>
                        <a:pt x="12" y="32"/>
                      </a:lnTo>
                      <a:lnTo>
                        <a:pt x="2" y="27"/>
                      </a:lnTo>
                      <a:lnTo>
                        <a:pt x="2" y="14"/>
                      </a:lnTo>
                      <a:lnTo>
                        <a:pt x="9" y="0"/>
                      </a:lnTo>
                      <a:lnTo>
                        <a:pt x="17" y="0"/>
                      </a:lnTo>
                      <a:lnTo>
                        <a:pt x="27" y="6"/>
                      </a:lnTo>
                      <a:lnTo>
                        <a:pt x="39" y="9"/>
                      </a:lnTo>
                      <a:lnTo>
                        <a:pt x="40" y="23"/>
                      </a:lnTo>
                      <a:lnTo>
                        <a:pt x="46" y="26"/>
                      </a:lnTo>
                      <a:lnTo>
                        <a:pt x="45" y="39"/>
                      </a:lnTo>
                      <a:lnTo>
                        <a:pt x="48" y="60"/>
                      </a:lnTo>
                      <a:lnTo>
                        <a:pt x="52" y="79"/>
                      </a:lnTo>
                      <a:lnTo>
                        <a:pt x="46" y="86"/>
                      </a:lnTo>
                      <a:lnTo>
                        <a:pt x="35" y="86"/>
                      </a:lnTo>
                      <a:lnTo>
                        <a:pt x="29" y="93"/>
                      </a:lnTo>
                      <a:lnTo>
                        <a:pt x="18" y="94"/>
                      </a:lnTo>
                      <a:lnTo>
                        <a:pt x="2" y="9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3" id="203"/>
                <p:cNvSpPr/>
                <p:nvPr/>
              </p:nvSpPr>
              <p:spPr>
                <a:xfrm>
                  <a:off x="3162" y="3048"/>
                  <a:ext cx="177" cy="19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7" h="175" stroke="true" fill="norm" extrusionOk="true">
                      <a:moveTo>
                        <a:pt x="156" y="154"/>
                      </a:moveTo>
                      <a:lnTo>
                        <a:pt x="139" y="158"/>
                      </a:lnTo>
                      <a:lnTo>
                        <a:pt x="136" y="165"/>
                      </a:lnTo>
                      <a:lnTo>
                        <a:pt x="119" y="165"/>
                      </a:lnTo>
                      <a:lnTo>
                        <a:pt x="116" y="174"/>
                      </a:lnTo>
                      <a:lnTo>
                        <a:pt x="86" y="171"/>
                      </a:lnTo>
                      <a:lnTo>
                        <a:pt x="84" y="163"/>
                      </a:lnTo>
                      <a:lnTo>
                        <a:pt x="71" y="154"/>
                      </a:lnTo>
                      <a:lnTo>
                        <a:pt x="60" y="146"/>
                      </a:lnTo>
                      <a:lnTo>
                        <a:pt x="53" y="143"/>
                      </a:lnTo>
                      <a:lnTo>
                        <a:pt x="44" y="129"/>
                      </a:lnTo>
                      <a:lnTo>
                        <a:pt x="31" y="122"/>
                      </a:lnTo>
                      <a:lnTo>
                        <a:pt x="21" y="112"/>
                      </a:lnTo>
                      <a:lnTo>
                        <a:pt x="19" y="104"/>
                      </a:lnTo>
                      <a:lnTo>
                        <a:pt x="8" y="105"/>
                      </a:lnTo>
                      <a:lnTo>
                        <a:pt x="9" y="97"/>
                      </a:lnTo>
                      <a:lnTo>
                        <a:pt x="8" y="87"/>
                      </a:lnTo>
                      <a:lnTo>
                        <a:pt x="4" y="78"/>
                      </a:lnTo>
                      <a:lnTo>
                        <a:pt x="3" y="70"/>
                      </a:lnTo>
                      <a:lnTo>
                        <a:pt x="4" y="57"/>
                      </a:lnTo>
                      <a:lnTo>
                        <a:pt x="0" y="46"/>
                      </a:lnTo>
                      <a:lnTo>
                        <a:pt x="8" y="45"/>
                      </a:lnTo>
                      <a:lnTo>
                        <a:pt x="19" y="43"/>
                      </a:lnTo>
                      <a:lnTo>
                        <a:pt x="18" y="26"/>
                      </a:lnTo>
                      <a:lnTo>
                        <a:pt x="14" y="19"/>
                      </a:lnTo>
                      <a:lnTo>
                        <a:pt x="11" y="4"/>
                      </a:lnTo>
                      <a:lnTo>
                        <a:pt x="18" y="0"/>
                      </a:lnTo>
                      <a:lnTo>
                        <a:pt x="33" y="1"/>
                      </a:lnTo>
                      <a:lnTo>
                        <a:pt x="63" y="0"/>
                      </a:lnTo>
                      <a:lnTo>
                        <a:pt x="74" y="0"/>
                      </a:lnTo>
                      <a:lnTo>
                        <a:pt x="103" y="24"/>
                      </a:lnTo>
                      <a:lnTo>
                        <a:pt x="118" y="28"/>
                      </a:lnTo>
                      <a:lnTo>
                        <a:pt x="119" y="41"/>
                      </a:lnTo>
                      <a:lnTo>
                        <a:pt x="141" y="52"/>
                      </a:lnTo>
                      <a:lnTo>
                        <a:pt x="142" y="60"/>
                      </a:lnTo>
                      <a:lnTo>
                        <a:pt x="142" y="71"/>
                      </a:lnTo>
                      <a:lnTo>
                        <a:pt x="137" y="77"/>
                      </a:lnTo>
                      <a:lnTo>
                        <a:pt x="135" y="88"/>
                      </a:lnTo>
                      <a:lnTo>
                        <a:pt x="143" y="90"/>
                      </a:lnTo>
                      <a:lnTo>
                        <a:pt x="142" y="106"/>
                      </a:lnTo>
                      <a:lnTo>
                        <a:pt x="145" y="122"/>
                      </a:lnTo>
                      <a:lnTo>
                        <a:pt x="146" y="140"/>
                      </a:lnTo>
                      <a:lnTo>
                        <a:pt x="152" y="146"/>
                      </a:lnTo>
                      <a:lnTo>
                        <a:pt x="156" y="15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4" id="204"/>
                <p:cNvSpPr/>
                <p:nvPr/>
              </p:nvSpPr>
              <p:spPr>
                <a:xfrm>
                  <a:off x="3162" y="2954"/>
                  <a:ext cx="80" cy="10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1" h="89" stroke="true" fill="norm" extrusionOk="true">
                      <a:moveTo>
                        <a:pt x="61" y="0"/>
                      </a:moveTo>
                      <a:lnTo>
                        <a:pt x="70" y="14"/>
                      </a:lnTo>
                      <a:lnTo>
                        <a:pt x="70" y="41"/>
                      </a:lnTo>
                      <a:lnTo>
                        <a:pt x="61" y="58"/>
                      </a:lnTo>
                      <a:lnTo>
                        <a:pt x="59" y="74"/>
                      </a:lnTo>
                      <a:lnTo>
                        <a:pt x="63" y="84"/>
                      </a:lnTo>
                      <a:lnTo>
                        <a:pt x="33" y="85"/>
                      </a:lnTo>
                      <a:lnTo>
                        <a:pt x="18" y="84"/>
                      </a:lnTo>
                      <a:lnTo>
                        <a:pt x="11" y="88"/>
                      </a:lnTo>
                      <a:lnTo>
                        <a:pt x="0" y="84"/>
                      </a:lnTo>
                      <a:lnTo>
                        <a:pt x="4" y="49"/>
                      </a:lnTo>
                      <a:lnTo>
                        <a:pt x="19" y="43"/>
                      </a:lnTo>
                      <a:lnTo>
                        <a:pt x="27" y="39"/>
                      </a:lnTo>
                      <a:lnTo>
                        <a:pt x="28" y="30"/>
                      </a:lnTo>
                      <a:lnTo>
                        <a:pt x="19" y="30"/>
                      </a:lnTo>
                      <a:lnTo>
                        <a:pt x="19" y="23"/>
                      </a:lnTo>
                      <a:lnTo>
                        <a:pt x="15" y="4"/>
                      </a:lnTo>
                      <a:lnTo>
                        <a:pt x="31" y="4"/>
                      </a:lnTo>
                      <a:lnTo>
                        <a:pt x="44" y="5"/>
                      </a:lnTo>
                      <a:lnTo>
                        <a:pt x="6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5" id="205"/>
                <p:cNvSpPr/>
                <p:nvPr/>
              </p:nvSpPr>
              <p:spPr>
                <a:xfrm>
                  <a:off x="3367" y="2671"/>
                  <a:ext cx="165" cy="12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7" h="110" stroke="true" fill="norm" extrusionOk="true">
                      <a:moveTo>
                        <a:pt x="51" y="59"/>
                      </a:moveTo>
                      <a:lnTo>
                        <a:pt x="51" y="46"/>
                      </a:lnTo>
                      <a:lnTo>
                        <a:pt x="51" y="36"/>
                      </a:lnTo>
                      <a:lnTo>
                        <a:pt x="45" y="34"/>
                      </a:lnTo>
                      <a:lnTo>
                        <a:pt x="28" y="33"/>
                      </a:lnTo>
                      <a:lnTo>
                        <a:pt x="11" y="34"/>
                      </a:lnTo>
                      <a:lnTo>
                        <a:pt x="0" y="41"/>
                      </a:lnTo>
                      <a:lnTo>
                        <a:pt x="2" y="74"/>
                      </a:lnTo>
                      <a:lnTo>
                        <a:pt x="2" y="91"/>
                      </a:lnTo>
                      <a:lnTo>
                        <a:pt x="8" y="101"/>
                      </a:lnTo>
                      <a:lnTo>
                        <a:pt x="23" y="109"/>
                      </a:lnTo>
                      <a:lnTo>
                        <a:pt x="34" y="98"/>
                      </a:lnTo>
                      <a:lnTo>
                        <a:pt x="48" y="84"/>
                      </a:lnTo>
                      <a:lnTo>
                        <a:pt x="53" y="79"/>
                      </a:lnTo>
                      <a:lnTo>
                        <a:pt x="91" y="78"/>
                      </a:lnTo>
                      <a:lnTo>
                        <a:pt x="102" y="68"/>
                      </a:lnTo>
                      <a:lnTo>
                        <a:pt x="134" y="62"/>
                      </a:lnTo>
                      <a:lnTo>
                        <a:pt x="134" y="51"/>
                      </a:lnTo>
                      <a:lnTo>
                        <a:pt x="146" y="41"/>
                      </a:lnTo>
                      <a:lnTo>
                        <a:pt x="137" y="19"/>
                      </a:lnTo>
                      <a:lnTo>
                        <a:pt x="131" y="0"/>
                      </a:lnTo>
                      <a:lnTo>
                        <a:pt x="87" y="8"/>
                      </a:lnTo>
                      <a:lnTo>
                        <a:pt x="76" y="23"/>
                      </a:lnTo>
                      <a:lnTo>
                        <a:pt x="70" y="44"/>
                      </a:lnTo>
                      <a:lnTo>
                        <a:pt x="51" y="5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6" id="206"/>
                <p:cNvSpPr/>
                <p:nvPr/>
              </p:nvSpPr>
              <p:spPr>
                <a:xfrm>
                  <a:off x="2897" y="2604"/>
                  <a:ext cx="175" cy="29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5" h="260" stroke="true" fill="norm" extrusionOk="true">
                      <a:moveTo>
                        <a:pt x="24" y="0"/>
                      </a:moveTo>
                      <a:lnTo>
                        <a:pt x="26" y="8"/>
                      </a:lnTo>
                      <a:lnTo>
                        <a:pt x="29" y="14"/>
                      </a:lnTo>
                      <a:lnTo>
                        <a:pt x="36" y="30"/>
                      </a:lnTo>
                      <a:lnTo>
                        <a:pt x="30" y="108"/>
                      </a:lnTo>
                      <a:lnTo>
                        <a:pt x="20" y="112"/>
                      </a:lnTo>
                      <a:lnTo>
                        <a:pt x="15" y="121"/>
                      </a:lnTo>
                      <a:lnTo>
                        <a:pt x="5" y="127"/>
                      </a:lnTo>
                      <a:lnTo>
                        <a:pt x="0" y="135"/>
                      </a:lnTo>
                      <a:lnTo>
                        <a:pt x="0" y="149"/>
                      </a:lnTo>
                      <a:lnTo>
                        <a:pt x="6" y="148"/>
                      </a:lnTo>
                      <a:lnTo>
                        <a:pt x="8" y="158"/>
                      </a:lnTo>
                      <a:lnTo>
                        <a:pt x="13" y="166"/>
                      </a:lnTo>
                      <a:lnTo>
                        <a:pt x="19" y="180"/>
                      </a:lnTo>
                      <a:lnTo>
                        <a:pt x="19" y="188"/>
                      </a:lnTo>
                      <a:lnTo>
                        <a:pt x="14" y="191"/>
                      </a:lnTo>
                      <a:lnTo>
                        <a:pt x="17" y="194"/>
                      </a:lnTo>
                      <a:lnTo>
                        <a:pt x="19" y="202"/>
                      </a:lnTo>
                      <a:lnTo>
                        <a:pt x="25" y="210"/>
                      </a:lnTo>
                      <a:lnTo>
                        <a:pt x="24" y="218"/>
                      </a:lnTo>
                      <a:lnTo>
                        <a:pt x="17" y="221"/>
                      </a:lnTo>
                      <a:lnTo>
                        <a:pt x="18" y="229"/>
                      </a:lnTo>
                      <a:lnTo>
                        <a:pt x="29" y="243"/>
                      </a:lnTo>
                      <a:lnTo>
                        <a:pt x="36" y="259"/>
                      </a:lnTo>
                      <a:lnTo>
                        <a:pt x="45" y="254"/>
                      </a:lnTo>
                      <a:lnTo>
                        <a:pt x="58" y="256"/>
                      </a:lnTo>
                      <a:lnTo>
                        <a:pt x="63" y="246"/>
                      </a:lnTo>
                      <a:lnTo>
                        <a:pt x="79" y="245"/>
                      </a:lnTo>
                      <a:lnTo>
                        <a:pt x="85" y="235"/>
                      </a:lnTo>
                      <a:lnTo>
                        <a:pt x="99" y="232"/>
                      </a:lnTo>
                      <a:lnTo>
                        <a:pt x="104" y="221"/>
                      </a:lnTo>
                      <a:lnTo>
                        <a:pt x="113" y="218"/>
                      </a:lnTo>
                      <a:lnTo>
                        <a:pt x="119" y="206"/>
                      </a:lnTo>
                      <a:lnTo>
                        <a:pt x="129" y="196"/>
                      </a:lnTo>
                      <a:lnTo>
                        <a:pt x="136" y="194"/>
                      </a:lnTo>
                      <a:lnTo>
                        <a:pt x="139" y="189"/>
                      </a:lnTo>
                      <a:lnTo>
                        <a:pt x="139" y="182"/>
                      </a:lnTo>
                      <a:lnTo>
                        <a:pt x="133" y="179"/>
                      </a:lnTo>
                      <a:lnTo>
                        <a:pt x="129" y="168"/>
                      </a:lnTo>
                      <a:lnTo>
                        <a:pt x="118" y="163"/>
                      </a:lnTo>
                      <a:lnTo>
                        <a:pt x="120" y="154"/>
                      </a:lnTo>
                      <a:lnTo>
                        <a:pt x="131" y="153"/>
                      </a:lnTo>
                      <a:lnTo>
                        <a:pt x="135" y="139"/>
                      </a:lnTo>
                      <a:lnTo>
                        <a:pt x="144" y="123"/>
                      </a:lnTo>
                      <a:lnTo>
                        <a:pt x="152" y="119"/>
                      </a:lnTo>
                      <a:lnTo>
                        <a:pt x="154" y="77"/>
                      </a:lnTo>
                      <a:lnTo>
                        <a:pt x="145" y="75"/>
                      </a:lnTo>
                      <a:lnTo>
                        <a:pt x="120" y="57"/>
                      </a:lnTo>
                      <a:lnTo>
                        <a:pt x="111" y="52"/>
                      </a:lnTo>
                      <a:lnTo>
                        <a:pt x="89" y="41"/>
                      </a:lnTo>
                      <a:lnTo>
                        <a:pt x="81" y="28"/>
                      </a:lnTo>
                      <a:lnTo>
                        <a:pt x="57" y="24"/>
                      </a:lnTo>
                      <a:lnTo>
                        <a:pt x="52" y="12"/>
                      </a:lnTo>
                      <a:lnTo>
                        <a:pt x="38" y="7"/>
                      </a:lnTo>
                      <a:lnTo>
                        <a:pt x="38" y="2"/>
                      </a:lnTo>
                      <a:lnTo>
                        <a:pt x="24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7" id="207"/>
                <p:cNvSpPr/>
                <p:nvPr/>
              </p:nvSpPr>
              <p:spPr>
                <a:xfrm>
                  <a:off x="2690" y="2589"/>
                  <a:ext cx="247" cy="21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21" h="188" stroke="true" fill="norm" extrusionOk="true">
                      <a:moveTo>
                        <a:pt x="50" y="186"/>
                      </a:moveTo>
                      <a:lnTo>
                        <a:pt x="55" y="179"/>
                      </a:lnTo>
                      <a:lnTo>
                        <a:pt x="60" y="168"/>
                      </a:lnTo>
                      <a:lnTo>
                        <a:pt x="73" y="164"/>
                      </a:lnTo>
                      <a:lnTo>
                        <a:pt x="84" y="166"/>
                      </a:lnTo>
                      <a:lnTo>
                        <a:pt x="91" y="176"/>
                      </a:lnTo>
                      <a:lnTo>
                        <a:pt x="92" y="169"/>
                      </a:lnTo>
                      <a:lnTo>
                        <a:pt x="109" y="168"/>
                      </a:lnTo>
                      <a:lnTo>
                        <a:pt x="120" y="167"/>
                      </a:lnTo>
                      <a:lnTo>
                        <a:pt x="128" y="175"/>
                      </a:lnTo>
                      <a:lnTo>
                        <a:pt x="140" y="176"/>
                      </a:lnTo>
                      <a:lnTo>
                        <a:pt x="142" y="168"/>
                      </a:lnTo>
                      <a:lnTo>
                        <a:pt x="160" y="168"/>
                      </a:lnTo>
                      <a:lnTo>
                        <a:pt x="168" y="176"/>
                      </a:lnTo>
                      <a:lnTo>
                        <a:pt x="175" y="168"/>
                      </a:lnTo>
                      <a:lnTo>
                        <a:pt x="185" y="162"/>
                      </a:lnTo>
                      <a:lnTo>
                        <a:pt x="185" y="148"/>
                      </a:lnTo>
                      <a:lnTo>
                        <a:pt x="190" y="140"/>
                      </a:lnTo>
                      <a:lnTo>
                        <a:pt x="200" y="134"/>
                      </a:lnTo>
                      <a:lnTo>
                        <a:pt x="205" y="125"/>
                      </a:lnTo>
                      <a:lnTo>
                        <a:pt x="215" y="122"/>
                      </a:lnTo>
                      <a:lnTo>
                        <a:pt x="220" y="43"/>
                      </a:lnTo>
                      <a:lnTo>
                        <a:pt x="213" y="27"/>
                      </a:lnTo>
                      <a:lnTo>
                        <a:pt x="211" y="21"/>
                      </a:lnTo>
                      <a:lnTo>
                        <a:pt x="208" y="13"/>
                      </a:lnTo>
                      <a:lnTo>
                        <a:pt x="200" y="9"/>
                      </a:lnTo>
                      <a:lnTo>
                        <a:pt x="182" y="8"/>
                      </a:lnTo>
                      <a:lnTo>
                        <a:pt x="181" y="0"/>
                      </a:lnTo>
                      <a:lnTo>
                        <a:pt x="162" y="0"/>
                      </a:lnTo>
                      <a:lnTo>
                        <a:pt x="157" y="7"/>
                      </a:lnTo>
                      <a:lnTo>
                        <a:pt x="143" y="13"/>
                      </a:lnTo>
                      <a:lnTo>
                        <a:pt x="131" y="23"/>
                      </a:lnTo>
                      <a:lnTo>
                        <a:pt x="124" y="33"/>
                      </a:lnTo>
                      <a:lnTo>
                        <a:pt x="102" y="41"/>
                      </a:lnTo>
                      <a:lnTo>
                        <a:pt x="99" y="50"/>
                      </a:lnTo>
                      <a:lnTo>
                        <a:pt x="91" y="55"/>
                      </a:lnTo>
                      <a:lnTo>
                        <a:pt x="81" y="66"/>
                      </a:lnTo>
                      <a:lnTo>
                        <a:pt x="57" y="68"/>
                      </a:lnTo>
                      <a:lnTo>
                        <a:pt x="55" y="76"/>
                      </a:lnTo>
                      <a:lnTo>
                        <a:pt x="58" y="123"/>
                      </a:lnTo>
                      <a:lnTo>
                        <a:pt x="48" y="125"/>
                      </a:lnTo>
                      <a:lnTo>
                        <a:pt x="48" y="133"/>
                      </a:lnTo>
                      <a:lnTo>
                        <a:pt x="11" y="139"/>
                      </a:lnTo>
                      <a:lnTo>
                        <a:pt x="0" y="146"/>
                      </a:lnTo>
                      <a:lnTo>
                        <a:pt x="4" y="155"/>
                      </a:lnTo>
                      <a:lnTo>
                        <a:pt x="13" y="160"/>
                      </a:lnTo>
                      <a:lnTo>
                        <a:pt x="14" y="175"/>
                      </a:lnTo>
                      <a:lnTo>
                        <a:pt x="24" y="176"/>
                      </a:lnTo>
                      <a:lnTo>
                        <a:pt x="32" y="187"/>
                      </a:lnTo>
                      <a:lnTo>
                        <a:pt x="45" y="186"/>
                      </a:lnTo>
                      <a:lnTo>
                        <a:pt x="50" y="18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8" id="208"/>
                <p:cNvSpPr/>
                <p:nvPr/>
              </p:nvSpPr>
              <p:spPr>
                <a:xfrm>
                  <a:off x="3231" y="2398"/>
                  <a:ext cx="67" cy="8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0" h="73" stroke="true" fill="norm" extrusionOk="true">
                      <a:moveTo>
                        <a:pt x="18" y="72"/>
                      </a:moveTo>
                      <a:lnTo>
                        <a:pt x="31" y="59"/>
                      </a:lnTo>
                      <a:lnTo>
                        <a:pt x="44" y="49"/>
                      </a:lnTo>
                      <a:lnTo>
                        <a:pt x="44" y="29"/>
                      </a:lnTo>
                      <a:lnTo>
                        <a:pt x="59" y="15"/>
                      </a:lnTo>
                      <a:lnTo>
                        <a:pt x="50" y="0"/>
                      </a:lnTo>
                      <a:lnTo>
                        <a:pt x="32" y="14"/>
                      </a:lnTo>
                      <a:lnTo>
                        <a:pt x="13" y="12"/>
                      </a:lnTo>
                      <a:lnTo>
                        <a:pt x="3" y="3"/>
                      </a:lnTo>
                      <a:lnTo>
                        <a:pt x="3" y="36"/>
                      </a:lnTo>
                      <a:lnTo>
                        <a:pt x="0" y="54"/>
                      </a:lnTo>
                      <a:lnTo>
                        <a:pt x="0" y="72"/>
                      </a:lnTo>
                      <a:lnTo>
                        <a:pt x="18" y="7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9" id="209"/>
                <p:cNvSpPr/>
                <p:nvPr/>
              </p:nvSpPr>
              <p:spPr>
                <a:xfrm>
                  <a:off x="3232" y="2321"/>
                  <a:ext cx="98" cy="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7" h="82" stroke="true" fill="norm" extrusionOk="true">
                      <a:moveTo>
                        <a:pt x="0" y="70"/>
                      </a:moveTo>
                      <a:lnTo>
                        <a:pt x="10" y="79"/>
                      </a:lnTo>
                      <a:lnTo>
                        <a:pt x="30" y="81"/>
                      </a:lnTo>
                      <a:lnTo>
                        <a:pt x="48" y="68"/>
                      </a:lnTo>
                      <a:lnTo>
                        <a:pt x="64" y="59"/>
                      </a:lnTo>
                      <a:lnTo>
                        <a:pt x="83" y="48"/>
                      </a:lnTo>
                      <a:lnTo>
                        <a:pt x="85" y="34"/>
                      </a:lnTo>
                      <a:lnTo>
                        <a:pt x="86" y="15"/>
                      </a:lnTo>
                      <a:lnTo>
                        <a:pt x="81" y="0"/>
                      </a:lnTo>
                      <a:lnTo>
                        <a:pt x="61" y="4"/>
                      </a:lnTo>
                      <a:lnTo>
                        <a:pt x="45" y="4"/>
                      </a:lnTo>
                      <a:lnTo>
                        <a:pt x="22" y="6"/>
                      </a:lnTo>
                      <a:lnTo>
                        <a:pt x="9" y="9"/>
                      </a:lnTo>
                      <a:lnTo>
                        <a:pt x="5" y="23"/>
                      </a:lnTo>
                      <a:lnTo>
                        <a:pt x="9" y="38"/>
                      </a:lnTo>
                      <a:lnTo>
                        <a:pt x="22" y="48"/>
                      </a:lnTo>
                      <a:lnTo>
                        <a:pt x="15" y="63"/>
                      </a:lnTo>
                      <a:lnTo>
                        <a:pt x="0" y="7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0" id="210"/>
                <p:cNvSpPr/>
                <p:nvPr/>
              </p:nvSpPr>
              <p:spPr>
                <a:xfrm>
                  <a:off x="3635" y="2294"/>
                  <a:ext cx="215" cy="19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2" h="173" stroke="true" fill="norm" extrusionOk="true">
                      <a:moveTo>
                        <a:pt x="191" y="29"/>
                      </a:moveTo>
                      <a:lnTo>
                        <a:pt x="160" y="27"/>
                      </a:lnTo>
                      <a:lnTo>
                        <a:pt x="145" y="20"/>
                      </a:lnTo>
                      <a:lnTo>
                        <a:pt x="138" y="2"/>
                      </a:lnTo>
                      <a:lnTo>
                        <a:pt x="130" y="0"/>
                      </a:lnTo>
                      <a:lnTo>
                        <a:pt x="124" y="13"/>
                      </a:lnTo>
                      <a:lnTo>
                        <a:pt x="102" y="18"/>
                      </a:lnTo>
                      <a:lnTo>
                        <a:pt x="93" y="23"/>
                      </a:lnTo>
                      <a:lnTo>
                        <a:pt x="81" y="18"/>
                      </a:lnTo>
                      <a:lnTo>
                        <a:pt x="62" y="17"/>
                      </a:lnTo>
                      <a:lnTo>
                        <a:pt x="54" y="23"/>
                      </a:lnTo>
                      <a:lnTo>
                        <a:pt x="43" y="25"/>
                      </a:lnTo>
                      <a:lnTo>
                        <a:pt x="40" y="32"/>
                      </a:lnTo>
                      <a:lnTo>
                        <a:pt x="30" y="38"/>
                      </a:lnTo>
                      <a:lnTo>
                        <a:pt x="28" y="51"/>
                      </a:lnTo>
                      <a:lnTo>
                        <a:pt x="13" y="54"/>
                      </a:lnTo>
                      <a:lnTo>
                        <a:pt x="0" y="66"/>
                      </a:lnTo>
                      <a:lnTo>
                        <a:pt x="3" y="88"/>
                      </a:lnTo>
                      <a:lnTo>
                        <a:pt x="0" y="123"/>
                      </a:lnTo>
                      <a:lnTo>
                        <a:pt x="17" y="123"/>
                      </a:lnTo>
                      <a:lnTo>
                        <a:pt x="22" y="140"/>
                      </a:lnTo>
                      <a:lnTo>
                        <a:pt x="14" y="151"/>
                      </a:lnTo>
                      <a:lnTo>
                        <a:pt x="14" y="165"/>
                      </a:lnTo>
                      <a:lnTo>
                        <a:pt x="30" y="172"/>
                      </a:lnTo>
                      <a:lnTo>
                        <a:pt x="36" y="160"/>
                      </a:lnTo>
                      <a:lnTo>
                        <a:pt x="77" y="156"/>
                      </a:lnTo>
                      <a:lnTo>
                        <a:pt x="83" y="140"/>
                      </a:lnTo>
                      <a:lnTo>
                        <a:pt x="95" y="132"/>
                      </a:lnTo>
                      <a:lnTo>
                        <a:pt x="111" y="122"/>
                      </a:lnTo>
                      <a:lnTo>
                        <a:pt x="124" y="121"/>
                      </a:lnTo>
                      <a:lnTo>
                        <a:pt x="127" y="103"/>
                      </a:lnTo>
                      <a:lnTo>
                        <a:pt x="138" y="97"/>
                      </a:lnTo>
                      <a:lnTo>
                        <a:pt x="143" y="82"/>
                      </a:lnTo>
                      <a:lnTo>
                        <a:pt x="149" y="64"/>
                      </a:lnTo>
                      <a:lnTo>
                        <a:pt x="153" y="48"/>
                      </a:lnTo>
                      <a:lnTo>
                        <a:pt x="166" y="43"/>
                      </a:lnTo>
                      <a:lnTo>
                        <a:pt x="176" y="45"/>
                      </a:lnTo>
                      <a:lnTo>
                        <a:pt x="188" y="52"/>
                      </a:lnTo>
                      <a:lnTo>
                        <a:pt x="191" y="2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1" id="211"/>
                <p:cNvSpPr/>
                <p:nvPr/>
              </p:nvSpPr>
              <p:spPr>
                <a:xfrm>
                  <a:off x="3503" y="2223"/>
                  <a:ext cx="206" cy="14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4" h="131" stroke="true" fill="norm" extrusionOk="true">
                      <a:moveTo>
                        <a:pt x="181" y="82"/>
                      </a:moveTo>
                      <a:lnTo>
                        <a:pt x="174" y="88"/>
                      </a:lnTo>
                      <a:lnTo>
                        <a:pt x="163" y="89"/>
                      </a:lnTo>
                      <a:lnTo>
                        <a:pt x="159" y="97"/>
                      </a:lnTo>
                      <a:lnTo>
                        <a:pt x="149" y="103"/>
                      </a:lnTo>
                      <a:lnTo>
                        <a:pt x="147" y="116"/>
                      </a:lnTo>
                      <a:lnTo>
                        <a:pt x="132" y="119"/>
                      </a:lnTo>
                      <a:lnTo>
                        <a:pt x="119" y="130"/>
                      </a:lnTo>
                      <a:lnTo>
                        <a:pt x="124" y="98"/>
                      </a:lnTo>
                      <a:lnTo>
                        <a:pt x="104" y="88"/>
                      </a:lnTo>
                      <a:lnTo>
                        <a:pt x="81" y="71"/>
                      </a:lnTo>
                      <a:lnTo>
                        <a:pt x="66" y="70"/>
                      </a:lnTo>
                      <a:lnTo>
                        <a:pt x="40" y="65"/>
                      </a:lnTo>
                      <a:lnTo>
                        <a:pt x="33" y="77"/>
                      </a:lnTo>
                      <a:lnTo>
                        <a:pt x="19" y="83"/>
                      </a:lnTo>
                      <a:lnTo>
                        <a:pt x="16" y="65"/>
                      </a:lnTo>
                      <a:lnTo>
                        <a:pt x="14" y="55"/>
                      </a:lnTo>
                      <a:lnTo>
                        <a:pt x="11" y="48"/>
                      </a:lnTo>
                      <a:lnTo>
                        <a:pt x="9" y="31"/>
                      </a:lnTo>
                      <a:lnTo>
                        <a:pt x="3" y="25"/>
                      </a:lnTo>
                      <a:lnTo>
                        <a:pt x="7" y="19"/>
                      </a:lnTo>
                      <a:lnTo>
                        <a:pt x="0" y="14"/>
                      </a:lnTo>
                      <a:lnTo>
                        <a:pt x="1" y="3"/>
                      </a:lnTo>
                      <a:lnTo>
                        <a:pt x="16" y="19"/>
                      </a:lnTo>
                      <a:lnTo>
                        <a:pt x="24" y="6"/>
                      </a:lnTo>
                      <a:lnTo>
                        <a:pt x="37" y="0"/>
                      </a:lnTo>
                      <a:lnTo>
                        <a:pt x="49" y="5"/>
                      </a:lnTo>
                      <a:lnTo>
                        <a:pt x="49" y="14"/>
                      </a:lnTo>
                      <a:lnTo>
                        <a:pt x="63" y="19"/>
                      </a:lnTo>
                      <a:lnTo>
                        <a:pt x="81" y="24"/>
                      </a:lnTo>
                      <a:lnTo>
                        <a:pt x="83" y="14"/>
                      </a:lnTo>
                      <a:lnTo>
                        <a:pt x="92" y="11"/>
                      </a:lnTo>
                      <a:lnTo>
                        <a:pt x="102" y="6"/>
                      </a:lnTo>
                      <a:lnTo>
                        <a:pt x="107" y="14"/>
                      </a:lnTo>
                      <a:lnTo>
                        <a:pt x="114" y="20"/>
                      </a:lnTo>
                      <a:lnTo>
                        <a:pt x="111" y="28"/>
                      </a:lnTo>
                      <a:lnTo>
                        <a:pt x="122" y="31"/>
                      </a:lnTo>
                      <a:lnTo>
                        <a:pt x="129" y="31"/>
                      </a:lnTo>
                      <a:lnTo>
                        <a:pt x="137" y="34"/>
                      </a:lnTo>
                      <a:lnTo>
                        <a:pt x="133" y="46"/>
                      </a:lnTo>
                      <a:lnTo>
                        <a:pt x="167" y="72"/>
                      </a:lnTo>
                      <a:lnTo>
                        <a:pt x="175" y="68"/>
                      </a:lnTo>
                      <a:lnTo>
                        <a:pt x="183" y="71"/>
                      </a:lnTo>
                      <a:lnTo>
                        <a:pt x="181" y="8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2" id="212"/>
                <p:cNvSpPr/>
                <p:nvPr/>
              </p:nvSpPr>
              <p:spPr>
                <a:xfrm>
                  <a:off x="3739" y="2242"/>
                  <a:ext cx="130" cy="8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7" h="76" stroke="true" fill="norm" extrusionOk="true">
                      <a:moveTo>
                        <a:pt x="35" y="9"/>
                      </a:moveTo>
                      <a:lnTo>
                        <a:pt x="27" y="25"/>
                      </a:lnTo>
                      <a:lnTo>
                        <a:pt x="15" y="40"/>
                      </a:lnTo>
                      <a:lnTo>
                        <a:pt x="0" y="69"/>
                      </a:lnTo>
                      <a:lnTo>
                        <a:pt x="9" y="64"/>
                      </a:lnTo>
                      <a:lnTo>
                        <a:pt x="31" y="59"/>
                      </a:lnTo>
                      <a:lnTo>
                        <a:pt x="37" y="46"/>
                      </a:lnTo>
                      <a:lnTo>
                        <a:pt x="45" y="48"/>
                      </a:lnTo>
                      <a:lnTo>
                        <a:pt x="52" y="67"/>
                      </a:lnTo>
                      <a:lnTo>
                        <a:pt x="68" y="73"/>
                      </a:lnTo>
                      <a:lnTo>
                        <a:pt x="98" y="75"/>
                      </a:lnTo>
                      <a:lnTo>
                        <a:pt x="98" y="62"/>
                      </a:lnTo>
                      <a:lnTo>
                        <a:pt x="97" y="64"/>
                      </a:lnTo>
                      <a:lnTo>
                        <a:pt x="81" y="53"/>
                      </a:lnTo>
                      <a:lnTo>
                        <a:pt x="83" y="31"/>
                      </a:lnTo>
                      <a:lnTo>
                        <a:pt x="95" y="23"/>
                      </a:lnTo>
                      <a:lnTo>
                        <a:pt x="116" y="36"/>
                      </a:lnTo>
                      <a:lnTo>
                        <a:pt x="102" y="0"/>
                      </a:lnTo>
                      <a:lnTo>
                        <a:pt x="86" y="13"/>
                      </a:lnTo>
                      <a:lnTo>
                        <a:pt x="71" y="14"/>
                      </a:lnTo>
                      <a:lnTo>
                        <a:pt x="35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3" id="213"/>
                <p:cNvSpPr/>
                <p:nvPr/>
              </p:nvSpPr>
              <p:spPr>
                <a:xfrm>
                  <a:off x="3379" y="2186"/>
                  <a:ext cx="85" cy="9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6" h="87" stroke="true" fill="norm" extrusionOk="true">
                      <a:moveTo>
                        <a:pt x="0" y="8"/>
                      </a:moveTo>
                      <a:lnTo>
                        <a:pt x="5" y="29"/>
                      </a:lnTo>
                      <a:lnTo>
                        <a:pt x="16" y="51"/>
                      </a:lnTo>
                      <a:lnTo>
                        <a:pt x="29" y="77"/>
                      </a:lnTo>
                      <a:lnTo>
                        <a:pt x="18" y="84"/>
                      </a:lnTo>
                      <a:lnTo>
                        <a:pt x="37" y="84"/>
                      </a:lnTo>
                      <a:lnTo>
                        <a:pt x="40" y="73"/>
                      </a:lnTo>
                      <a:lnTo>
                        <a:pt x="49" y="67"/>
                      </a:lnTo>
                      <a:lnTo>
                        <a:pt x="55" y="86"/>
                      </a:lnTo>
                      <a:lnTo>
                        <a:pt x="62" y="79"/>
                      </a:lnTo>
                      <a:lnTo>
                        <a:pt x="66" y="65"/>
                      </a:lnTo>
                      <a:lnTo>
                        <a:pt x="75" y="62"/>
                      </a:lnTo>
                      <a:lnTo>
                        <a:pt x="73" y="52"/>
                      </a:lnTo>
                      <a:lnTo>
                        <a:pt x="58" y="43"/>
                      </a:lnTo>
                      <a:lnTo>
                        <a:pt x="44" y="28"/>
                      </a:lnTo>
                      <a:lnTo>
                        <a:pt x="29" y="0"/>
                      </a:lnTo>
                      <a:lnTo>
                        <a:pt x="0" y="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4" id="214"/>
                <p:cNvSpPr/>
                <p:nvPr/>
              </p:nvSpPr>
              <p:spPr>
                <a:xfrm>
                  <a:off x="2926" y="2075"/>
                  <a:ext cx="101" cy="5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9" h="50" stroke="true" fill="norm" extrusionOk="true">
                      <a:moveTo>
                        <a:pt x="88" y="13"/>
                      </a:moveTo>
                      <a:lnTo>
                        <a:pt x="76" y="3"/>
                      </a:lnTo>
                      <a:lnTo>
                        <a:pt x="69" y="0"/>
                      </a:lnTo>
                      <a:lnTo>
                        <a:pt x="46" y="5"/>
                      </a:lnTo>
                      <a:lnTo>
                        <a:pt x="30" y="5"/>
                      </a:lnTo>
                      <a:lnTo>
                        <a:pt x="9" y="2"/>
                      </a:lnTo>
                      <a:lnTo>
                        <a:pt x="11" y="16"/>
                      </a:lnTo>
                      <a:lnTo>
                        <a:pt x="5" y="25"/>
                      </a:lnTo>
                      <a:lnTo>
                        <a:pt x="5" y="29"/>
                      </a:lnTo>
                      <a:lnTo>
                        <a:pt x="0" y="35"/>
                      </a:lnTo>
                      <a:lnTo>
                        <a:pt x="6" y="37"/>
                      </a:lnTo>
                      <a:lnTo>
                        <a:pt x="21" y="46"/>
                      </a:lnTo>
                      <a:lnTo>
                        <a:pt x="38" y="49"/>
                      </a:lnTo>
                      <a:lnTo>
                        <a:pt x="47" y="41"/>
                      </a:lnTo>
                      <a:lnTo>
                        <a:pt x="58" y="42"/>
                      </a:lnTo>
                      <a:lnTo>
                        <a:pt x="71" y="38"/>
                      </a:lnTo>
                      <a:lnTo>
                        <a:pt x="82" y="22"/>
                      </a:lnTo>
                      <a:lnTo>
                        <a:pt x="88" y="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5" id="215"/>
                <p:cNvSpPr/>
                <p:nvPr/>
              </p:nvSpPr>
              <p:spPr>
                <a:xfrm>
                  <a:off x="2731" y="2007"/>
                  <a:ext cx="53" cy="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7" h="38" stroke="true" fill="norm" extrusionOk="true">
                      <a:moveTo>
                        <a:pt x="2" y="3"/>
                      </a:moveTo>
                      <a:lnTo>
                        <a:pt x="0" y="11"/>
                      </a:lnTo>
                      <a:lnTo>
                        <a:pt x="12" y="18"/>
                      </a:lnTo>
                      <a:lnTo>
                        <a:pt x="18" y="31"/>
                      </a:lnTo>
                      <a:lnTo>
                        <a:pt x="35" y="37"/>
                      </a:lnTo>
                      <a:lnTo>
                        <a:pt x="37" y="29"/>
                      </a:lnTo>
                      <a:lnTo>
                        <a:pt x="46" y="19"/>
                      </a:lnTo>
                      <a:lnTo>
                        <a:pt x="37" y="15"/>
                      </a:lnTo>
                      <a:lnTo>
                        <a:pt x="34" y="2"/>
                      </a:lnTo>
                      <a:lnTo>
                        <a:pt x="25" y="0"/>
                      </a:lnTo>
                      <a:lnTo>
                        <a:pt x="17" y="3"/>
                      </a:lnTo>
                      <a:lnTo>
                        <a:pt x="2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6" id="216"/>
                <p:cNvSpPr/>
                <p:nvPr/>
              </p:nvSpPr>
              <p:spPr>
                <a:xfrm>
                  <a:off x="2807" y="1866"/>
                  <a:ext cx="44" cy="7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9" h="63" stroke="true" fill="norm" extrusionOk="true">
                      <a:moveTo>
                        <a:pt x="30" y="58"/>
                      </a:moveTo>
                      <a:lnTo>
                        <a:pt x="14" y="62"/>
                      </a:lnTo>
                      <a:lnTo>
                        <a:pt x="8" y="48"/>
                      </a:lnTo>
                      <a:lnTo>
                        <a:pt x="0" y="43"/>
                      </a:lnTo>
                      <a:lnTo>
                        <a:pt x="0" y="19"/>
                      </a:lnTo>
                      <a:lnTo>
                        <a:pt x="18" y="17"/>
                      </a:lnTo>
                      <a:lnTo>
                        <a:pt x="27" y="0"/>
                      </a:lnTo>
                      <a:lnTo>
                        <a:pt x="38" y="17"/>
                      </a:lnTo>
                      <a:lnTo>
                        <a:pt x="28" y="42"/>
                      </a:lnTo>
                      <a:lnTo>
                        <a:pt x="30" y="5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7" id="217"/>
                <p:cNvSpPr/>
                <p:nvPr/>
              </p:nvSpPr>
              <p:spPr>
                <a:xfrm>
                  <a:off x="3022" y="2161"/>
                  <a:ext cx="92" cy="6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2" h="62" stroke="true" fill="norm" extrusionOk="true">
                      <a:moveTo>
                        <a:pt x="61" y="53"/>
                      </a:moveTo>
                      <a:lnTo>
                        <a:pt x="48" y="54"/>
                      </a:lnTo>
                      <a:lnTo>
                        <a:pt x="40" y="54"/>
                      </a:lnTo>
                      <a:lnTo>
                        <a:pt x="31" y="61"/>
                      </a:lnTo>
                      <a:lnTo>
                        <a:pt x="18" y="57"/>
                      </a:lnTo>
                      <a:lnTo>
                        <a:pt x="11" y="57"/>
                      </a:lnTo>
                      <a:lnTo>
                        <a:pt x="9" y="36"/>
                      </a:lnTo>
                      <a:lnTo>
                        <a:pt x="1" y="21"/>
                      </a:lnTo>
                      <a:lnTo>
                        <a:pt x="0" y="13"/>
                      </a:lnTo>
                      <a:lnTo>
                        <a:pt x="13" y="3"/>
                      </a:lnTo>
                      <a:lnTo>
                        <a:pt x="17" y="6"/>
                      </a:lnTo>
                      <a:lnTo>
                        <a:pt x="21" y="0"/>
                      </a:lnTo>
                      <a:lnTo>
                        <a:pt x="38" y="6"/>
                      </a:lnTo>
                      <a:lnTo>
                        <a:pt x="42" y="19"/>
                      </a:lnTo>
                      <a:lnTo>
                        <a:pt x="62" y="16"/>
                      </a:lnTo>
                      <a:lnTo>
                        <a:pt x="76" y="14"/>
                      </a:lnTo>
                      <a:lnTo>
                        <a:pt x="81" y="26"/>
                      </a:lnTo>
                      <a:lnTo>
                        <a:pt x="76" y="36"/>
                      </a:lnTo>
                      <a:lnTo>
                        <a:pt x="70" y="43"/>
                      </a:lnTo>
                      <a:lnTo>
                        <a:pt x="75" y="50"/>
                      </a:lnTo>
                      <a:lnTo>
                        <a:pt x="61" y="5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8" id="218"/>
                <p:cNvSpPr/>
                <p:nvPr/>
              </p:nvSpPr>
              <p:spPr>
                <a:xfrm>
                  <a:off x="2994" y="1544"/>
                  <a:ext cx="156" cy="27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9" h="242" stroke="true" fill="norm" extrusionOk="true">
                      <a:moveTo>
                        <a:pt x="19" y="101"/>
                      </a:moveTo>
                      <a:lnTo>
                        <a:pt x="29" y="94"/>
                      </a:lnTo>
                      <a:lnTo>
                        <a:pt x="27" y="63"/>
                      </a:lnTo>
                      <a:lnTo>
                        <a:pt x="26" y="53"/>
                      </a:lnTo>
                      <a:lnTo>
                        <a:pt x="15" y="43"/>
                      </a:lnTo>
                      <a:lnTo>
                        <a:pt x="3" y="30"/>
                      </a:lnTo>
                      <a:lnTo>
                        <a:pt x="14" y="33"/>
                      </a:lnTo>
                      <a:lnTo>
                        <a:pt x="27" y="36"/>
                      </a:lnTo>
                      <a:lnTo>
                        <a:pt x="47" y="33"/>
                      </a:lnTo>
                      <a:lnTo>
                        <a:pt x="53" y="18"/>
                      </a:lnTo>
                      <a:lnTo>
                        <a:pt x="63" y="7"/>
                      </a:lnTo>
                      <a:lnTo>
                        <a:pt x="70" y="0"/>
                      </a:lnTo>
                      <a:lnTo>
                        <a:pt x="82" y="2"/>
                      </a:lnTo>
                      <a:lnTo>
                        <a:pt x="93" y="12"/>
                      </a:lnTo>
                      <a:lnTo>
                        <a:pt x="85" y="36"/>
                      </a:lnTo>
                      <a:lnTo>
                        <a:pt x="100" y="50"/>
                      </a:lnTo>
                      <a:lnTo>
                        <a:pt x="100" y="65"/>
                      </a:lnTo>
                      <a:lnTo>
                        <a:pt x="105" y="85"/>
                      </a:lnTo>
                      <a:lnTo>
                        <a:pt x="107" y="109"/>
                      </a:lnTo>
                      <a:lnTo>
                        <a:pt x="113" y="129"/>
                      </a:lnTo>
                      <a:lnTo>
                        <a:pt x="120" y="151"/>
                      </a:lnTo>
                      <a:lnTo>
                        <a:pt x="128" y="161"/>
                      </a:lnTo>
                      <a:lnTo>
                        <a:pt x="138" y="169"/>
                      </a:lnTo>
                      <a:lnTo>
                        <a:pt x="127" y="178"/>
                      </a:lnTo>
                      <a:lnTo>
                        <a:pt x="112" y="194"/>
                      </a:lnTo>
                      <a:lnTo>
                        <a:pt x="98" y="211"/>
                      </a:lnTo>
                      <a:lnTo>
                        <a:pt x="94" y="225"/>
                      </a:lnTo>
                      <a:lnTo>
                        <a:pt x="96" y="241"/>
                      </a:lnTo>
                      <a:lnTo>
                        <a:pt x="81" y="219"/>
                      </a:lnTo>
                      <a:lnTo>
                        <a:pt x="63" y="222"/>
                      </a:lnTo>
                      <a:lnTo>
                        <a:pt x="53" y="231"/>
                      </a:lnTo>
                      <a:lnTo>
                        <a:pt x="29" y="229"/>
                      </a:lnTo>
                      <a:lnTo>
                        <a:pt x="11" y="217"/>
                      </a:lnTo>
                      <a:lnTo>
                        <a:pt x="4" y="200"/>
                      </a:lnTo>
                      <a:lnTo>
                        <a:pt x="0" y="185"/>
                      </a:lnTo>
                      <a:lnTo>
                        <a:pt x="3" y="157"/>
                      </a:lnTo>
                      <a:lnTo>
                        <a:pt x="21" y="150"/>
                      </a:lnTo>
                      <a:lnTo>
                        <a:pt x="33" y="138"/>
                      </a:lnTo>
                      <a:lnTo>
                        <a:pt x="37" y="121"/>
                      </a:lnTo>
                      <a:lnTo>
                        <a:pt x="58" y="123"/>
                      </a:lnTo>
                      <a:lnTo>
                        <a:pt x="46" y="102"/>
                      </a:lnTo>
                      <a:lnTo>
                        <a:pt x="19" y="10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9" id="219"/>
                <p:cNvSpPr/>
                <p:nvPr/>
              </p:nvSpPr>
              <p:spPr>
                <a:xfrm>
                  <a:off x="2833" y="2058"/>
                  <a:ext cx="106" cy="6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4" h="57" stroke="true" fill="norm" extrusionOk="true">
                      <a:moveTo>
                        <a:pt x="3" y="43"/>
                      </a:moveTo>
                      <a:lnTo>
                        <a:pt x="0" y="34"/>
                      </a:lnTo>
                      <a:lnTo>
                        <a:pt x="7" y="35"/>
                      </a:lnTo>
                      <a:lnTo>
                        <a:pt x="11" y="36"/>
                      </a:lnTo>
                      <a:lnTo>
                        <a:pt x="29" y="28"/>
                      </a:lnTo>
                      <a:lnTo>
                        <a:pt x="43" y="20"/>
                      </a:lnTo>
                      <a:lnTo>
                        <a:pt x="47" y="15"/>
                      </a:lnTo>
                      <a:lnTo>
                        <a:pt x="48" y="0"/>
                      </a:lnTo>
                      <a:lnTo>
                        <a:pt x="59" y="10"/>
                      </a:lnTo>
                      <a:lnTo>
                        <a:pt x="69" y="9"/>
                      </a:lnTo>
                      <a:lnTo>
                        <a:pt x="71" y="1"/>
                      </a:lnTo>
                      <a:lnTo>
                        <a:pt x="84" y="2"/>
                      </a:lnTo>
                      <a:lnTo>
                        <a:pt x="83" y="12"/>
                      </a:lnTo>
                      <a:lnTo>
                        <a:pt x="91" y="16"/>
                      </a:lnTo>
                      <a:lnTo>
                        <a:pt x="93" y="31"/>
                      </a:lnTo>
                      <a:lnTo>
                        <a:pt x="87" y="39"/>
                      </a:lnTo>
                      <a:lnTo>
                        <a:pt x="87" y="43"/>
                      </a:lnTo>
                      <a:lnTo>
                        <a:pt x="82" y="50"/>
                      </a:lnTo>
                      <a:lnTo>
                        <a:pt x="69" y="56"/>
                      </a:lnTo>
                      <a:lnTo>
                        <a:pt x="45" y="50"/>
                      </a:lnTo>
                      <a:lnTo>
                        <a:pt x="37" y="41"/>
                      </a:lnTo>
                      <a:lnTo>
                        <a:pt x="24" y="47"/>
                      </a:lnTo>
                      <a:lnTo>
                        <a:pt x="10" y="47"/>
                      </a:lnTo>
                      <a:lnTo>
                        <a:pt x="3" y="4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0" id="220"/>
                <p:cNvSpPr/>
                <p:nvPr/>
              </p:nvSpPr>
              <p:spPr>
                <a:xfrm>
                  <a:off x="2896" y="2295"/>
                  <a:ext cx="36" cy="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22" stroke="true" fill="norm" extrusionOk="true">
                      <a:moveTo>
                        <a:pt x="28" y="0"/>
                      </a:moveTo>
                      <a:lnTo>
                        <a:pt x="16" y="3"/>
                      </a:lnTo>
                      <a:lnTo>
                        <a:pt x="0" y="2"/>
                      </a:lnTo>
                      <a:lnTo>
                        <a:pt x="3" y="6"/>
                      </a:lnTo>
                      <a:lnTo>
                        <a:pt x="6" y="14"/>
                      </a:lnTo>
                      <a:lnTo>
                        <a:pt x="14" y="15"/>
                      </a:lnTo>
                      <a:lnTo>
                        <a:pt x="31" y="21"/>
                      </a:lnTo>
                      <a:lnTo>
                        <a:pt x="30" y="11"/>
                      </a:lnTo>
                      <a:lnTo>
                        <a:pt x="2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1" id="221"/>
                <p:cNvSpPr/>
                <p:nvPr/>
              </p:nvSpPr>
              <p:spPr>
                <a:xfrm>
                  <a:off x="2532" y="1925"/>
                  <a:ext cx="66" cy="8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0" h="75" stroke="true" fill="norm" extrusionOk="true">
                      <a:moveTo>
                        <a:pt x="31" y="0"/>
                      </a:moveTo>
                      <a:lnTo>
                        <a:pt x="27" y="6"/>
                      </a:lnTo>
                      <a:lnTo>
                        <a:pt x="27" y="16"/>
                      </a:lnTo>
                      <a:lnTo>
                        <a:pt x="3" y="19"/>
                      </a:lnTo>
                      <a:lnTo>
                        <a:pt x="0" y="26"/>
                      </a:lnTo>
                      <a:lnTo>
                        <a:pt x="0" y="38"/>
                      </a:lnTo>
                      <a:lnTo>
                        <a:pt x="8" y="40"/>
                      </a:lnTo>
                      <a:lnTo>
                        <a:pt x="8" y="48"/>
                      </a:lnTo>
                      <a:lnTo>
                        <a:pt x="0" y="53"/>
                      </a:lnTo>
                      <a:lnTo>
                        <a:pt x="1" y="66"/>
                      </a:lnTo>
                      <a:lnTo>
                        <a:pt x="1" y="74"/>
                      </a:lnTo>
                      <a:lnTo>
                        <a:pt x="17" y="73"/>
                      </a:lnTo>
                      <a:lnTo>
                        <a:pt x="32" y="63"/>
                      </a:lnTo>
                      <a:lnTo>
                        <a:pt x="45" y="63"/>
                      </a:lnTo>
                      <a:lnTo>
                        <a:pt x="56" y="61"/>
                      </a:lnTo>
                      <a:lnTo>
                        <a:pt x="59" y="40"/>
                      </a:lnTo>
                      <a:lnTo>
                        <a:pt x="53" y="24"/>
                      </a:lnTo>
                      <a:lnTo>
                        <a:pt x="38" y="24"/>
                      </a:lnTo>
                      <a:lnTo>
                        <a:pt x="34" y="15"/>
                      </a:lnTo>
                      <a:lnTo>
                        <a:pt x="38" y="4"/>
                      </a:lnTo>
                      <a:lnTo>
                        <a:pt x="3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2" id="222"/>
                <p:cNvSpPr/>
                <p:nvPr/>
              </p:nvSpPr>
              <p:spPr>
                <a:xfrm>
                  <a:off x="2568" y="1922"/>
                  <a:ext cx="37" cy="3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27" stroke="true" fill="norm" extrusionOk="true">
                      <a:moveTo>
                        <a:pt x="19" y="26"/>
                      </a:moveTo>
                      <a:lnTo>
                        <a:pt x="4" y="26"/>
                      </a:lnTo>
                      <a:lnTo>
                        <a:pt x="0" y="17"/>
                      </a:lnTo>
                      <a:lnTo>
                        <a:pt x="4" y="6"/>
                      </a:lnTo>
                      <a:lnTo>
                        <a:pt x="12" y="0"/>
                      </a:lnTo>
                      <a:lnTo>
                        <a:pt x="22" y="3"/>
                      </a:lnTo>
                      <a:lnTo>
                        <a:pt x="28" y="10"/>
                      </a:lnTo>
                      <a:lnTo>
                        <a:pt x="31" y="19"/>
                      </a:lnTo>
                      <a:lnTo>
                        <a:pt x="19" y="2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3" id="223"/>
                <p:cNvSpPr/>
                <p:nvPr/>
              </p:nvSpPr>
              <p:spPr>
                <a:xfrm>
                  <a:off x="2594" y="1843"/>
                  <a:ext cx="117" cy="20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4" h="180" stroke="true" fill="norm" extrusionOk="true">
                      <a:moveTo>
                        <a:pt x="16" y="2"/>
                      </a:moveTo>
                      <a:lnTo>
                        <a:pt x="10" y="14"/>
                      </a:lnTo>
                      <a:lnTo>
                        <a:pt x="0" y="25"/>
                      </a:lnTo>
                      <a:lnTo>
                        <a:pt x="8" y="29"/>
                      </a:lnTo>
                      <a:lnTo>
                        <a:pt x="10" y="36"/>
                      </a:lnTo>
                      <a:lnTo>
                        <a:pt x="10" y="46"/>
                      </a:lnTo>
                      <a:lnTo>
                        <a:pt x="2" y="51"/>
                      </a:lnTo>
                      <a:lnTo>
                        <a:pt x="5" y="59"/>
                      </a:lnTo>
                      <a:lnTo>
                        <a:pt x="14" y="61"/>
                      </a:lnTo>
                      <a:lnTo>
                        <a:pt x="16" y="69"/>
                      </a:lnTo>
                      <a:lnTo>
                        <a:pt x="13" y="76"/>
                      </a:lnTo>
                      <a:lnTo>
                        <a:pt x="36" y="81"/>
                      </a:lnTo>
                      <a:lnTo>
                        <a:pt x="41" y="89"/>
                      </a:lnTo>
                      <a:lnTo>
                        <a:pt x="48" y="92"/>
                      </a:lnTo>
                      <a:lnTo>
                        <a:pt x="46" y="99"/>
                      </a:lnTo>
                      <a:lnTo>
                        <a:pt x="34" y="107"/>
                      </a:lnTo>
                      <a:lnTo>
                        <a:pt x="24" y="107"/>
                      </a:lnTo>
                      <a:lnTo>
                        <a:pt x="22" y="118"/>
                      </a:lnTo>
                      <a:lnTo>
                        <a:pt x="26" y="124"/>
                      </a:lnTo>
                      <a:lnTo>
                        <a:pt x="24" y="135"/>
                      </a:lnTo>
                      <a:lnTo>
                        <a:pt x="16" y="139"/>
                      </a:lnTo>
                      <a:lnTo>
                        <a:pt x="39" y="144"/>
                      </a:lnTo>
                      <a:lnTo>
                        <a:pt x="37" y="148"/>
                      </a:lnTo>
                      <a:lnTo>
                        <a:pt x="29" y="149"/>
                      </a:lnTo>
                      <a:lnTo>
                        <a:pt x="19" y="159"/>
                      </a:lnTo>
                      <a:lnTo>
                        <a:pt x="11" y="170"/>
                      </a:lnTo>
                      <a:lnTo>
                        <a:pt x="10" y="179"/>
                      </a:lnTo>
                      <a:lnTo>
                        <a:pt x="31" y="171"/>
                      </a:lnTo>
                      <a:lnTo>
                        <a:pt x="45" y="164"/>
                      </a:lnTo>
                      <a:lnTo>
                        <a:pt x="63" y="168"/>
                      </a:lnTo>
                      <a:lnTo>
                        <a:pt x="79" y="158"/>
                      </a:lnTo>
                      <a:lnTo>
                        <a:pt x="97" y="154"/>
                      </a:lnTo>
                      <a:lnTo>
                        <a:pt x="86" y="144"/>
                      </a:lnTo>
                      <a:lnTo>
                        <a:pt x="92" y="139"/>
                      </a:lnTo>
                      <a:lnTo>
                        <a:pt x="102" y="141"/>
                      </a:lnTo>
                      <a:lnTo>
                        <a:pt x="103" y="118"/>
                      </a:lnTo>
                      <a:lnTo>
                        <a:pt x="84" y="112"/>
                      </a:lnTo>
                      <a:lnTo>
                        <a:pt x="84" y="97"/>
                      </a:lnTo>
                      <a:lnTo>
                        <a:pt x="81" y="88"/>
                      </a:lnTo>
                      <a:lnTo>
                        <a:pt x="71" y="84"/>
                      </a:lnTo>
                      <a:lnTo>
                        <a:pt x="73" y="72"/>
                      </a:lnTo>
                      <a:lnTo>
                        <a:pt x="63" y="69"/>
                      </a:lnTo>
                      <a:lnTo>
                        <a:pt x="66" y="52"/>
                      </a:lnTo>
                      <a:lnTo>
                        <a:pt x="42" y="35"/>
                      </a:lnTo>
                      <a:lnTo>
                        <a:pt x="55" y="31"/>
                      </a:lnTo>
                      <a:lnTo>
                        <a:pt x="56" y="15"/>
                      </a:lnTo>
                      <a:lnTo>
                        <a:pt x="34" y="15"/>
                      </a:lnTo>
                      <a:lnTo>
                        <a:pt x="34" y="0"/>
                      </a:lnTo>
                      <a:lnTo>
                        <a:pt x="16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4" id="224"/>
                <p:cNvSpPr/>
                <p:nvPr/>
              </p:nvSpPr>
              <p:spPr>
                <a:xfrm>
                  <a:off x="2660" y="1791"/>
                  <a:ext cx="17" cy="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19" stroke="true" fill="norm" extrusionOk="true">
                      <a:moveTo>
                        <a:pt x="11" y="0"/>
                      </a:moveTo>
                      <a:lnTo>
                        <a:pt x="0" y="9"/>
                      </a:lnTo>
                      <a:lnTo>
                        <a:pt x="4" y="18"/>
                      </a:lnTo>
                      <a:lnTo>
                        <a:pt x="14" y="18"/>
                      </a:lnTo>
                      <a:lnTo>
                        <a:pt x="1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5" id="225"/>
                <p:cNvSpPr/>
                <p:nvPr/>
              </p:nvSpPr>
              <p:spPr>
                <a:xfrm>
                  <a:off x="2757" y="1511"/>
                  <a:ext cx="396" cy="3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52" h="306" stroke="true" fill="norm" extrusionOk="true">
                      <a:moveTo>
                        <a:pt x="295" y="66"/>
                      </a:moveTo>
                      <a:lnTo>
                        <a:pt x="303" y="42"/>
                      </a:lnTo>
                      <a:lnTo>
                        <a:pt x="292" y="32"/>
                      </a:lnTo>
                      <a:lnTo>
                        <a:pt x="280" y="30"/>
                      </a:lnTo>
                      <a:lnTo>
                        <a:pt x="273" y="37"/>
                      </a:lnTo>
                      <a:lnTo>
                        <a:pt x="263" y="48"/>
                      </a:lnTo>
                      <a:lnTo>
                        <a:pt x="258" y="63"/>
                      </a:lnTo>
                      <a:lnTo>
                        <a:pt x="237" y="66"/>
                      </a:lnTo>
                      <a:lnTo>
                        <a:pt x="224" y="63"/>
                      </a:lnTo>
                      <a:lnTo>
                        <a:pt x="213" y="61"/>
                      </a:lnTo>
                      <a:lnTo>
                        <a:pt x="205" y="68"/>
                      </a:lnTo>
                      <a:lnTo>
                        <a:pt x="197" y="78"/>
                      </a:lnTo>
                      <a:lnTo>
                        <a:pt x="184" y="78"/>
                      </a:lnTo>
                      <a:lnTo>
                        <a:pt x="173" y="78"/>
                      </a:lnTo>
                      <a:lnTo>
                        <a:pt x="166" y="85"/>
                      </a:lnTo>
                      <a:lnTo>
                        <a:pt x="158" y="90"/>
                      </a:lnTo>
                      <a:lnTo>
                        <a:pt x="150" y="87"/>
                      </a:lnTo>
                      <a:lnTo>
                        <a:pt x="148" y="100"/>
                      </a:lnTo>
                      <a:lnTo>
                        <a:pt x="140" y="104"/>
                      </a:lnTo>
                      <a:lnTo>
                        <a:pt x="138" y="117"/>
                      </a:lnTo>
                      <a:lnTo>
                        <a:pt x="128" y="117"/>
                      </a:lnTo>
                      <a:lnTo>
                        <a:pt x="124" y="129"/>
                      </a:lnTo>
                      <a:lnTo>
                        <a:pt x="117" y="133"/>
                      </a:lnTo>
                      <a:lnTo>
                        <a:pt x="115" y="151"/>
                      </a:lnTo>
                      <a:lnTo>
                        <a:pt x="108" y="165"/>
                      </a:lnTo>
                      <a:lnTo>
                        <a:pt x="117" y="172"/>
                      </a:lnTo>
                      <a:lnTo>
                        <a:pt x="110" y="177"/>
                      </a:lnTo>
                      <a:lnTo>
                        <a:pt x="96" y="174"/>
                      </a:lnTo>
                      <a:lnTo>
                        <a:pt x="93" y="184"/>
                      </a:lnTo>
                      <a:lnTo>
                        <a:pt x="96" y="210"/>
                      </a:lnTo>
                      <a:lnTo>
                        <a:pt x="99" y="226"/>
                      </a:lnTo>
                      <a:lnTo>
                        <a:pt x="107" y="242"/>
                      </a:lnTo>
                      <a:lnTo>
                        <a:pt x="110" y="259"/>
                      </a:lnTo>
                      <a:lnTo>
                        <a:pt x="96" y="267"/>
                      </a:lnTo>
                      <a:lnTo>
                        <a:pt x="92" y="286"/>
                      </a:lnTo>
                      <a:lnTo>
                        <a:pt x="87" y="295"/>
                      </a:lnTo>
                      <a:lnTo>
                        <a:pt x="76" y="289"/>
                      </a:lnTo>
                      <a:lnTo>
                        <a:pt x="55" y="292"/>
                      </a:lnTo>
                      <a:lnTo>
                        <a:pt x="44" y="300"/>
                      </a:lnTo>
                      <a:lnTo>
                        <a:pt x="33" y="303"/>
                      </a:lnTo>
                      <a:lnTo>
                        <a:pt x="16" y="305"/>
                      </a:lnTo>
                      <a:lnTo>
                        <a:pt x="15" y="287"/>
                      </a:lnTo>
                      <a:lnTo>
                        <a:pt x="8" y="282"/>
                      </a:lnTo>
                      <a:lnTo>
                        <a:pt x="11" y="256"/>
                      </a:lnTo>
                      <a:lnTo>
                        <a:pt x="1" y="255"/>
                      </a:lnTo>
                      <a:lnTo>
                        <a:pt x="0" y="218"/>
                      </a:lnTo>
                      <a:lnTo>
                        <a:pt x="11" y="214"/>
                      </a:lnTo>
                      <a:lnTo>
                        <a:pt x="14" y="205"/>
                      </a:lnTo>
                      <a:lnTo>
                        <a:pt x="27" y="200"/>
                      </a:lnTo>
                      <a:lnTo>
                        <a:pt x="40" y="199"/>
                      </a:lnTo>
                      <a:lnTo>
                        <a:pt x="45" y="191"/>
                      </a:lnTo>
                      <a:lnTo>
                        <a:pt x="60" y="189"/>
                      </a:lnTo>
                      <a:lnTo>
                        <a:pt x="62" y="172"/>
                      </a:lnTo>
                      <a:lnTo>
                        <a:pt x="82" y="165"/>
                      </a:lnTo>
                      <a:lnTo>
                        <a:pt x="84" y="151"/>
                      </a:lnTo>
                      <a:lnTo>
                        <a:pt x="94" y="144"/>
                      </a:lnTo>
                      <a:lnTo>
                        <a:pt x="98" y="131"/>
                      </a:lnTo>
                      <a:lnTo>
                        <a:pt x="102" y="117"/>
                      </a:lnTo>
                      <a:lnTo>
                        <a:pt x="117" y="102"/>
                      </a:lnTo>
                      <a:lnTo>
                        <a:pt x="129" y="87"/>
                      </a:lnTo>
                      <a:lnTo>
                        <a:pt x="144" y="78"/>
                      </a:lnTo>
                      <a:lnTo>
                        <a:pt x="163" y="74"/>
                      </a:lnTo>
                      <a:lnTo>
                        <a:pt x="174" y="68"/>
                      </a:lnTo>
                      <a:lnTo>
                        <a:pt x="195" y="64"/>
                      </a:lnTo>
                      <a:lnTo>
                        <a:pt x="199" y="52"/>
                      </a:lnTo>
                      <a:lnTo>
                        <a:pt x="212" y="46"/>
                      </a:lnTo>
                      <a:lnTo>
                        <a:pt x="208" y="30"/>
                      </a:lnTo>
                      <a:lnTo>
                        <a:pt x="198" y="23"/>
                      </a:lnTo>
                      <a:lnTo>
                        <a:pt x="213" y="19"/>
                      </a:lnTo>
                      <a:lnTo>
                        <a:pt x="218" y="8"/>
                      </a:lnTo>
                      <a:lnTo>
                        <a:pt x="221" y="23"/>
                      </a:lnTo>
                      <a:lnTo>
                        <a:pt x="229" y="25"/>
                      </a:lnTo>
                      <a:lnTo>
                        <a:pt x="229" y="17"/>
                      </a:lnTo>
                      <a:lnTo>
                        <a:pt x="236" y="17"/>
                      </a:lnTo>
                      <a:lnTo>
                        <a:pt x="239" y="23"/>
                      </a:lnTo>
                      <a:lnTo>
                        <a:pt x="248" y="26"/>
                      </a:lnTo>
                      <a:lnTo>
                        <a:pt x="253" y="15"/>
                      </a:lnTo>
                      <a:lnTo>
                        <a:pt x="246" y="10"/>
                      </a:lnTo>
                      <a:lnTo>
                        <a:pt x="258" y="3"/>
                      </a:lnTo>
                      <a:lnTo>
                        <a:pt x="271" y="12"/>
                      </a:lnTo>
                      <a:lnTo>
                        <a:pt x="279" y="0"/>
                      </a:lnTo>
                      <a:lnTo>
                        <a:pt x="282" y="14"/>
                      </a:lnTo>
                      <a:lnTo>
                        <a:pt x="295" y="15"/>
                      </a:lnTo>
                      <a:lnTo>
                        <a:pt x="309" y="5"/>
                      </a:lnTo>
                      <a:lnTo>
                        <a:pt x="325" y="15"/>
                      </a:lnTo>
                      <a:lnTo>
                        <a:pt x="322" y="26"/>
                      </a:lnTo>
                      <a:lnTo>
                        <a:pt x="351" y="36"/>
                      </a:lnTo>
                      <a:lnTo>
                        <a:pt x="333" y="48"/>
                      </a:lnTo>
                      <a:lnTo>
                        <a:pt x="317" y="65"/>
                      </a:lnTo>
                      <a:lnTo>
                        <a:pt x="310" y="80"/>
                      </a:lnTo>
                      <a:lnTo>
                        <a:pt x="295" y="66"/>
                      </a:lnTo>
                      <a:lnTo>
                        <a:pt x="303" y="4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6" id="226"/>
                <p:cNvSpPr/>
                <p:nvPr/>
              </p:nvSpPr>
              <p:spPr>
                <a:xfrm>
                  <a:off x="2619" y="2011"/>
                  <a:ext cx="191" cy="19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0" h="176" stroke="true" fill="norm" extrusionOk="true">
                      <a:moveTo>
                        <a:pt x="89" y="3"/>
                      </a:moveTo>
                      <a:lnTo>
                        <a:pt x="85" y="15"/>
                      </a:lnTo>
                      <a:lnTo>
                        <a:pt x="78" y="21"/>
                      </a:lnTo>
                      <a:lnTo>
                        <a:pt x="74" y="29"/>
                      </a:lnTo>
                      <a:lnTo>
                        <a:pt x="63" y="27"/>
                      </a:lnTo>
                      <a:lnTo>
                        <a:pt x="61" y="36"/>
                      </a:lnTo>
                      <a:lnTo>
                        <a:pt x="50" y="37"/>
                      </a:lnTo>
                      <a:lnTo>
                        <a:pt x="42" y="29"/>
                      </a:lnTo>
                      <a:lnTo>
                        <a:pt x="34" y="31"/>
                      </a:lnTo>
                      <a:lnTo>
                        <a:pt x="38" y="39"/>
                      </a:lnTo>
                      <a:lnTo>
                        <a:pt x="36" y="47"/>
                      </a:lnTo>
                      <a:lnTo>
                        <a:pt x="23" y="48"/>
                      </a:lnTo>
                      <a:lnTo>
                        <a:pt x="17" y="52"/>
                      </a:lnTo>
                      <a:lnTo>
                        <a:pt x="15" y="54"/>
                      </a:lnTo>
                      <a:lnTo>
                        <a:pt x="0" y="56"/>
                      </a:lnTo>
                      <a:lnTo>
                        <a:pt x="0" y="60"/>
                      </a:lnTo>
                      <a:lnTo>
                        <a:pt x="0" y="66"/>
                      </a:lnTo>
                      <a:lnTo>
                        <a:pt x="18" y="75"/>
                      </a:lnTo>
                      <a:lnTo>
                        <a:pt x="26" y="79"/>
                      </a:lnTo>
                      <a:lnTo>
                        <a:pt x="34" y="88"/>
                      </a:lnTo>
                      <a:lnTo>
                        <a:pt x="40" y="102"/>
                      </a:lnTo>
                      <a:lnTo>
                        <a:pt x="48" y="111"/>
                      </a:lnTo>
                      <a:lnTo>
                        <a:pt x="40" y="115"/>
                      </a:lnTo>
                      <a:lnTo>
                        <a:pt x="36" y="150"/>
                      </a:lnTo>
                      <a:lnTo>
                        <a:pt x="31" y="160"/>
                      </a:lnTo>
                      <a:lnTo>
                        <a:pt x="50" y="166"/>
                      </a:lnTo>
                      <a:lnTo>
                        <a:pt x="70" y="167"/>
                      </a:lnTo>
                      <a:lnTo>
                        <a:pt x="80" y="175"/>
                      </a:lnTo>
                      <a:lnTo>
                        <a:pt x="108" y="175"/>
                      </a:lnTo>
                      <a:lnTo>
                        <a:pt x="105" y="164"/>
                      </a:lnTo>
                      <a:lnTo>
                        <a:pt x="110" y="153"/>
                      </a:lnTo>
                      <a:lnTo>
                        <a:pt x="122" y="152"/>
                      </a:lnTo>
                      <a:lnTo>
                        <a:pt x="134" y="152"/>
                      </a:lnTo>
                      <a:lnTo>
                        <a:pt x="143" y="158"/>
                      </a:lnTo>
                      <a:lnTo>
                        <a:pt x="154" y="161"/>
                      </a:lnTo>
                      <a:lnTo>
                        <a:pt x="162" y="148"/>
                      </a:lnTo>
                      <a:lnTo>
                        <a:pt x="162" y="138"/>
                      </a:lnTo>
                      <a:lnTo>
                        <a:pt x="151" y="133"/>
                      </a:lnTo>
                      <a:lnTo>
                        <a:pt x="149" y="119"/>
                      </a:lnTo>
                      <a:lnTo>
                        <a:pt x="155" y="110"/>
                      </a:lnTo>
                      <a:lnTo>
                        <a:pt x="155" y="99"/>
                      </a:lnTo>
                      <a:lnTo>
                        <a:pt x="148" y="93"/>
                      </a:lnTo>
                      <a:lnTo>
                        <a:pt x="151" y="84"/>
                      </a:lnTo>
                      <a:lnTo>
                        <a:pt x="157" y="74"/>
                      </a:lnTo>
                      <a:lnTo>
                        <a:pt x="166" y="73"/>
                      </a:lnTo>
                      <a:lnTo>
                        <a:pt x="163" y="51"/>
                      </a:lnTo>
                      <a:lnTo>
                        <a:pt x="169" y="43"/>
                      </a:lnTo>
                      <a:lnTo>
                        <a:pt x="156" y="32"/>
                      </a:lnTo>
                      <a:lnTo>
                        <a:pt x="137" y="33"/>
                      </a:lnTo>
                      <a:lnTo>
                        <a:pt x="119" y="27"/>
                      </a:lnTo>
                      <a:lnTo>
                        <a:pt x="114" y="14"/>
                      </a:lnTo>
                      <a:lnTo>
                        <a:pt x="102" y="8"/>
                      </a:lnTo>
                      <a:lnTo>
                        <a:pt x="103" y="0"/>
                      </a:lnTo>
                      <a:lnTo>
                        <a:pt x="89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7" id="227"/>
                <p:cNvSpPr/>
                <p:nvPr/>
              </p:nvSpPr>
              <p:spPr>
                <a:xfrm>
                  <a:off x="2785" y="2105"/>
                  <a:ext cx="192" cy="19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2" h="170" stroke="true" fill="norm" extrusionOk="true">
                      <a:moveTo>
                        <a:pt x="13" y="65"/>
                      </a:moveTo>
                      <a:lnTo>
                        <a:pt x="13" y="55"/>
                      </a:lnTo>
                      <a:lnTo>
                        <a:pt x="2" y="50"/>
                      </a:lnTo>
                      <a:lnTo>
                        <a:pt x="0" y="36"/>
                      </a:lnTo>
                      <a:lnTo>
                        <a:pt x="6" y="27"/>
                      </a:lnTo>
                      <a:lnTo>
                        <a:pt x="6" y="16"/>
                      </a:lnTo>
                      <a:lnTo>
                        <a:pt x="20" y="16"/>
                      </a:lnTo>
                      <a:lnTo>
                        <a:pt x="25" y="10"/>
                      </a:lnTo>
                      <a:lnTo>
                        <a:pt x="30" y="17"/>
                      </a:lnTo>
                      <a:lnTo>
                        <a:pt x="35" y="12"/>
                      </a:lnTo>
                      <a:lnTo>
                        <a:pt x="41" y="14"/>
                      </a:lnTo>
                      <a:lnTo>
                        <a:pt x="46" y="3"/>
                      </a:lnTo>
                      <a:lnTo>
                        <a:pt x="52" y="6"/>
                      </a:lnTo>
                      <a:lnTo>
                        <a:pt x="67" y="6"/>
                      </a:lnTo>
                      <a:lnTo>
                        <a:pt x="80" y="0"/>
                      </a:lnTo>
                      <a:lnTo>
                        <a:pt x="88" y="9"/>
                      </a:lnTo>
                      <a:lnTo>
                        <a:pt x="91" y="21"/>
                      </a:lnTo>
                      <a:lnTo>
                        <a:pt x="84" y="27"/>
                      </a:lnTo>
                      <a:lnTo>
                        <a:pt x="80" y="41"/>
                      </a:lnTo>
                      <a:lnTo>
                        <a:pt x="80" y="51"/>
                      </a:lnTo>
                      <a:lnTo>
                        <a:pt x="86" y="54"/>
                      </a:lnTo>
                      <a:lnTo>
                        <a:pt x="95" y="69"/>
                      </a:lnTo>
                      <a:lnTo>
                        <a:pt x="106" y="85"/>
                      </a:lnTo>
                      <a:lnTo>
                        <a:pt x="124" y="101"/>
                      </a:lnTo>
                      <a:lnTo>
                        <a:pt x="133" y="101"/>
                      </a:lnTo>
                      <a:lnTo>
                        <a:pt x="140" y="99"/>
                      </a:lnTo>
                      <a:lnTo>
                        <a:pt x="141" y="106"/>
                      </a:lnTo>
                      <a:lnTo>
                        <a:pt x="146" y="111"/>
                      </a:lnTo>
                      <a:lnTo>
                        <a:pt x="149" y="117"/>
                      </a:lnTo>
                      <a:lnTo>
                        <a:pt x="157" y="123"/>
                      </a:lnTo>
                      <a:lnTo>
                        <a:pt x="163" y="129"/>
                      </a:lnTo>
                      <a:lnTo>
                        <a:pt x="171" y="139"/>
                      </a:lnTo>
                      <a:lnTo>
                        <a:pt x="166" y="143"/>
                      </a:lnTo>
                      <a:lnTo>
                        <a:pt x="154" y="134"/>
                      </a:lnTo>
                      <a:lnTo>
                        <a:pt x="145" y="138"/>
                      </a:lnTo>
                      <a:lnTo>
                        <a:pt x="142" y="144"/>
                      </a:lnTo>
                      <a:lnTo>
                        <a:pt x="148" y="155"/>
                      </a:lnTo>
                      <a:lnTo>
                        <a:pt x="142" y="161"/>
                      </a:lnTo>
                      <a:lnTo>
                        <a:pt x="138" y="169"/>
                      </a:lnTo>
                      <a:lnTo>
                        <a:pt x="130" y="169"/>
                      </a:lnTo>
                      <a:lnTo>
                        <a:pt x="131" y="152"/>
                      </a:lnTo>
                      <a:lnTo>
                        <a:pt x="131" y="144"/>
                      </a:lnTo>
                      <a:lnTo>
                        <a:pt x="121" y="137"/>
                      </a:lnTo>
                      <a:lnTo>
                        <a:pt x="116" y="128"/>
                      </a:lnTo>
                      <a:lnTo>
                        <a:pt x="108" y="126"/>
                      </a:lnTo>
                      <a:lnTo>
                        <a:pt x="108" y="117"/>
                      </a:lnTo>
                      <a:lnTo>
                        <a:pt x="87" y="111"/>
                      </a:lnTo>
                      <a:lnTo>
                        <a:pt x="74" y="99"/>
                      </a:lnTo>
                      <a:lnTo>
                        <a:pt x="66" y="93"/>
                      </a:lnTo>
                      <a:lnTo>
                        <a:pt x="58" y="86"/>
                      </a:lnTo>
                      <a:lnTo>
                        <a:pt x="53" y="69"/>
                      </a:lnTo>
                      <a:lnTo>
                        <a:pt x="49" y="59"/>
                      </a:lnTo>
                      <a:lnTo>
                        <a:pt x="32" y="56"/>
                      </a:lnTo>
                      <a:lnTo>
                        <a:pt x="29" y="64"/>
                      </a:lnTo>
                      <a:lnTo>
                        <a:pt x="13" y="6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8" id="228"/>
                <p:cNvSpPr/>
                <p:nvPr/>
              </p:nvSpPr>
              <p:spPr>
                <a:xfrm>
                  <a:off x="2543" y="2180"/>
                  <a:ext cx="197" cy="15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5" h="140" stroke="true" fill="norm" extrusionOk="true">
                      <a:moveTo>
                        <a:pt x="174" y="25"/>
                      </a:moveTo>
                      <a:lnTo>
                        <a:pt x="147" y="25"/>
                      </a:lnTo>
                      <a:lnTo>
                        <a:pt x="137" y="18"/>
                      </a:lnTo>
                      <a:lnTo>
                        <a:pt x="116" y="16"/>
                      </a:lnTo>
                      <a:lnTo>
                        <a:pt x="98" y="10"/>
                      </a:lnTo>
                      <a:lnTo>
                        <a:pt x="76" y="3"/>
                      </a:lnTo>
                      <a:lnTo>
                        <a:pt x="64" y="6"/>
                      </a:lnTo>
                      <a:lnTo>
                        <a:pt x="53" y="0"/>
                      </a:lnTo>
                      <a:lnTo>
                        <a:pt x="5" y="1"/>
                      </a:lnTo>
                      <a:lnTo>
                        <a:pt x="8" y="8"/>
                      </a:lnTo>
                      <a:lnTo>
                        <a:pt x="0" y="11"/>
                      </a:lnTo>
                      <a:lnTo>
                        <a:pt x="1" y="22"/>
                      </a:lnTo>
                      <a:lnTo>
                        <a:pt x="8" y="30"/>
                      </a:lnTo>
                      <a:lnTo>
                        <a:pt x="12" y="40"/>
                      </a:lnTo>
                      <a:lnTo>
                        <a:pt x="25" y="39"/>
                      </a:lnTo>
                      <a:lnTo>
                        <a:pt x="35" y="35"/>
                      </a:lnTo>
                      <a:lnTo>
                        <a:pt x="39" y="40"/>
                      </a:lnTo>
                      <a:lnTo>
                        <a:pt x="36" y="45"/>
                      </a:lnTo>
                      <a:lnTo>
                        <a:pt x="33" y="50"/>
                      </a:lnTo>
                      <a:lnTo>
                        <a:pt x="27" y="77"/>
                      </a:lnTo>
                      <a:lnTo>
                        <a:pt x="21" y="84"/>
                      </a:lnTo>
                      <a:lnTo>
                        <a:pt x="29" y="90"/>
                      </a:lnTo>
                      <a:lnTo>
                        <a:pt x="30" y="111"/>
                      </a:lnTo>
                      <a:lnTo>
                        <a:pt x="31" y="120"/>
                      </a:lnTo>
                      <a:lnTo>
                        <a:pt x="40" y="122"/>
                      </a:lnTo>
                      <a:lnTo>
                        <a:pt x="40" y="132"/>
                      </a:lnTo>
                      <a:lnTo>
                        <a:pt x="50" y="139"/>
                      </a:lnTo>
                      <a:lnTo>
                        <a:pt x="59" y="136"/>
                      </a:lnTo>
                      <a:lnTo>
                        <a:pt x="67" y="131"/>
                      </a:lnTo>
                      <a:lnTo>
                        <a:pt x="101" y="132"/>
                      </a:lnTo>
                      <a:lnTo>
                        <a:pt x="109" y="126"/>
                      </a:lnTo>
                      <a:lnTo>
                        <a:pt x="109" y="117"/>
                      </a:lnTo>
                      <a:lnTo>
                        <a:pt x="119" y="111"/>
                      </a:lnTo>
                      <a:lnTo>
                        <a:pt x="126" y="103"/>
                      </a:lnTo>
                      <a:lnTo>
                        <a:pt x="129" y="92"/>
                      </a:lnTo>
                      <a:lnTo>
                        <a:pt x="119" y="80"/>
                      </a:lnTo>
                      <a:lnTo>
                        <a:pt x="126" y="71"/>
                      </a:lnTo>
                      <a:lnTo>
                        <a:pt x="133" y="61"/>
                      </a:lnTo>
                      <a:lnTo>
                        <a:pt x="144" y="58"/>
                      </a:lnTo>
                      <a:lnTo>
                        <a:pt x="155" y="44"/>
                      </a:lnTo>
                      <a:lnTo>
                        <a:pt x="163" y="36"/>
                      </a:lnTo>
                      <a:lnTo>
                        <a:pt x="174" y="2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9" id="229"/>
                <p:cNvSpPr/>
                <p:nvPr/>
              </p:nvSpPr>
              <p:spPr>
                <a:xfrm>
                  <a:off x="2532" y="2212"/>
                  <a:ext cx="57" cy="10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1" h="96" stroke="true" fill="norm" extrusionOk="true">
                      <a:moveTo>
                        <a:pt x="41" y="82"/>
                      </a:moveTo>
                      <a:lnTo>
                        <a:pt x="40" y="61"/>
                      </a:lnTo>
                      <a:lnTo>
                        <a:pt x="32" y="55"/>
                      </a:lnTo>
                      <a:lnTo>
                        <a:pt x="38" y="48"/>
                      </a:lnTo>
                      <a:lnTo>
                        <a:pt x="44" y="21"/>
                      </a:lnTo>
                      <a:lnTo>
                        <a:pt x="47" y="15"/>
                      </a:lnTo>
                      <a:lnTo>
                        <a:pt x="50" y="10"/>
                      </a:lnTo>
                      <a:lnTo>
                        <a:pt x="46" y="5"/>
                      </a:lnTo>
                      <a:lnTo>
                        <a:pt x="36" y="9"/>
                      </a:lnTo>
                      <a:lnTo>
                        <a:pt x="23" y="10"/>
                      </a:lnTo>
                      <a:lnTo>
                        <a:pt x="19" y="0"/>
                      </a:lnTo>
                      <a:lnTo>
                        <a:pt x="14" y="13"/>
                      </a:lnTo>
                      <a:lnTo>
                        <a:pt x="14" y="28"/>
                      </a:lnTo>
                      <a:lnTo>
                        <a:pt x="16" y="34"/>
                      </a:lnTo>
                      <a:lnTo>
                        <a:pt x="10" y="44"/>
                      </a:lnTo>
                      <a:lnTo>
                        <a:pt x="1" y="50"/>
                      </a:lnTo>
                      <a:lnTo>
                        <a:pt x="0" y="66"/>
                      </a:lnTo>
                      <a:lnTo>
                        <a:pt x="10" y="70"/>
                      </a:lnTo>
                      <a:lnTo>
                        <a:pt x="11" y="80"/>
                      </a:lnTo>
                      <a:lnTo>
                        <a:pt x="12" y="91"/>
                      </a:lnTo>
                      <a:lnTo>
                        <a:pt x="23" y="95"/>
                      </a:lnTo>
                      <a:lnTo>
                        <a:pt x="34" y="95"/>
                      </a:lnTo>
                      <a:lnTo>
                        <a:pt x="41" y="8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0" id="230"/>
                <p:cNvSpPr/>
                <p:nvPr/>
              </p:nvSpPr>
              <p:spPr>
                <a:xfrm>
                  <a:off x="2822" y="2199"/>
                  <a:ext cx="18" cy="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27" stroke="true" fill="norm" extrusionOk="true">
                      <a:moveTo>
                        <a:pt x="14" y="0"/>
                      </a:moveTo>
                      <a:lnTo>
                        <a:pt x="9" y="4"/>
                      </a:lnTo>
                      <a:lnTo>
                        <a:pt x="0" y="10"/>
                      </a:lnTo>
                      <a:lnTo>
                        <a:pt x="3" y="20"/>
                      </a:lnTo>
                      <a:lnTo>
                        <a:pt x="10" y="26"/>
                      </a:lnTo>
                      <a:lnTo>
                        <a:pt x="14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1" id="231"/>
                <p:cNvSpPr/>
                <p:nvPr/>
              </p:nvSpPr>
              <p:spPr>
                <a:xfrm>
                  <a:off x="2817" y="2239"/>
                  <a:ext cx="23" cy="3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" h="35" stroke="true" fill="norm" extrusionOk="true">
                      <a:moveTo>
                        <a:pt x="2" y="3"/>
                      </a:moveTo>
                      <a:lnTo>
                        <a:pt x="5" y="3"/>
                      </a:lnTo>
                      <a:lnTo>
                        <a:pt x="12" y="1"/>
                      </a:lnTo>
                      <a:lnTo>
                        <a:pt x="16" y="0"/>
                      </a:lnTo>
                      <a:lnTo>
                        <a:pt x="18" y="5"/>
                      </a:lnTo>
                      <a:lnTo>
                        <a:pt x="19" y="13"/>
                      </a:lnTo>
                      <a:lnTo>
                        <a:pt x="18" y="20"/>
                      </a:lnTo>
                      <a:lnTo>
                        <a:pt x="16" y="31"/>
                      </a:lnTo>
                      <a:lnTo>
                        <a:pt x="9" y="34"/>
                      </a:lnTo>
                      <a:lnTo>
                        <a:pt x="3" y="31"/>
                      </a:lnTo>
                      <a:lnTo>
                        <a:pt x="3" y="23"/>
                      </a:lnTo>
                      <a:lnTo>
                        <a:pt x="3" y="14"/>
                      </a:lnTo>
                      <a:lnTo>
                        <a:pt x="0" y="8"/>
                      </a:lnTo>
                      <a:lnTo>
                        <a:pt x="2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2" id="232"/>
                <p:cNvSpPr/>
                <p:nvPr/>
              </p:nvSpPr>
              <p:spPr>
                <a:xfrm>
                  <a:off x="2992" y="2221"/>
                  <a:ext cx="87" cy="8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6" h="80" stroke="true" fill="norm" extrusionOk="true">
                      <a:moveTo>
                        <a:pt x="34" y="58"/>
                      </a:moveTo>
                      <a:lnTo>
                        <a:pt x="16" y="54"/>
                      </a:lnTo>
                      <a:lnTo>
                        <a:pt x="14" y="45"/>
                      </a:lnTo>
                      <a:lnTo>
                        <a:pt x="1" y="32"/>
                      </a:lnTo>
                      <a:lnTo>
                        <a:pt x="0" y="21"/>
                      </a:lnTo>
                      <a:lnTo>
                        <a:pt x="13" y="10"/>
                      </a:lnTo>
                      <a:lnTo>
                        <a:pt x="24" y="14"/>
                      </a:lnTo>
                      <a:lnTo>
                        <a:pt x="38" y="3"/>
                      </a:lnTo>
                      <a:lnTo>
                        <a:pt x="45" y="3"/>
                      </a:lnTo>
                      <a:lnTo>
                        <a:pt x="58" y="7"/>
                      </a:lnTo>
                      <a:lnTo>
                        <a:pt x="67" y="0"/>
                      </a:lnTo>
                      <a:lnTo>
                        <a:pt x="75" y="0"/>
                      </a:lnTo>
                      <a:lnTo>
                        <a:pt x="75" y="13"/>
                      </a:lnTo>
                      <a:lnTo>
                        <a:pt x="66" y="14"/>
                      </a:lnTo>
                      <a:lnTo>
                        <a:pt x="61" y="19"/>
                      </a:lnTo>
                      <a:lnTo>
                        <a:pt x="56" y="24"/>
                      </a:lnTo>
                      <a:lnTo>
                        <a:pt x="60" y="31"/>
                      </a:lnTo>
                      <a:lnTo>
                        <a:pt x="49" y="33"/>
                      </a:lnTo>
                      <a:lnTo>
                        <a:pt x="45" y="30"/>
                      </a:lnTo>
                      <a:lnTo>
                        <a:pt x="40" y="31"/>
                      </a:lnTo>
                      <a:lnTo>
                        <a:pt x="45" y="37"/>
                      </a:lnTo>
                      <a:lnTo>
                        <a:pt x="38" y="45"/>
                      </a:lnTo>
                      <a:lnTo>
                        <a:pt x="48" y="49"/>
                      </a:lnTo>
                      <a:lnTo>
                        <a:pt x="61" y="58"/>
                      </a:lnTo>
                      <a:lnTo>
                        <a:pt x="64" y="65"/>
                      </a:lnTo>
                      <a:lnTo>
                        <a:pt x="59" y="64"/>
                      </a:lnTo>
                      <a:lnTo>
                        <a:pt x="45" y="69"/>
                      </a:lnTo>
                      <a:lnTo>
                        <a:pt x="50" y="77"/>
                      </a:lnTo>
                      <a:lnTo>
                        <a:pt x="26" y="79"/>
                      </a:lnTo>
                      <a:lnTo>
                        <a:pt x="26" y="69"/>
                      </a:lnTo>
                      <a:lnTo>
                        <a:pt x="16" y="65"/>
                      </a:lnTo>
                      <a:lnTo>
                        <a:pt x="26" y="61"/>
                      </a:lnTo>
                      <a:lnTo>
                        <a:pt x="32" y="60"/>
                      </a:lnTo>
                      <a:lnTo>
                        <a:pt x="34" y="5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3" id="233"/>
                <p:cNvSpPr/>
                <p:nvPr/>
              </p:nvSpPr>
              <p:spPr>
                <a:xfrm>
                  <a:off x="2773" y="1929"/>
                  <a:ext cx="134" cy="17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0" h="152" stroke="true" fill="norm" extrusionOk="true">
                      <a:moveTo>
                        <a:pt x="119" y="73"/>
                      </a:moveTo>
                      <a:lnTo>
                        <a:pt x="79" y="90"/>
                      </a:lnTo>
                      <a:lnTo>
                        <a:pt x="119" y="73"/>
                      </a:lnTo>
                      <a:lnTo>
                        <a:pt x="110" y="47"/>
                      </a:lnTo>
                      <a:lnTo>
                        <a:pt x="113" y="18"/>
                      </a:lnTo>
                      <a:lnTo>
                        <a:pt x="108" y="14"/>
                      </a:lnTo>
                      <a:lnTo>
                        <a:pt x="73" y="20"/>
                      </a:lnTo>
                      <a:lnTo>
                        <a:pt x="66" y="12"/>
                      </a:lnTo>
                      <a:lnTo>
                        <a:pt x="60" y="0"/>
                      </a:lnTo>
                      <a:lnTo>
                        <a:pt x="43" y="4"/>
                      </a:lnTo>
                      <a:lnTo>
                        <a:pt x="43" y="19"/>
                      </a:lnTo>
                      <a:lnTo>
                        <a:pt x="43" y="25"/>
                      </a:lnTo>
                      <a:lnTo>
                        <a:pt x="38" y="25"/>
                      </a:lnTo>
                      <a:lnTo>
                        <a:pt x="21" y="31"/>
                      </a:lnTo>
                      <a:lnTo>
                        <a:pt x="21" y="46"/>
                      </a:lnTo>
                      <a:lnTo>
                        <a:pt x="13" y="60"/>
                      </a:lnTo>
                      <a:lnTo>
                        <a:pt x="3" y="67"/>
                      </a:lnTo>
                      <a:lnTo>
                        <a:pt x="0" y="84"/>
                      </a:lnTo>
                      <a:lnTo>
                        <a:pt x="9" y="88"/>
                      </a:lnTo>
                      <a:lnTo>
                        <a:pt x="8" y="98"/>
                      </a:lnTo>
                      <a:lnTo>
                        <a:pt x="18" y="105"/>
                      </a:lnTo>
                      <a:lnTo>
                        <a:pt x="31" y="116"/>
                      </a:lnTo>
                      <a:lnTo>
                        <a:pt x="25" y="124"/>
                      </a:lnTo>
                      <a:lnTo>
                        <a:pt x="28" y="146"/>
                      </a:lnTo>
                      <a:lnTo>
                        <a:pt x="36" y="147"/>
                      </a:lnTo>
                      <a:lnTo>
                        <a:pt x="46" y="144"/>
                      </a:lnTo>
                      <a:lnTo>
                        <a:pt x="54" y="149"/>
                      </a:lnTo>
                      <a:lnTo>
                        <a:pt x="60" y="150"/>
                      </a:lnTo>
                      <a:lnTo>
                        <a:pt x="65" y="151"/>
                      </a:lnTo>
                      <a:lnTo>
                        <a:pt x="83" y="143"/>
                      </a:lnTo>
                      <a:lnTo>
                        <a:pt x="97" y="136"/>
                      </a:lnTo>
                      <a:lnTo>
                        <a:pt x="101" y="131"/>
                      </a:lnTo>
                      <a:lnTo>
                        <a:pt x="102" y="115"/>
                      </a:lnTo>
                      <a:lnTo>
                        <a:pt x="79" y="90"/>
                      </a:lnTo>
                      <a:lnTo>
                        <a:pt x="119" y="7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4" id="234"/>
                <p:cNvSpPr/>
                <p:nvPr/>
              </p:nvSpPr>
              <p:spPr>
                <a:xfrm>
                  <a:off x="2896" y="1928"/>
                  <a:ext cx="148" cy="1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2" h="105" stroke="true" fill="norm" extrusionOk="true">
                      <a:moveTo>
                        <a:pt x="9" y="74"/>
                      </a:moveTo>
                      <a:lnTo>
                        <a:pt x="0" y="48"/>
                      </a:lnTo>
                      <a:lnTo>
                        <a:pt x="3" y="19"/>
                      </a:lnTo>
                      <a:lnTo>
                        <a:pt x="43" y="0"/>
                      </a:lnTo>
                      <a:lnTo>
                        <a:pt x="57" y="7"/>
                      </a:lnTo>
                      <a:lnTo>
                        <a:pt x="77" y="3"/>
                      </a:lnTo>
                      <a:lnTo>
                        <a:pt x="101" y="13"/>
                      </a:lnTo>
                      <a:lnTo>
                        <a:pt x="120" y="30"/>
                      </a:lnTo>
                      <a:lnTo>
                        <a:pt x="120" y="50"/>
                      </a:lnTo>
                      <a:lnTo>
                        <a:pt x="129" y="50"/>
                      </a:lnTo>
                      <a:lnTo>
                        <a:pt x="130" y="66"/>
                      </a:lnTo>
                      <a:lnTo>
                        <a:pt x="131" y="93"/>
                      </a:lnTo>
                      <a:lnTo>
                        <a:pt x="120" y="101"/>
                      </a:lnTo>
                      <a:lnTo>
                        <a:pt x="96" y="103"/>
                      </a:lnTo>
                      <a:lnTo>
                        <a:pt x="73" y="104"/>
                      </a:lnTo>
                      <a:lnTo>
                        <a:pt x="57" y="95"/>
                      </a:lnTo>
                      <a:lnTo>
                        <a:pt x="23" y="84"/>
                      </a:lnTo>
                      <a:lnTo>
                        <a:pt x="9" y="7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5" id="235"/>
                <p:cNvSpPr/>
                <p:nvPr/>
              </p:nvSpPr>
              <p:spPr>
                <a:xfrm>
                  <a:off x="2856" y="1579"/>
                  <a:ext cx="171" cy="33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3" h="301" stroke="true" fill="norm" extrusionOk="true">
                      <a:moveTo>
                        <a:pt x="0" y="234"/>
                      </a:moveTo>
                      <a:lnTo>
                        <a:pt x="5" y="225"/>
                      </a:lnTo>
                      <a:lnTo>
                        <a:pt x="9" y="206"/>
                      </a:lnTo>
                      <a:lnTo>
                        <a:pt x="24" y="199"/>
                      </a:lnTo>
                      <a:lnTo>
                        <a:pt x="20" y="182"/>
                      </a:lnTo>
                      <a:lnTo>
                        <a:pt x="13" y="166"/>
                      </a:lnTo>
                      <a:lnTo>
                        <a:pt x="9" y="150"/>
                      </a:lnTo>
                      <a:lnTo>
                        <a:pt x="6" y="123"/>
                      </a:lnTo>
                      <a:lnTo>
                        <a:pt x="9" y="113"/>
                      </a:lnTo>
                      <a:lnTo>
                        <a:pt x="24" y="116"/>
                      </a:lnTo>
                      <a:lnTo>
                        <a:pt x="31" y="111"/>
                      </a:lnTo>
                      <a:lnTo>
                        <a:pt x="21" y="104"/>
                      </a:lnTo>
                      <a:lnTo>
                        <a:pt x="28" y="90"/>
                      </a:lnTo>
                      <a:lnTo>
                        <a:pt x="31" y="72"/>
                      </a:lnTo>
                      <a:lnTo>
                        <a:pt x="37" y="68"/>
                      </a:lnTo>
                      <a:lnTo>
                        <a:pt x="42" y="57"/>
                      </a:lnTo>
                      <a:lnTo>
                        <a:pt x="51" y="57"/>
                      </a:lnTo>
                      <a:lnTo>
                        <a:pt x="53" y="43"/>
                      </a:lnTo>
                      <a:lnTo>
                        <a:pt x="61" y="39"/>
                      </a:lnTo>
                      <a:lnTo>
                        <a:pt x="63" y="26"/>
                      </a:lnTo>
                      <a:lnTo>
                        <a:pt x="71" y="29"/>
                      </a:lnTo>
                      <a:lnTo>
                        <a:pt x="79" y="25"/>
                      </a:lnTo>
                      <a:lnTo>
                        <a:pt x="87" y="17"/>
                      </a:lnTo>
                      <a:lnTo>
                        <a:pt x="97" y="17"/>
                      </a:lnTo>
                      <a:lnTo>
                        <a:pt x="110" y="17"/>
                      </a:lnTo>
                      <a:lnTo>
                        <a:pt x="118" y="8"/>
                      </a:lnTo>
                      <a:lnTo>
                        <a:pt x="127" y="0"/>
                      </a:lnTo>
                      <a:lnTo>
                        <a:pt x="138" y="13"/>
                      </a:lnTo>
                      <a:lnTo>
                        <a:pt x="149" y="23"/>
                      </a:lnTo>
                      <a:lnTo>
                        <a:pt x="150" y="32"/>
                      </a:lnTo>
                      <a:lnTo>
                        <a:pt x="152" y="63"/>
                      </a:lnTo>
                      <a:lnTo>
                        <a:pt x="142" y="70"/>
                      </a:lnTo>
                      <a:lnTo>
                        <a:pt x="131" y="79"/>
                      </a:lnTo>
                      <a:lnTo>
                        <a:pt x="127" y="96"/>
                      </a:lnTo>
                      <a:lnTo>
                        <a:pt x="127" y="107"/>
                      </a:lnTo>
                      <a:lnTo>
                        <a:pt x="112" y="117"/>
                      </a:lnTo>
                      <a:lnTo>
                        <a:pt x="104" y="128"/>
                      </a:lnTo>
                      <a:lnTo>
                        <a:pt x="84" y="132"/>
                      </a:lnTo>
                      <a:lnTo>
                        <a:pt x="76" y="148"/>
                      </a:lnTo>
                      <a:lnTo>
                        <a:pt x="76" y="176"/>
                      </a:lnTo>
                      <a:lnTo>
                        <a:pt x="87" y="189"/>
                      </a:lnTo>
                      <a:lnTo>
                        <a:pt x="93" y="200"/>
                      </a:lnTo>
                      <a:lnTo>
                        <a:pt x="69" y="211"/>
                      </a:lnTo>
                      <a:lnTo>
                        <a:pt x="80" y="211"/>
                      </a:lnTo>
                      <a:lnTo>
                        <a:pt x="87" y="217"/>
                      </a:lnTo>
                      <a:lnTo>
                        <a:pt x="90" y="228"/>
                      </a:lnTo>
                      <a:lnTo>
                        <a:pt x="82" y="234"/>
                      </a:lnTo>
                      <a:lnTo>
                        <a:pt x="71" y="245"/>
                      </a:lnTo>
                      <a:lnTo>
                        <a:pt x="71" y="265"/>
                      </a:lnTo>
                      <a:lnTo>
                        <a:pt x="60" y="272"/>
                      </a:lnTo>
                      <a:lnTo>
                        <a:pt x="57" y="283"/>
                      </a:lnTo>
                      <a:lnTo>
                        <a:pt x="45" y="290"/>
                      </a:lnTo>
                      <a:lnTo>
                        <a:pt x="39" y="300"/>
                      </a:lnTo>
                      <a:lnTo>
                        <a:pt x="23" y="294"/>
                      </a:lnTo>
                      <a:lnTo>
                        <a:pt x="24" y="275"/>
                      </a:lnTo>
                      <a:lnTo>
                        <a:pt x="15" y="272"/>
                      </a:lnTo>
                      <a:lnTo>
                        <a:pt x="13" y="261"/>
                      </a:lnTo>
                      <a:lnTo>
                        <a:pt x="6" y="247"/>
                      </a:lnTo>
                      <a:lnTo>
                        <a:pt x="0" y="23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6" id="236"/>
                <p:cNvSpPr/>
                <p:nvPr/>
              </p:nvSpPr>
              <p:spPr>
                <a:xfrm>
                  <a:off x="2991" y="2087"/>
                  <a:ext cx="132" cy="9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8" h="85" stroke="true" fill="norm" extrusionOk="true">
                      <a:moveTo>
                        <a:pt x="42" y="68"/>
                      </a:moveTo>
                      <a:lnTo>
                        <a:pt x="33" y="61"/>
                      </a:lnTo>
                      <a:lnTo>
                        <a:pt x="20" y="53"/>
                      </a:lnTo>
                      <a:lnTo>
                        <a:pt x="4" y="45"/>
                      </a:lnTo>
                      <a:lnTo>
                        <a:pt x="0" y="31"/>
                      </a:lnTo>
                      <a:lnTo>
                        <a:pt x="14" y="27"/>
                      </a:lnTo>
                      <a:lnTo>
                        <a:pt x="25" y="10"/>
                      </a:lnTo>
                      <a:lnTo>
                        <a:pt x="31" y="1"/>
                      </a:lnTo>
                      <a:lnTo>
                        <a:pt x="51" y="0"/>
                      </a:lnTo>
                      <a:lnTo>
                        <a:pt x="59" y="6"/>
                      </a:lnTo>
                      <a:lnTo>
                        <a:pt x="80" y="8"/>
                      </a:lnTo>
                      <a:lnTo>
                        <a:pt x="88" y="4"/>
                      </a:lnTo>
                      <a:lnTo>
                        <a:pt x="108" y="24"/>
                      </a:lnTo>
                      <a:lnTo>
                        <a:pt x="109" y="41"/>
                      </a:lnTo>
                      <a:lnTo>
                        <a:pt x="117" y="59"/>
                      </a:lnTo>
                      <a:lnTo>
                        <a:pt x="115" y="69"/>
                      </a:lnTo>
                      <a:lnTo>
                        <a:pt x="104" y="79"/>
                      </a:lnTo>
                      <a:lnTo>
                        <a:pt x="91" y="81"/>
                      </a:lnTo>
                      <a:lnTo>
                        <a:pt x="70" y="84"/>
                      </a:lnTo>
                      <a:lnTo>
                        <a:pt x="66" y="71"/>
                      </a:lnTo>
                      <a:lnTo>
                        <a:pt x="50" y="65"/>
                      </a:lnTo>
                      <a:lnTo>
                        <a:pt x="46" y="71"/>
                      </a:lnTo>
                      <a:lnTo>
                        <a:pt x="42" y="6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7" id="237"/>
                <p:cNvSpPr/>
                <p:nvPr/>
              </p:nvSpPr>
              <p:spPr>
                <a:xfrm>
                  <a:off x="3094" y="2208"/>
                  <a:ext cx="296" cy="1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65" h="118" stroke="true" fill="norm" extrusionOk="true">
                      <a:moveTo>
                        <a:pt x="134" y="111"/>
                      </a:moveTo>
                      <a:lnTo>
                        <a:pt x="146" y="108"/>
                      </a:lnTo>
                      <a:lnTo>
                        <a:pt x="168" y="106"/>
                      </a:lnTo>
                      <a:lnTo>
                        <a:pt x="184" y="106"/>
                      </a:lnTo>
                      <a:lnTo>
                        <a:pt x="204" y="102"/>
                      </a:lnTo>
                      <a:lnTo>
                        <a:pt x="209" y="117"/>
                      </a:lnTo>
                      <a:lnTo>
                        <a:pt x="218" y="108"/>
                      </a:lnTo>
                      <a:lnTo>
                        <a:pt x="227" y="99"/>
                      </a:lnTo>
                      <a:lnTo>
                        <a:pt x="241" y="96"/>
                      </a:lnTo>
                      <a:lnTo>
                        <a:pt x="247" y="106"/>
                      </a:lnTo>
                      <a:lnTo>
                        <a:pt x="264" y="107"/>
                      </a:lnTo>
                      <a:lnTo>
                        <a:pt x="261" y="88"/>
                      </a:lnTo>
                      <a:lnTo>
                        <a:pt x="253" y="69"/>
                      </a:lnTo>
                      <a:lnTo>
                        <a:pt x="247" y="50"/>
                      </a:lnTo>
                      <a:lnTo>
                        <a:pt x="252" y="44"/>
                      </a:lnTo>
                      <a:lnTo>
                        <a:pt x="241" y="32"/>
                      </a:lnTo>
                      <a:lnTo>
                        <a:pt x="228" y="12"/>
                      </a:lnTo>
                      <a:lnTo>
                        <a:pt x="210" y="14"/>
                      </a:lnTo>
                      <a:lnTo>
                        <a:pt x="202" y="23"/>
                      </a:lnTo>
                      <a:lnTo>
                        <a:pt x="173" y="25"/>
                      </a:lnTo>
                      <a:lnTo>
                        <a:pt x="161" y="26"/>
                      </a:lnTo>
                      <a:lnTo>
                        <a:pt x="146" y="19"/>
                      </a:lnTo>
                      <a:lnTo>
                        <a:pt x="135" y="19"/>
                      </a:lnTo>
                      <a:lnTo>
                        <a:pt x="125" y="7"/>
                      </a:lnTo>
                      <a:lnTo>
                        <a:pt x="112" y="0"/>
                      </a:lnTo>
                      <a:lnTo>
                        <a:pt x="98" y="7"/>
                      </a:lnTo>
                      <a:lnTo>
                        <a:pt x="78" y="9"/>
                      </a:lnTo>
                      <a:lnTo>
                        <a:pt x="64" y="14"/>
                      </a:lnTo>
                      <a:lnTo>
                        <a:pt x="45" y="15"/>
                      </a:lnTo>
                      <a:lnTo>
                        <a:pt x="34" y="15"/>
                      </a:lnTo>
                      <a:lnTo>
                        <a:pt x="19" y="21"/>
                      </a:lnTo>
                      <a:lnTo>
                        <a:pt x="29" y="26"/>
                      </a:lnTo>
                      <a:lnTo>
                        <a:pt x="18" y="32"/>
                      </a:lnTo>
                      <a:lnTo>
                        <a:pt x="14" y="39"/>
                      </a:lnTo>
                      <a:lnTo>
                        <a:pt x="5" y="48"/>
                      </a:lnTo>
                      <a:lnTo>
                        <a:pt x="3" y="56"/>
                      </a:lnTo>
                      <a:lnTo>
                        <a:pt x="0" y="63"/>
                      </a:lnTo>
                      <a:lnTo>
                        <a:pt x="7" y="65"/>
                      </a:lnTo>
                      <a:lnTo>
                        <a:pt x="6" y="74"/>
                      </a:lnTo>
                      <a:lnTo>
                        <a:pt x="11" y="78"/>
                      </a:lnTo>
                      <a:lnTo>
                        <a:pt x="11" y="88"/>
                      </a:lnTo>
                      <a:lnTo>
                        <a:pt x="16" y="95"/>
                      </a:lnTo>
                      <a:lnTo>
                        <a:pt x="22" y="94"/>
                      </a:lnTo>
                      <a:lnTo>
                        <a:pt x="24" y="101"/>
                      </a:lnTo>
                      <a:lnTo>
                        <a:pt x="36" y="105"/>
                      </a:lnTo>
                      <a:lnTo>
                        <a:pt x="44" y="114"/>
                      </a:lnTo>
                      <a:lnTo>
                        <a:pt x="54" y="111"/>
                      </a:lnTo>
                      <a:lnTo>
                        <a:pt x="60" y="107"/>
                      </a:lnTo>
                      <a:lnTo>
                        <a:pt x="68" y="100"/>
                      </a:lnTo>
                      <a:lnTo>
                        <a:pt x="84" y="111"/>
                      </a:lnTo>
                      <a:lnTo>
                        <a:pt x="102" y="113"/>
                      </a:lnTo>
                      <a:lnTo>
                        <a:pt x="121" y="110"/>
                      </a:lnTo>
                      <a:lnTo>
                        <a:pt x="129" y="110"/>
                      </a:lnTo>
                      <a:lnTo>
                        <a:pt x="134" y="11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8" id="238"/>
                <p:cNvSpPr/>
                <p:nvPr/>
              </p:nvSpPr>
              <p:spPr>
                <a:xfrm>
                  <a:off x="2885" y="2116"/>
                  <a:ext cx="154" cy="1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" h="109" stroke="true" fill="norm" extrusionOk="true">
                      <a:moveTo>
                        <a:pt x="12" y="18"/>
                      </a:moveTo>
                      <a:lnTo>
                        <a:pt x="3" y="12"/>
                      </a:lnTo>
                      <a:lnTo>
                        <a:pt x="0" y="0"/>
                      </a:lnTo>
                      <a:lnTo>
                        <a:pt x="24" y="6"/>
                      </a:lnTo>
                      <a:lnTo>
                        <a:pt x="37" y="0"/>
                      </a:lnTo>
                      <a:lnTo>
                        <a:pt x="43" y="2"/>
                      </a:lnTo>
                      <a:lnTo>
                        <a:pt x="58" y="10"/>
                      </a:lnTo>
                      <a:lnTo>
                        <a:pt x="75" y="14"/>
                      </a:lnTo>
                      <a:lnTo>
                        <a:pt x="84" y="6"/>
                      </a:lnTo>
                      <a:lnTo>
                        <a:pt x="95" y="7"/>
                      </a:lnTo>
                      <a:lnTo>
                        <a:pt x="99" y="20"/>
                      </a:lnTo>
                      <a:lnTo>
                        <a:pt x="114" y="29"/>
                      </a:lnTo>
                      <a:lnTo>
                        <a:pt x="128" y="36"/>
                      </a:lnTo>
                      <a:lnTo>
                        <a:pt x="136" y="43"/>
                      </a:lnTo>
                      <a:lnTo>
                        <a:pt x="123" y="53"/>
                      </a:lnTo>
                      <a:lnTo>
                        <a:pt x="124" y="62"/>
                      </a:lnTo>
                      <a:lnTo>
                        <a:pt x="132" y="76"/>
                      </a:lnTo>
                      <a:lnTo>
                        <a:pt x="134" y="97"/>
                      </a:lnTo>
                      <a:lnTo>
                        <a:pt x="120" y="108"/>
                      </a:lnTo>
                      <a:lnTo>
                        <a:pt x="109" y="105"/>
                      </a:lnTo>
                      <a:lnTo>
                        <a:pt x="106" y="90"/>
                      </a:lnTo>
                      <a:lnTo>
                        <a:pt x="98" y="77"/>
                      </a:lnTo>
                      <a:lnTo>
                        <a:pt x="90" y="80"/>
                      </a:lnTo>
                      <a:lnTo>
                        <a:pt x="92" y="91"/>
                      </a:lnTo>
                      <a:lnTo>
                        <a:pt x="79" y="88"/>
                      </a:lnTo>
                      <a:lnTo>
                        <a:pt x="68" y="80"/>
                      </a:lnTo>
                      <a:lnTo>
                        <a:pt x="58" y="68"/>
                      </a:lnTo>
                      <a:lnTo>
                        <a:pt x="49" y="62"/>
                      </a:lnTo>
                      <a:lnTo>
                        <a:pt x="34" y="56"/>
                      </a:lnTo>
                      <a:lnTo>
                        <a:pt x="34" y="46"/>
                      </a:lnTo>
                      <a:lnTo>
                        <a:pt x="21" y="38"/>
                      </a:lnTo>
                      <a:lnTo>
                        <a:pt x="17" y="21"/>
                      </a:lnTo>
                      <a:lnTo>
                        <a:pt x="12" y="1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9" id="239"/>
                <p:cNvSpPr/>
                <p:nvPr/>
              </p:nvSpPr>
              <p:spPr>
                <a:xfrm>
                  <a:off x="3025" y="1970"/>
                  <a:ext cx="259" cy="18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9" h="187" stroke="true" fill="norm" extrusionOk="true">
                      <a:moveTo>
                        <a:pt x="65" y="123"/>
                      </a:moveTo>
                      <a:lnTo>
                        <a:pt x="86" y="121"/>
                      </a:lnTo>
                      <a:lnTo>
                        <a:pt x="99" y="130"/>
                      </a:lnTo>
                      <a:lnTo>
                        <a:pt x="119" y="160"/>
                      </a:lnTo>
                      <a:lnTo>
                        <a:pt x="116" y="172"/>
                      </a:lnTo>
                      <a:lnTo>
                        <a:pt x="110" y="187"/>
                      </a:lnTo>
                      <a:lnTo>
                        <a:pt x="123" y="173"/>
                      </a:lnTo>
                      <a:lnTo>
                        <a:pt x="132" y="138"/>
                      </a:lnTo>
                      <a:lnTo>
                        <a:pt x="149" y="134"/>
                      </a:lnTo>
                      <a:lnTo>
                        <a:pt x="154" y="157"/>
                      </a:lnTo>
                      <a:lnTo>
                        <a:pt x="175" y="154"/>
                      </a:lnTo>
                      <a:lnTo>
                        <a:pt x="169" y="174"/>
                      </a:lnTo>
                      <a:lnTo>
                        <a:pt x="184" y="183"/>
                      </a:lnTo>
                      <a:lnTo>
                        <a:pt x="211" y="178"/>
                      </a:lnTo>
                      <a:lnTo>
                        <a:pt x="187" y="156"/>
                      </a:lnTo>
                      <a:lnTo>
                        <a:pt x="197" y="152"/>
                      </a:lnTo>
                      <a:lnTo>
                        <a:pt x="205" y="140"/>
                      </a:lnTo>
                      <a:lnTo>
                        <a:pt x="218" y="142"/>
                      </a:lnTo>
                      <a:lnTo>
                        <a:pt x="250" y="128"/>
                      </a:lnTo>
                      <a:lnTo>
                        <a:pt x="259" y="78"/>
                      </a:lnTo>
                      <a:lnTo>
                        <a:pt x="195" y="25"/>
                      </a:lnTo>
                      <a:lnTo>
                        <a:pt x="186" y="0"/>
                      </a:lnTo>
                      <a:lnTo>
                        <a:pt x="143" y="3"/>
                      </a:lnTo>
                      <a:lnTo>
                        <a:pt x="132" y="21"/>
                      </a:lnTo>
                      <a:lnTo>
                        <a:pt x="17" y="34"/>
                      </a:lnTo>
                      <a:lnTo>
                        <a:pt x="18" y="63"/>
                      </a:lnTo>
                      <a:lnTo>
                        <a:pt x="6" y="73"/>
                      </a:lnTo>
                      <a:lnTo>
                        <a:pt x="0" y="120"/>
                      </a:lnTo>
                      <a:lnTo>
                        <a:pt x="23" y="119"/>
                      </a:lnTo>
                      <a:lnTo>
                        <a:pt x="32" y="125"/>
                      </a:lnTo>
                      <a:lnTo>
                        <a:pt x="55" y="126"/>
                      </a:lnTo>
                      <a:lnTo>
                        <a:pt x="65" y="12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0" id="240"/>
                <p:cNvSpPr/>
                <p:nvPr/>
              </p:nvSpPr>
              <p:spPr>
                <a:xfrm>
                  <a:off x="3031" y="1867"/>
                  <a:ext cx="151" cy="13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6" h="122" stroke="true" fill="norm" extrusionOk="true">
                      <a:moveTo>
                        <a:pt x="11" y="121"/>
                      </a:moveTo>
                      <a:lnTo>
                        <a:pt x="112" y="110"/>
                      </a:lnTo>
                      <a:lnTo>
                        <a:pt x="122" y="94"/>
                      </a:lnTo>
                      <a:lnTo>
                        <a:pt x="129" y="74"/>
                      </a:lnTo>
                      <a:lnTo>
                        <a:pt x="135" y="67"/>
                      </a:lnTo>
                      <a:lnTo>
                        <a:pt x="132" y="15"/>
                      </a:lnTo>
                      <a:lnTo>
                        <a:pt x="93" y="0"/>
                      </a:lnTo>
                      <a:lnTo>
                        <a:pt x="82" y="8"/>
                      </a:lnTo>
                      <a:lnTo>
                        <a:pt x="68" y="3"/>
                      </a:lnTo>
                      <a:lnTo>
                        <a:pt x="62" y="22"/>
                      </a:lnTo>
                      <a:lnTo>
                        <a:pt x="58" y="19"/>
                      </a:lnTo>
                      <a:lnTo>
                        <a:pt x="49" y="38"/>
                      </a:lnTo>
                      <a:lnTo>
                        <a:pt x="56" y="49"/>
                      </a:lnTo>
                      <a:lnTo>
                        <a:pt x="36" y="56"/>
                      </a:lnTo>
                      <a:lnTo>
                        <a:pt x="33" y="68"/>
                      </a:lnTo>
                      <a:lnTo>
                        <a:pt x="15" y="66"/>
                      </a:lnTo>
                      <a:lnTo>
                        <a:pt x="0" y="72"/>
                      </a:lnTo>
                      <a:lnTo>
                        <a:pt x="1" y="85"/>
                      </a:lnTo>
                      <a:lnTo>
                        <a:pt x="1" y="105"/>
                      </a:lnTo>
                      <a:lnTo>
                        <a:pt x="10" y="105"/>
                      </a:lnTo>
                      <a:lnTo>
                        <a:pt x="11" y="12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1" id="241"/>
                <p:cNvSpPr/>
                <p:nvPr/>
              </p:nvSpPr>
              <p:spPr>
                <a:xfrm>
                  <a:off x="3053" y="2315"/>
                  <a:ext cx="39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6" h="14" stroke="true" fill="norm" extrusionOk="true">
                      <a:moveTo>
                        <a:pt x="17" y="13"/>
                      </a:moveTo>
                      <a:lnTo>
                        <a:pt x="15" y="13"/>
                      </a:lnTo>
                      <a:lnTo>
                        <a:pt x="13" y="13"/>
                      </a:lnTo>
                      <a:lnTo>
                        <a:pt x="12" y="13"/>
                      </a:lnTo>
                      <a:lnTo>
                        <a:pt x="10" y="11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9"/>
                      </a:lnTo>
                      <a:lnTo>
                        <a:pt x="3" y="9"/>
                      </a:lnTo>
                      <a:lnTo>
                        <a:pt x="2" y="9"/>
                      </a:lnTo>
                      <a:lnTo>
                        <a:pt x="2" y="7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7"/>
                      </a:lnTo>
                      <a:lnTo>
                        <a:pt x="2" y="7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6" y="5"/>
                      </a:lnTo>
                      <a:lnTo>
                        <a:pt x="8" y="5"/>
                      </a:lnTo>
                      <a:lnTo>
                        <a:pt x="11" y="5"/>
                      </a:lnTo>
                      <a:lnTo>
                        <a:pt x="13" y="5"/>
                      </a:lnTo>
                      <a:lnTo>
                        <a:pt x="15" y="5"/>
                      </a:lnTo>
                      <a:lnTo>
                        <a:pt x="17" y="5"/>
                      </a:lnTo>
                      <a:lnTo>
                        <a:pt x="18" y="5"/>
                      </a:lnTo>
                      <a:lnTo>
                        <a:pt x="19" y="3"/>
                      </a:lnTo>
                      <a:lnTo>
                        <a:pt x="21" y="3"/>
                      </a:lnTo>
                      <a:lnTo>
                        <a:pt x="23" y="2"/>
                      </a:lnTo>
                      <a:lnTo>
                        <a:pt x="24" y="2"/>
                      </a:lnTo>
                      <a:lnTo>
                        <a:pt x="26" y="2"/>
                      </a:lnTo>
                      <a:lnTo>
                        <a:pt x="27" y="1"/>
                      </a:lnTo>
                      <a:lnTo>
                        <a:pt x="28" y="1"/>
                      </a:lnTo>
                      <a:lnTo>
                        <a:pt x="29" y="1"/>
                      </a:lnTo>
                      <a:lnTo>
                        <a:pt x="30" y="0"/>
                      </a:lnTo>
                      <a:lnTo>
                        <a:pt x="30" y="1"/>
                      </a:lnTo>
                      <a:lnTo>
                        <a:pt x="31" y="1"/>
                      </a:lnTo>
                      <a:lnTo>
                        <a:pt x="32" y="2"/>
                      </a:lnTo>
                      <a:lnTo>
                        <a:pt x="33" y="2"/>
                      </a:lnTo>
                      <a:lnTo>
                        <a:pt x="33" y="3"/>
                      </a:lnTo>
                      <a:lnTo>
                        <a:pt x="33" y="5"/>
                      </a:lnTo>
                      <a:lnTo>
                        <a:pt x="34" y="6"/>
                      </a:lnTo>
                      <a:lnTo>
                        <a:pt x="34" y="7"/>
                      </a:lnTo>
                      <a:lnTo>
                        <a:pt x="34" y="9"/>
                      </a:lnTo>
                      <a:lnTo>
                        <a:pt x="35" y="9"/>
                      </a:lnTo>
                      <a:lnTo>
                        <a:pt x="34" y="9"/>
                      </a:lnTo>
                      <a:lnTo>
                        <a:pt x="33" y="10"/>
                      </a:lnTo>
                      <a:lnTo>
                        <a:pt x="33" y="11"/>
                      </a:lnTo>
                      <a:lnTo>
                        <a:pt x="32" y="11"/>
                      </a:lnTo>
                      <a:lnTo>
                        <a:pt x="30" y="11"/>
                      </a:lnTo>
                      <a:lnTo>
                        <a:pt x="28" y="13"/>
                      </a:lnTo>
                      <a:lnTo>
                        <a:pt x="27" y="13"/>
                      </a:lnTo>
                      <a:lnTo>
                        <a:pt x="25" y="13"/>
                      </a:lnTo>
                      <a:lnTo>
                        <a:pt x="23" y="13"/>
                      </a:lnTo>
                      <a:lnTo>
                        <a:pt x="21" y="13"/>
                      </a:lnTo>
                      <a:lnTo>
                        <a:pt x="19" y="13"/>
                      </a:lnTo>
                      <a:lnTo>
                        <a:pt x="17" y="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2" id="242"/>
                <p:cNvSpPr/>
                <p:nvPr/>
              </p:nvSpPr>
              <p:spPr>
                <a:xfrm>
                  <a:off x="2983" y="1866"/>
                  <a:ext cx="115" cy="9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5" h="97" stroke="true" fill="norm" extrusionOk="true">
                      <a:moveTo>
                        <a:pt x="22" y="23"/>
                      </a:moveTo>
                      <a:lnTo>
                        <a:pt x="15" y="42"/>
                      </a:lnTo>
                      <a:lnTo>
                        <a:pt x="0" y="67"/>
                      </a:lnTo>
                      <a:lnTo>
                        <a:pt x="27" y="78"/>
                      </a:lnTo>
                      <a:lnTo>
                        <a:pt x="48" y="97"/>
                      </a:lnTo>
                      <a:lnTo>
                        <a:pt x="47" y="81"/>
                      </a:lnTo>
                      <a:lnTo>
                        <a:pt x="68" y="75"/>
                      </a:lnTo>
                      <a:lnTo>
                        <a:pt x="88" y="75"/>
                      </a:lnTo>
                      <a:lnTo>
                        <a:pt x="89" y="60"/>
                      </a:lnTo>
                      <a:lnTo>
                        <a:pt x="113" y="57"/>
                      </a:lnTo>
                      <a:lnTo>
                        <a:pt x="104" y="44"/>
                      </a:lnTo>
                      <a:lnTo>
                        <a:pt x="113" y="21"/>
                      </a:lnTo>
                      <a:lnTo>
                        <a:pt x="115" y="12"/>
                      </a:lnTo>
                      <a:lnTo>
                        <a:pt x="83" y="0"/>
                      </a:lnTo>
                      <a:lnTo>
                        <a:pt x="50" y="20"/>
                      </a:lnTo>
                      <a:lnTo>
                        <a:pt x="31" y="2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3" id="243"/>
                <p:cNvSpPr/>
                <p:nvPr/>
              </p:nvSpPr>
              <p:spPr>
                <a:xfrm>
                  <a:off x="3091" y="1319"/>
                  <a:ext cx="2339" cy="87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85" h="783" stroke="true" fill="norm" extrusionOk="true">
                      <a:moveTo>
                        <a:pt x="304" y="721"/>
                      </a:moveTo>
                      <a:lnTo>
                        <a:pt x="316" y="709"/>
                      </a:lnTo>
                      <a:lnTo>
                        <a:pt x="322" y="683"/>
                      </a:lnTo>
                      <a:lnTo>
                        <a:pt x="336" y="668"/>
                      </a:lnTo>
                      <a:lnTo>
                        <a:pt x="334" y="649"/>
                      </a:lnTo>
                      <a:lnTo>
                        <a:pt x="317" y="639"/>
                      </a:lnTo>
                      <a:lnTo>
                        <a:pt x="310" y="622"/>
                      </a:lnTo>
                      <a:lnTo>
                        <a:pt x="354" y="571"/>
                      </a:lnTo>
                      <a:lnTo>
                        <a:pt x="370" y="589"/>
                      </a:lnTo>
                      <a:lnTo>
                        <a:pt x="376" y="576"/>
                      </a:lnTo>
                      <a:lnTo>
                        <a:pt x="395" y="571"/>
                      </a:lnTo>
                      <a:lnTo>
                        <a:pt x="411" y="575"/>
                      </a:lnTo>
                      <a:lnTo>
                        <a:pt x="440" y="576"/>
                      </a:lnTo>
                      <a:lnTo>
                        <a:pt x="475" y="599"/>
                      </a:lnTo>
                      <a:lnTo>
                        <a:pt x="474" y="608"/>
                      </a:lnTo>
                      <a:lnTo>
                        <a:pt x="487" y="613"/>
                      </a:lnTo>
                      <a:lnTo>
                        <a:pt x="506" y="612"/>
                      </a:lnTo>
                      <a:lnTo>
                        <a:pt x="532" y="626"/>
                      </a:lnTo>
                      <a:lnTo>
                        <a:pt x="546" y="631"/>
                      </a:lnTo>
                      <a:lnTo>
                        <a:pt x="553" y="623"/>
                      </a:lnTo>
                      <a:lnTo>
                        <a:pt x="546" y="605"/>
                      </a:lnTo>
                      <a:lnTo>
                        <a:pt x="562" y="596"/>
                      </a:lnTo>
                      <a:lnTo>
                        <a:pt x="579" y="589"/>
                      </a:lnTo>
                      <a:lnTo>
                        <a:pt x="575" y="567"/>
                      </a:lnTo>
                      <a:lnTo>
                        <a:pt x="585" y="566"/>
                      </a:lnTo>
                      <a:lnTo>
                        <a:pt x="604" y="571"/>
                      </a:lnTo>
                      <a:lnTo>
                        <a:pt x="640" y="574"/>
                      </a:lnTo>
                      <a:lnTo>
                        <a:pt x="661" y="569"/>
                      </a:lnTo>
                      <a:lnTo>
                        <a:pt x="689" y="564"/>
                      </a:lnTo>
                      <a:lnTo>
                        <a:pt x="701" y="575"/>
                      </a:lnTo>
                      <a:lnTo>
                        <a:pt x="703" y="587"/>
                      </a:lnTo>
                      <a:lnTo>
                        <a:pt x="718" y="589"/>
                      </a:lnTo>
                      <a:lnTo>
                        <a:pt x="741" y="580"/>
                      </a:lnTo>
                      <a:lnTo>
                        <a:pt x="759" y="580"/>
                      </a:lnTo>
                      <a:lnTo>
                        <a:pt x="781" y="621"/>
                      </a:lnTo>
                      <a:lnTo>
                        <a:pt x="796" y="622"/>
                      </a:lnTo>
                      <a:lnTo>
                        <a:pt x="803" y="633"/>
                      </a:lnTo>
                      <a:lnTo>
                        <a:pt x="826" y="642"/>
                      </a:lnTo>
                      <a:lnTo>
                        <a:pt x="840" y="677"/>
                      </a:lnTo>
                      <a:lnTo>
                        <a:pt x="848" y="670"/>
                      </a:lnTo>
                      <a:lnTo>
                        <a:pt x="867" y="665"/>
                      </a:lnTo>
                      <a:lnTo>
                        <a:pt x="910" y="661"/>
                      </a:lnTo>
                      <a:lnTo>
                        <a:pt x="914" y="667"/>
                      </a:lnTo>
                      <a:lnTo>
                        <a:pt x="930" y="670"/>
                      </a:lnTo>
                      <a:lnTo>
                        <a:pt x="936" y="676"/>
                      </a:lnTo>
                      <a:lnTo>
                        <a:pt x="965" y="673"/>
                      </a:lnTo>
                      <a:lnTo>
                        <a:pt x="958" y="656"/>
                      </a:lnTo>
                      <a:lnTo>
                        <a:pt x="953" y="648"/>
                      </a:lnTo>
                      <a:lnTo>
                        <a:pt x="965" y="647"/>
                      </a:lnTo>
                      <a:lnTo>
                        <a:pt x="965" y="623"/>
                      </a:lnTo>
                      <a:lnTo>
                        <a:pt x="965" y="596"/>
                      </a:lnTo>
                      <a:lnTo>
                        <a:pt x="992" y="607"/>
                      </a:lnTo>
                      <a:lnTo>
                        <a:pt x="1009" y="607"/>
                      </a:lnTo>
                      <a:lnTo>
                        <a:pt x="1022" y="621"/>
                      </a:lnTo>
                      <a:lnTo>
                        <a:pt x="1028" y="634"/>
                      </a:lnTo>
                      <a:lnTo>
                        <a:pt x="1049" y="634"/>
                      </a:lnTo>
                      <a:lnTo>
                        <a:pt x="1081" y="635"/>
                      </a:lnTo>
                      <a:lnTo>
                        <a:pt x="1098" y="645"/>
                      </a:lnTo>
                      <a:lnTo>
                        <a:pt x="1112" y="649"/>
                      </a:lnTo>
                      <a:lnTo>
                        <a:pt x="1115" y="661"/>
                      </a:lnTo>
                      <a:lnTo>
                        <a:pt x="1153" y="655"/>
                      </a:lnTo>
                      <a:lnTo>
                        <a:pt x="1159" y="645"/>
                      </a:lnTo>
                      <a:lnTo>
                        <a:pt x="1172" y="653"/>
                      </a:lnTo>
                      <a:lnTo>
                        <a:pt x="1189" y="638"/>
                      </a:lnTo>
                      <a:lnTo>
                        <a:pt x="1203" y="637"/>
                      </a:lnTo>
                      <a:lnTo>
                        <a:pt x="1215" y="644"/>
                      </a:lnTo>
                      <a:lnTo>
                        <a:pt x="1226" y="655"/>
                      </a:lnTo>
                      <a:lnTo>
                        <a:pt x="1246" y="655"/>
                      </a:lnTo>
                      <a:lnTo>
                        <a:pt x="1249" y="628"/>
                      </a:lnTo>
                      <a:lnTo>
                        <a:pt x="1260" y="618"/>
                      </a:lnTo>
                      <a:lnTo>
                        <a:pt x="1251" y="593"/>
                      </a:lnTo>
                      <a:lnTo>
                        <a:pt x="1259" y="578"/>
                      </a:lnTo>
                      <a:lnTo>
                        <a:pt x="1320" y="579"/>
                      </a:lnTo>
                      <a:lnTo>
                        <a:pt x="1334" y="595"/>
                      </a:lnTo>
                      <a:lnTo>
                        <a:pt x="1348" y="607"/>
                      </a:lnTo>
                      <a:lnTo>
                        <a:pt x="1359" y="621"/>
                      </a:lnTo>
                      <a:lnTo>
                        <a:pt x="1362" y="638"/>
                      </a:lnTo>
                      <a:lnTo>
                        <a:pt x="1373" y="651"/>
                      </a:lnTo>
                      <a:lnTo>
                        <a:pt x="1398" y="656"/>
                      </a:lnTo>
                      <a:lnTo>
                        <a:pt x="1409" y="667"/>
                      </a:lnTo>
                      <a:lnTo>
                        <a:pt x="1421" y="675"/>
                      </a:lnTo>
                      <a:lnTo>
                        <a:pt x="1427" y="684"/>
                      </a:lnTo>
                      <a:lnTo>
                        <a:pt x="1442" y="685"/>
                      </a:lnTo>
                      <a:lnTo>
                        <a:pt x="1467" y="681"/>
                      </a:lnTo>
                      <a:lnTo>
                        <a:pt x="1472" y="688"/>
                      </a:lnTo>
                      <a:lnTo>
                        <a:pt x="1475" y="701"/>
                      </a:lnTo>
                      <a:lnTo>
                        <a:pt x="1464" y="708"/>
                      </a:lnTo>
                      <a:lnTo>
                        <a:pt x="1463" y="744"/>
                      </a:lnTo>
                      <a:lnTo>
                        <a:pt x="1449" y="742"/>
                      </a:lnTo>
                      <a:lnTo>
                        <a:pt x="1442" y="757"/>
                      </a:lnTo>
                      <a:lnTo>
                        <a:pt x="1442" y="773"/>
                      </a:lnTo>
                      <a:lnTo>
                        <a:pt x="1457" y="776"/>
                      </a:lnTo>
                      <a:lnTo>
                        <a:pt x="1475" y="782"/>
                      </a:lnTo>
                      <a:lnTo>
                        <a:pt x="1498" y="764"/>
                      </a:lnTo>
                      <a:lnTo>
                        <a:pt x="1516" y="735"/>
                      </a:lnTo>
                      <a:lnTo>
                        <a:pt x="1531" y="701"/>
                      </a:lnTo>
                      <a:lnTo>
                        <a:pt x="1544" y="667"/>
                      </a:lnTo>
                      <a:lnTo>
                        <a:pt x="1537" y="634"/>
                      </a:lnTo>
                      <a:lnTo>
                        <a:pt x="1542" y="624"/>
                      </a:lnTo>
                      <a:lnTo>
                        <a:pt x="1538" y="588"/>
                      </a:lnTo>
                      <a:lnTo>
                        <a:pt x="1523" y="566"/>
                      </a:lnTo>
                      <a:lnTo>
                        <a:pt x="1499" y="558"/>
                      </a:lnTo>
                      <a:lnTo>
                        <a:pt x="1492" y="572"/>
                      </a:lnTo>
                      <a:lnTo>
                        <a:pt x="1482" y="573"/>
                      </a:lnTo>
                      <a:lnTo>
                        <a:pt x="1480" y="560"/>
                      </a:lnTo>
                      <a:lnTo>
                        <a:pt x="1457" y="548"/>
                      </a:lnTo>
                      <a:lnTo>
                        <a:pt x="1453" y="537"/>
                      </a:lnTo>
                      <a:lnTo>
                        <a:pt x="1467" y="523"/>
                      </a:lnTo>
                      <a:lnTo>
                        <a:pt x="1483" y="497"/>
                      </a:lnTo>
                      <a:lnTo>
                        <a:pt x="1492" y="478"/>
                      </a:lnTo>
                      <a:lnTo>
                        <a:pt x="1503" y="461"/>
                      </a:lnTo>
                      <a:lnTo>
                        <a:pt x="1537" y="452"/>
                      </a:lnTo>
                      <a:lnTo>
                        <a:pt x="1564" y="450"/>
                      </a:lnTo>
                      <a:lnTo>
                        <a:pt x="1602" y="454"/>
                      </a:lnTo>
                      <a:lnTo>
                        <a:pt x="1610" y="439"/>
                      </a:lnTo>
                      <a:lnTo>
                        <a:pt x="1637" y="446"/>
                      </a:lnTo>
                      <a:lnTo>
                        <a:pt x="1637" y="455"/>
                      </a:lnTo>
                      <a:lnTo>
                        <a:pt x="1675" y="450"/>
                      </a:lnTo>
                      <a:lnTo>
                        <a:pt x="1677" y="432"/>
                      </a:lnTo>
                      <a:lnTo>
                        <a:pt x="1683" y="408"/>
                      </a:lnTo>
                      <a:lnTo>
                        <a:pt x="1691" y="394"/>
                      </a:lnTo>
                      <a:lnTo>
                        <a:pt x="1728" y="394"/>
                      </a:lnTo>
                      <a:lnTo>
                        <a:pt x="1741" y="410"/>
                      </a:lnTo>
                      <a:lnTo>
                        <a:pt x="1749" y="413"/>
                      </a:lnTo>
                      <a:lnTo>
                        <a:pt x="1762" y="391"/>
                      </a:lnTo>
                      <a:lnTo>
                        <a:pt x="1771" y="387"/>
                      </a:lnTo>
                      <a:lnTo>
                        <a:pt x="1781" y="405"/>
                      </a:lnTo>
                      <a:lnTo>
                        <a:pt x="1773" y="421"/>
                      </a:lnTo>
                      <a:lnTo>
                        <a:pt x="1753" y="437"/>
                      </a:lnTo>
                      <a:lnTo>
                        <a:pt x="1736" y="463"/>
                      </a:lnTo>
                      <a:lnTo>
                        <a:pt x="1720" y="483"/>
                      </a:lnTo>
                      <a:lnTo>
                        <a:pt x="1718" y="512"/>
                      </a:lnTo>
                      <a:lnTo>
                        <a:pt x="1722" y="543"/>
                      </a:lnTo>
                      <a:lnTo>
                        <a:pt x="1734" y="564"/>
                      </a:lnTo>
                      <a:lnTo>
                        <a:pt x="1741" y="589"/>
                      </a:lnTo>
                      <a:lnTo>
                        <a:pt x="1751" y="604"/>
                      </a:lnTo>
                      <a:lnTo>
                        <a:pt x="1763" y="612"/>
                      </a:lnTo>
                      <a:lnTo>
                        <a:pt x="1777" y="589"/>
                      </a:lnTo>
                      <a:lnTo>
                        <a:pt x="1791" y="561"/>
                      </a:lnTo>
                      <a:lnTo>
                        <a:pt x="1791" y="545"/>
                      </a:lnTo>
                      <a:lnTo>
                        <a:pt x="1805" y="545"/>
                      </a:lnTo>
                      <a:lnTo>
                        <a:pt x="1803" y="526"/>
                      </a:lnTo>
                      <a:lnTo>
                        <a:pt x="1805" y="511"/>
                      </a:lnTo>
                      <a:lnTo>
                        <a:pt x="1814" y="509"/>
                      </a:lnTo>
                      <a:lnTo>
                        <a:pt x="1808" y="498"/>
                      </a:lnTo>
                      <a:lnTo>
                        <a:pt x="1792" y="480"/>
                      </a:lnTo>
                      <a:lnTo>
                        <a:pt x="1790" y="480"/>
                      </a:lnTo>
                      <a:lnTo>
                        <a:pt x="1789" y="480"/>
                      </a:lnTo>
                      <a:lnTo>
                        <a:pt x="1788" y="480"/>
                      </a:lnTo>
                      <a:lnTo>
                        <a:pt x="1787" y="479"/>
                      </a:lnTo>
                      <a:lnTo>
                        <a:pt x="1786" y="478"/>
                      </a:lnTo>
                      <a:lnTo>
                        <a:pt x="1785" y="478"/>
                      </a:lnTo>
                      <a:lnTo>
                        <a:pt x="1785" y="477"/>
                      </a:lnTo>
                      <a:lnTo>
                        <a:pt x="1783" y="476"/>
                      </a:lnTo>
                      <a:lnTo>
                        <a:pt x="1783" y="475"/>
                      </a:lnTo>
                      <a:lnTo>
                        <a:pt x="1783" y="472"/>
                      </a:lnTo>
                      <a:lnTo>
                        <a:pt x="1783" y="469"/>
                      </a:lnTo>
                      <a:lnTo>
                        <a:pt x="1784" y="467"/>
                      </a:lnTo>
                      <a:lnTo>
                        <a:pt x="1784" y="465"/>
                      </a:lnTo>
                      <a:lnTo>
                        <a:pt x="1785" y="462"/>
                      </a:lnTo>
                      <a:lnTo>
                        <a:pt x="1785" y="460"/>
                      </a:lnTo>
                      <a:lnTo>
                        <a:pt x="1786" y="458"/>
                      </a:lnTo>
                      <a:lnTo>
                        <a:pt x="1787" y="455"/>
                      </a:lnTo>
                      <a:lnTo>
                        <a:pt x="1787" y="454"/>
                      </a:lnTo>
                      <a:lnTo>
                        <a:pt x="1787" y="452"/>
                      </a:lnTo>
                      <a:lnTo>
                        <a:pt x="1787" y="451"/>
                      </a:lnTo>
                      <a:lnTo>
                        <a:pt x="1788" y="450"/>
                      </a:lnTo>
                      <a:lnTo>
                        <a:pt x="1797" y="439"/>
                      </a:lnTo>
                      <a:lnTo>
                        <a:pt x="1820" y="428"/>
                      </a:lnTo>
                      <a:lnTo>
                        <a:pt x="1832" y="419"/>
                      </a:lnTo>
                      <a:lnTo>
                        <a:pt x="1851" y="416"/>
                      </a:lnTo>
                      <a:lnTo>
                        <a:pt x="1862" y="419"/>
                      </a:lnTo>
                      <a:lnTo>
                        <a:pt x="1872" y="432"/>
                      </a:lnTo>
                      <a:lnTo>
                        <a:pt x="1880" y="438"/>
                      </a:lnTo>
                      <a:lnTo>
                        <a:pt x="1887" y="412"/>
                      </a:lnTo>
                      <a:lnTo>
                        <a:pt x="1895" y="405"/>
                      </a:lnTo>
                      <a:lnTo>
                        <a:pt x="1898" y="391"/>
                      </a:lnTo>
                      <a:lnTo>
                        <a:pt x="1918" y="392"/>
                      </a:lnTo>
                      <a:lnTo>
                        <a:pt x="1937" y="378"/>
                      </a:lnTo>
                      <a:lnTo>
                        <a:pt x="1948" y="376"/>
                      </a:lnTo>
                      <a:lnTo>
                        <a:pt x="1969" y="384"/>
                      </a:lnTo>
                      <a:lnTo>
                        <a:pt x="1974" y="373"/>
                      </a:lnTo>
                      <a:lnTo>
                        <a:pt x="1955" y="349"/>
                      </a:lnTo>
                      <a:lnTo>
                        <a:pt x="1929" y="332"/>
                      </a:lnTo>
                      <a:lnTo>
                        <a:pt x="1939" y="323"/>
                      </a:lnTo>
                      <a:lnTo>
                        <a:pt x="1957" y="311"/>
                      </a:lnTo>
                      <a:lnTo>
                        <a:pt x="1950" y="302"/>
                      </a:lnTo>
                      <a:lnTo>
                        <a:pt x="1950" y="286"/>
                      </a:lnTo>
                      <a:lnTo>
                        <a:pt x="1967" y="281"/>
                      </a:lnTo>
                      <a:lnTo>
                        <a:pt x="1973" y="298"/>
                      </a:lnTo>
                      <a:lnTo>
                        <a:pt x="1978" y="311"/>
                      </a:lnTo>
                      <a:lnTo>
                        <a:pt x="2005" y="313"/>
                      </a:lnTo>
                      <a:lnTo>
                        <a:pt x="2016" y="325"/>
                      </a:lnTo>
                      <a:lnTo>
                        <a:pt x="2035" y="326"/>
                      </a:lnTo>
                      <a:lnTo>
                        <a:pt x="2046" y="341"/>
                      </a:lnTo>
                      <a:lnTo>
                        <a:pt x="2055" y="344"/>
                      </a:lnTo>
                      <a:lnTo>
                        <a:pt x="2068" y="332"/>
                      </a:lnTo>
                      <a:lnTo>
                        <a:pt x="2055" y="317"/>
                      </a:lnTo>
                      <a:lnTo>
                        <a:pt x="2059" y="305"/>
                      </a:lnTo>
                      <a:lnTo>
                        <a:pt x="2070" y="305"/>
                      </a:lnTo>
                      <a:lnTo>
                        <a:pt x="2081" y="300"/>
                      </a:lnTo>
                      <a:lnTo>
                        <a:pt x="2084" y="282"/>
                      </a:lnTo>
                      <a:lnTo>
                        <a:pt x="2057" y="282"/>
                      </a:lnTo>
                      <a:lnTo>
                        <a:pt x="2041" y="271"/>
                      </a:lnTo>
                      <a:lnTo>
                        <a:pt x="2018" y="275"/>
                      </a:lnTo>
                      <a:lnTo>
                        <a:pt x="2012" y="284"/>
                      </a:lnTo>
                      <a:lnTo>
                        <a:pt x="2003" y="268"/>
                      </a:lnTo>
                      <a:lnTo>
                        <a:pt x="1997" y="260"/>
                      </a:lnTo>
                      <a:lnTo>
                        <a:pt x="1976" y="254"/>
                      </a:lnTo>
                      <a:lnTo>
                        <a:pt x="1973" y="242"/>
                      </a:lnTo>
                      <a:lnTo>
                        <a:pt x="1944" y="242"/>
                      </a:lnTo>
                      <a:lnTo>
                        <a:pt x="1931" y="227"/>
                      </a:lnTo>
                      <a:lnTo>
                        <a:pt x="1912" y="216"/>
                      </a:lnTo>
                      <a:lnTo>
                        <a:pt x="1894" y="215"/>
                      </a:lnTo>
                      <a:lnTo>
                        <a:pt x="1874" y="207"/>
                      </a:lnTo>
                      <a:lnTo>
                        <a:pt x="1865" y="201"/>
                      </a:lnTo>
                      <a:lnTo>
                        <a:pt x="1846" y="194"/>
                      </a:lnTo>
                      <a:lnTo>
                        <a:pt x="1819" y="194"/>
                      </a:lnTo>
                      <a:lnTo>
                        <a:pt x="1787" y="191"/>
                      </a:lnTo>
                      <a:lnTo>
                        <a:pt x="1783" y="210"/>
                      </a:lnTo>
                      <a:lnTo>
                        <a:pt x="1768" y="213"/>
                      </a:lnTo>
                      <a:lnTo>
                        <a:pt x="1759" y="204"/>
                      </a:lnTo>
                      <a:lnTo>
                        <a:pt x="1743" y="207"/>
                      </a:lnTo>
                      <a:lnTo>
                        <a:pt x="1722" y="199"/>
                      </a:lnTo>
                      <a:lnTo>
                        <a:pt x="1687" y="204"/>
                      </a:lnTo>
                      <a:lnTo>
                        <a:pt x="1679" y="216"/>
                      </a:lnTo>
                      <a:lnTo>
                        <a:pt x="1667" y="212"/>
                      </a:lnTo>
                      <a:lnTo>
                        <a:pt x="1650" y="198"/>
                      </a:lnTo>
                      <a:lnTo>
                        <a:pt x="1634" y="181"/>
                      </a:lnTo>
                      <a:lnTo>
                        <a:pt x="1594" y="172"/>
                      </a:lnTo>
                      <a:lnTo>
                        <a:pt x="1581" y="176"/>
                      </a:lnTo>
                      <a:lnTo>
                        <a:pt x="1571" y="180"/>
                      </a:lnTo>
                      <a:lnTo>
                        <a:pt x="1549" y="176"/>
                      </a:lnTo>
                      <a:lnTo>
                        <a:pt x="1522" y="162"/>
                      </a:lnTo>
                      <a:lnTo>
                        <a:pt x="1504" y="154"/>
                      </a:lnTo>
                      <a:lnTo>
                        <a:pt x="1501" y="146"/>
                      </a:lnTo>
                      <a:lnTo>
                        <a:pt x="1458" y="146"/>
                      </a:lnTo>
                      <a:lnTo>
                        <a:pt x="1446" y="151"/>
                      </a:lnTo>
                      <a:lnTo>
                        <a:pt x="1433" y="136"/>
                      </a:lnTo>
                      <a:lnTo>
                        <a:pt x="1409" y="136"/>
                      </a:lnTo>
                      <a:lnTo>
                        <a:pt x="1399" y="123"/>
                      </a:lnTo>
                      <a:lnTo>
                        <a:pt x="1386" y="131"/>
                      </a:lnTo>
                      <a:lnTo>
                        <a:pt x="1373" y="140"/>
                      </a:lnTo>
                      <a:lnTo>
                        <a:pt x="1381" y="159"/>
                      </a:lnTo>
                      <a:lnTo>
                        <a:pt x="1363" y="163"/>
                      </a:lnTo>
                      <a:lnTo>
                        <a:pt x="1341" y="159"/>
                      </a:lnTo>
                      <a:lnTo>
                        <a:pt x="1323" y="158"/>
                      </a:lnTo>
                      <a:lnTo>
                        <a:pt x="1312" y="165"/>
                      </a:lnTo>
                      <a:lnTo>
                        <a:pt x="1296" y="157"/>
                      </a:lnTo>
                      <a:lnTo>
                        <a:pt x="1287" y="147"/>
                      </a:lnTo>
                      <a:lnTo>
                        <a:pt x="1285" y="163"/>
                      </a:lnTo>
                      <a:lnTo>
                        <a:pt x="1262" y="165"/>
                      </a:lnTo>
                      <a:lnTo>
                        <a:pt x="1233" y="156"/>
                      </a:lnTo>
                      <a:lnTo>
                        <a:pt x="1215" y="149"/>
                      </a:lnTo>
                      <a:lnTo>
                        <a:pt x="1220" y="140"/>
                      </a:lnTo>
                      <a:lnTo>
                        <a:pt x="1233" y="136"/>
                      </a:lnTo>
                      <a:lnTo>
                        <a:pt x="1223" y="116"/>
                      </a:lnTo>
                      <a:lnTo>
                        <a:pt x="1199" y="107"/>
                      </a:lnTo>
                      <a:lnTo>
                        <a:pt x="1168" y="109"/>
                      </a:lnTo>
                      <a:lnTo>
                        <a:pt x="1159" y="133"/>
                      </a:lnTo>
                      <a:lnTo>
                        <a:pt x="1134" y="125"/>
                      </a:lnTo>
                      <a:lnTo>
                        <a:pt x="1113" y="115"/>
                      </a:lnTo>
                      <a:lnTo>
                        <a:pt x="1081" y="107"/>
                      </a:lnTo>
                      <a:lnTo>
                        <a:pt x="1020" y="107"/>
                      </a:lnTo>
                      <a:lnTo>
                        <a:pt x="999" y="107"/>
                      </a:lnTo>
                      <a:lnTo>
                        <a:pt x="978" y="116"/>
                      </a:lnTo>
                      <a:lnTo>
                        <a:pt x="948" y="126"/>
                      </a:lnTo>
                      <a:lnTo>
                        <a:pt x="964" y="109"/>
                      </a:lnTo>
                      <a:lnTo>
                        <a:pt x="993" y="93"/>
                      </a:lnTo>
                      <a:lnTo>
                        <a:pt x="1005" y="87"/>
                      </a:lnTo>
                      <a:lnTo>
                        <a:pt x="1020" y="72"/>
                      </a:lnTo>
                      <a:lnTo>
                        <a:pt x="1024" y="51"/>
                      </a:lnTo>
                      <a:lnTo>
                        <a:pt x="1003" y="42"/>
                      </a:lnTo>
                      <a:lnTo>
                        <a:pt x="994" y="29"/>
                      </a:lnTo>
                      <a:lnTo>
                        <a:pt x="947" y="25"/>
                      </a:lnTo>
                      <a:lnTo>
                        <a:pt x="938" y="35"/>
                      </a:lnTo>
                      <a:lnTo>
                        <a:pt x="922" y="27"/>
                      </a:lnTo>
                      <a:lnTo>
                        <a:pt x="916" y="15"/>
                      </a:lnTo>
                      <a:lnTo>
                        <a:pt x="903" y="6"/>
                      </a:lnTo>
                      <a:lnTo>
                        <a:pt x="892" y="0"/>
                      </a:lnTo>
                      <a:lnTo>
                        <a:pt x="869" y="9"/>
                      </a:lnTo>
                      <a:lnTo>
                        <a:pt x="863" y="29"/>
                      </a:lnTo>
                      <a:lnTo>
                        <a:pt x="859" y="36"/>
                      </a:lnTo>
                      <a:lnTo>
                        <a:pt x="870" y="40"/>
                      </a:lnTo>
                      <a:lnTo>
                        <a:pt x="853" y="48"/>
                      </a:lnTo>
                      <a:lnTo>
                        <a:pt x="829" y="43"/>
                      </a:lnTo>
                      <a:lnTo>
                        <a:pt x="814" y="46"/>
                      </a:lnTo>
                      <a:lnTo>
                        <a:pt x="806" y="53"/>
                      </a:lnTo>
                      <a:lnTo>
                        <a:pt x="796" y="41"/>
                      </a:lnTo>
                      <a:lnTo>
                        <a:pt x="781" y="47"/>
                      </a:lnTo>
                      <a:lnTo>
                        <a:pt x="770" y="43"/>
                      </a:lnTo>
                      <a:lnTo>
                        <a:pt x="769" y="55"/>
                      </a:lnTo>
                      <a:lnTo>
                        <a:pt x="743" y="57"/>
                      </a:lnTo>
                      <a:lnTo>
                        <a:pt x="721" y="59"/>
                      </a:lnTo>
                      <a:lnTo>
                        <a:pt x="706" y="69"/>
                      </a:lnTo>
                      <a:lnTo>
                        <a:pt x="689" y="75"/>
                      </a:lnTo>
                      <a:lnTo>
                        <a:pt x="689" y="87"/>
                      </a:lnTo>
                      <a:lnTo>
                        <a:pt x="702" y="91"/>
                      </a:lnTo>
                      <a:lnTo>
                        <a:pt x="706" y="107"/>
                      </a:lnTo>
                      <a:lnTo>
                        <a:pt x="683" y="104"/>
                      </a:lnTo>
                      <a:lnTo>
                        <a:pt x="654" y="106"/>
                      </a:lnTo>
                      <a:lnTo>
                        <a:pt x="638" y="112"/>
                      </a:lnTo>
                      <a:lnTo>
                        <a:pt x="634" y="129"/>
                      </a:lnTo>
                      <a:lnTo>
                        <a:pt x="642" y="142"/>
                      </a:lnTo>
                      <a:lnTo>
                        <a:pt x="654" y="143"/>
                      </a:lnTo>
                      <a:lnTo>
                        <a:pt x="664" y="156"/>
                      </a:lnTo>
                      <a:lnTo>
                        <a:pt x="674" y="172"/>
                      </a:lnTo>
                      <a:lnTo>
                        <a:pt x="672" y="184"/>
                      </a:lnTo>
                      <a:lnTo>
                        <a:pt x="651" y="163"/>
                      </a:lnTo>
                      <a:lnTo>
                        <a:pt x="630" y="157"/>
                      </a:lnTo>
                      <a:lnTo>
                        <a:pt x="620" y="143"/>
                      </a:lnTo>
                      <a:lnTo>
                        <a:pt x="607" y="144"/>
                      </a:lnTo>
                      <a:lnTo>
                        <a:pt x="601" y="161"/>
                      </a:lnTo>
                      <a:lnTo>
                        <a:pt x="607" y="170"/>
                      </a:lnTo>
                      <a:lnTo>
                        <a:pt x="609" y="178"/>
                      </a:lnTo>
                      <a:lnTo>
                        <a:pt x="591" y="172"/>
                      </a:lnTo>
                      <a:lnTo>
                        <a:pt x="573" y="157"/>
                      </a:lnTo>
                      <a:lnTo>
                        <a:pt x="571" y="138"/>
                      </a:lnTo>
                      <a:lnTo>
                        <a:pt x="564" y="127"/>
                      </a:lnTo>
                      <a:lnTo>
                        <a:pt x="554" y="137"/>
                      </a:lnTo>
                      <a:lnTo>
                        <a:pt x="557" y="152"/>
                      </a:lnTo>
                      <a:lnTo>
                        <a:pt x="554" y="162"/>
                      </a:lnTo>
                      <a:lnTo>
                        <a:pt x="557" y="172"/>
                      </a:lnTo>
                      <a:lnTo>
                        <a:pt x="564" y="175"/>
                      </a:lnTo>
                      <a:lnTo>
                        <a:pt x="567" y="202"/>
                      </a:lnTo>
                      <a:lnTo>
                        <a:pt x="570" y="216"/>
                      </a:lnTo>
                      <a:lnTo>
                        <a:pt x="588" y="218"/>
                      </a:lnTo>
                      <a:lnTo>
                        <a:pt x="591" y="210"/>
                      </a:lnTo>
                      <a:lnTo>
                        <a:pt x="605" y="216"/>
                      </a:lnTo>
                      <a:lnTo>
                        <a:pt x="614" y="220"/>
                      </a:lnTo>
                      <a:lnTo>
                        <a:pt x="620" y="228"/>
                      </a:lnTo>
                      <a:lnTo>
                        <a:pt x="623" y="242"/>
                      </a:lnTo>
                      <a:lnTo>
                        <a:pt x="631" y="249"/>
                      </a:lnTo>
                      <a:lnTo>
                        <a:pt x="640" y="253"/>
                      </a:lnTo>
                      <a:lnTo>
                        <a:pt x="640" y="264"/>
                      </a:lnTo>
                      <a:lnTo>
                        <a:pt x="627" y="256"/>
                      </a:lnTo>
                      <a:lnTo>
                        <a:pt x="617" y="244"/>
                      </a:lnTo>
                      <a:lnTo>
                        <a:pt x="602" y="233"/>
                      </a:lnTo>
                      <a:lnTo>
                        <a:pt x="586" y="233"/>
                      </a:lnTo>
                      <a:lnTo>
                        <a:pt x="585" y="238"/>
                      </a:lnTo>
                      <a:lnTo>
                        <a:pt x="582" y="249"/>
                      </a:lnTo>
                      <a:lnTo>
                        <a:pt x="575" y="265"/>
                      </a:lnTo>
                      <a:lnTo>
                        <a:pt x="564" y="284"/>
                      </a:lnTo>
                      <a:lnTo>
                        <a:pt x="548" y="291"/>
                      </a:lnTo>
                      <a:lnTo>
                        <a:pt x="525" y="283"/>
                      </a:lnTo>
                      <a:lnTo>
                        <a:pt x="528" y="275"/>
                      </a:lnTo>
                      <a:lnTo>
                        <a:pt x="543" y="270"/>
                      </a:lnTo>
                      <a:lnTo>
                        <a:pt x="557" y="262"/>
                      </a:lnTo>
                      <a:lnTo>
                        <a:pt x="557" y="261"/>
                      </a:lnTo>
                      <a:lnTo>
                        <a:pt x="558" y="260"/>
                      </a:lnTo>
                      <a:lnTo>
                        <a:pt x="559" y="258"/>
                      </a:lnTo>
                      <a:lnTo>
                        <a:pt x="559" y="256"/>
                      </a:lnTo>
                      <a:lnTo>
                        <a:pt x="560" y="254"/>
                      </a:lnTo>
                      <a:lnTo>
                        <a:pt x="561" y="253"/>
                      </a:lnTo>
                      <a:lnTo>
                        <a:pt x="561" y="250"/>
                      </a:lnTo>
                      <a:lnTo>
                        <a:pt x="561" y="249"/>
                      </a:lnTo>
                      <a:lnTo>
                        <a:pt x="561" y="247"/>
                      </a:lnTo>
                      <a:lnTo>
                        <a:pt x="562" y="246"/>
                      </a:lnTo>
                      <a:lnTo>
                        <a:pt x="561" y="244"/>
                      </a:lnTo>
                      <a:lnTo>
                        <a:pt x="561" y="243"/>
                      </a:lnTo>
                      <a:lnTo>
                        <a:pt x="561" y="241"/>
                      </a:lnTo>
                      <a:lnTo>
                        <a:pt x="560" y="238"/>
                      </a:lnTo>
                      <a:lnTo>
                        <a:pt x="559" y="235"/>
                      </a:lnTo>
                      <a:lnTo>
                        <a:pt x="558" y="233"/>
                      </a:lnTo>
                      <a:lnTo>
                        <a:pt x="557" y="231"/>
                      </a:lnTo>
                      <a:lnTo>
                        <a:pt x="556" y="228"/>
                      </a:lnTo>
                      <a:lnTo>
                        <a:pt x="555" y="227"/>
                      </a:lnTo>
                      <a:lnTo>
                        <a:pt x="554" y="225"/>
                      </a:lnTo>
                      <a:lnTo>
                        <a:pt x="554" y="224"/>
                      </a:lnTo>
                      <a:lnTo>
                        <a:pt x="550" y="209"/>
                      </a:lnTo>
                      <a:lnTo>
                        <a:pt x="550" y="198"/>
                      </a:lnTo>
                      <a:lnTo>
                        <a:pt x="545" y="184"/>
                      </a:lnTo>
                      <a:lnTo>
                        <a:pt x="541" y="167"/>
                      </a:lnTo>
                      <a:lnTo>
                        <a:pt x="535" y="142"/>
                      </a:lnTo>
                      <a:lnTo>
                        <a:pt x="530" y="123"/>
                      </a:lnTo>
                      <a:lnTo>
                        <a:pt x="517" y="109"/>
                      </a:lnTo>
                      <a:lnTo>
                        <a:pt x="498" y="110"/>
                      </a:lnTo>
                      <a:lnTo>
                        <a:pt x="488" y="135"/>
                      </a:lnTo>
                      <a:lnTo>
                        <a:pt x="485" y="159"/>
                      </a:lnTo>
                      <a:lnTo>
                        <a:pt x="469" y="170"/>
                      </a:lnTo>
                      <a:lnTo>
                        <a:pt x="470" y="186"/>
                      </a:lnTo>
                      <a:lnTo>
                        <a:pt x="480" y="201"/>
                      </a:lnTo>
                      <a:lnTo>
                        <a:pt x="491" y="216"/>
                      </a:lnTo>
                      <a:lnTo>
                        <a:pt x="499" y="228"/>
                      </a:lnTo>
                      <a:lnTo>
                        <a:pt x="503" y="239"/>
                      </a:lnTo>
                      <a:lnTo>
                        <a:pt x="490" y="244"/>
                      </a:lnTo>
                      <a:lnTo>
                        <a:pt x="476" y="226"/>
                      </a:lnTo>
                      <a:lnTo>
                        <a:pt x="452" y="212"/>
                      </a:lnTo>
                      <a:lnTo>
                        <a:pt x="424" y="204"/>
                      </a:lnTo>
                      <a:lnTo>
                        <a:pt x="399" y="204"/>
                      </a:lnTo>
                      <a:lnTo>
                        <a:pt x="393" y="213"/>
                      </a:lnTo>
                      <a:lnTo>
                        <a:pt x="401" y="218"/>
                      </a:lnTo>
                      <a:lnTo>
                        <a:pt x="399" y="237"/>
                      </a:lnTo>
                      <a:lnTo>
                        <a:pt x="387" y="241"/>
                      </a:lnTo>
                      <a:lnTo>
                        <a:pt x="384" y="224"/>
                      </a:lnTo>
                      <a:lnTo>
                        <a:pt x="373" y="224"/>
                      </a:lnTo>
                      <a:lnTo>
                        <a:pt x="364" y="236"/>
                      </a:lnTo>
                      <a:lnTo>
                        <a:pt x="333" y="236"/>
                      </a:lnTo>
                      <a:lnTo>
                        <a:pt x="322" y="249"/>
                      </a:lnTo>
                      <a:lnTo>
                        <a:pt x="314" y="233"/>
                      </a:lnTo>
                      <a:lnTo>
                        <a:pt x="303" y="236"/>
                      </a:lnTo>
                      <a:lnTo>
                        <a:pt x="287" y="243"/>
                      </a:lnTo>
                      <a:lnTo>
                        <a:pt x="270" y="249"/>
                      </a:lnTo>
                      <a:lnTo>
                        <a:pt x="251" y="267"/>
                      </a:lnTo>
                      <a:lnTo>
                        <a:pt x="230" y="277"/>
                      </a:lnTo>
                      <a:lnTo>
                        <a:pt x="223" y="264"/>
                      </a:lnTo>
                      <a:lnTo>
                        <a:pt x="223" y="252"/>
                      </a:lnTo>
                      <a:lnTo>
                        <a:pt x="208" y="237"/>
                      </a:lnTo>
                      <a:lnTo>
                        <a:pt x="187" y="239"/>
                      </a:lnTo>
                      <a:lnTo>
                        <a:pt x="192" y="252"/>
                      </a:lnTo>
                      <a:lnTo>
                        <a:pt x="197" y="267"/>
                      </a:lnTo>
                      <a:lnTo>
                        <a:pt x="203" y="281"/>
                      </a:lnTo>
                      <a:lnTo>
                        <a:pt x="204" y="298"/>
                      </a:lnTo>
                      <a:lnTo>
                        <a:pt x="190" y="291"/>
                      </a:lnTo>
                      <a:lnTo>
                        <a:pt x="175" y="288"/>
                      </a:lnTo>
                      <a:lnTo>
                        <a:pt x="166" y="298"/>
                      </a:lnTo>
                      <a:lnTo>
                        <a:pt x="147" y="304"/>
                      </a:lnTo>
                      <a:lnTo>
                        <a:pt x="146" y="316"/>
                      </a:lnTo>
                      <a:lnTo>
                        <a:pt x="157" y="322"/>
                      </a:lnTo>
                      <a:lnTo>
                        <a:pt x="153" y="338"/>
                      </a:lnTo>
                      <a:lnTo>
                        <a:pt x="138" y="338"/>
                      </a:lnTo>
                      <a:lnTo>
                        <a:pt x="138" y="322"/>
                      </a:lnTo>
                      <a:lnTo>
                        <a:pt x="124" y="316"/>
                      </a:lnTo>
                      <a:lnTo>
                        <a:pt x="109" y="322"/>
                      </a:lnTo>
                      <a:lnTo>
                        <a:pt x="111" y="334"/>
                      </a:lnTo>
                      <a:lnTo>
                        <a:pt x="121" y="338"/>
                      </a:lnTo>
                      <a:lnTo>
                        <a:pt x="125" y="344"/>
                      </a:lnTo>
                      <a:lnTo>
                        <a:pt x="117" y="352"/>
                      </a:lnTo>
                      <a:lnTo>
                        <a:pt x="102" y="341"/>
                      </a:lnTo>
                      <a:lnTo>
                        <a:pt x="91" y="326"/>
                      </a:lnTo>
                      <a:lnTo>
                        <a:pt x="83" y="311"/>
                      </a:lnTo>
                      <a:lnTo>
                        <a:pt x="80" y="289"/>
                      </a:lnTo>
                      <a:lnTo>
                        <a:pt x="74" y="281"/>
                      </a:lnTo>
                      <a:lnTo>
                        <a:pt x="90" y="286"/>
                      </a:lnTo>
                      <a:lnTo>
                        <a:pt x="115" y="293"/>
                      </a:lnTo>
                      <a:lnTo>
                        <a:pt x="138" y="287"/>
                      </a:lnTo>
                      <a:lnTo>
                        <a:pt x="149" y="277"/>
                      </a:lnTo>
                      <a:lnTo>
                        <a:pt x="155" y="265"/>
                      </a:lnTo>
                      <a:lnTo>
                        <a:pt x="130" y="247"/>
                      </a:lnTo>
                      <a:lnTo>
                        <a:pt x="100" y="233"/>
                      </a:lnTo>
                      <a:lnTo>
                        <a:pt x="69" y="216"/>
                      </a:lnTo>
                      <a:lnTo>
                        <a:pt x="53" y="209"/>
                      </a:lnTo>
                      <a:lnTo>
                        <a:pt x="36" y="220"/>
                      </a:lnTo>
                      <a:lnTo>
                        <a:pt x="20" y="237"/>
                      </a:lnTo>
                      <a:lnTo>
                        <a:pt x="14" y="252"/>
                      </a:lnTo>
                      <a:lnTo>
                        <a:pt x="14" y="267"/>
                      </a:lnTo>
                      <a:lnTo>
                        <a:pt x="19" y="288"/>
                      </a:lnTo>
                      <a:lnTo>
                        <a:pt x="20" y="311"/>
                      </a:lnTo>
                      <a:lnTo>
                        <a:pt x="26" y="332"/>
                      </a:lnTo>
                      <a:lnTo>
                        <a:pt x="34" y="354"/>
                      </a:lnTo>
                      <a:lnTo>
                        <a:pt x="42" y="363"/>
                      </a:lnTo>
                      <a:lnTo>
                        <a:pt x="52" y="371"/>
                      </a:lnTo>
                      <a:lnTo>
                        <a:pt x="41" y="381"/>
                      </a:lnTo>
                      <a:lnTo>
                        <a:pt x="25" y="397"/>
                      </a:lnTo>
                      <a:lnTo>
                        <a:pt x="12" y="414"/>
                      </a:lnTo>
                      <a:lnTo>
                        <a:pt x="8" y="427"/>
                      </a:lnTo>
                      <a:lnTo>
                        <a:pt x="9" y="444"/>
                      </a:lnTo>
                      <a:lnTo>
                        <a:pt x="0" y="447"/>
                      </a:lnTo>
                      <a:lnTo>
                        <a:pt x="16" y="470"/>
                      </a:lnTo>
                      <a:lnTo>
                        <a:pt x="39" y="490"/>
                      </a:lnTo>
                      <a:lnTo>
                        <a:pt x="78" y="506"/>
                      </a:lnTo>
                      <a:lnTo>
                        <a:pt x="81" y="557"/>
                      </a:lnTo>
                      <a:lnTo>
                        <a:pt x="75" y="564"/>
                      </a:lnTo>
                      <a:lnTo>
                        <a:pt x="69" y="584"/>
                      </a:lnTo>
                      <a:lnTo>
                        <a:pt x="106" y="582"/>
                      </a:lnTo>
                      <a:lnTo>
                        <a:pt x="114" y="604"/>
                      </a:lnTo>
                      <a:lnTo>
                        <a:pt x="171" y="651"/>
                      </a:lnTo>
                      <a:lnTo>
                        <a:pt x="163" y="695"/>
                      </a:lnTo>
                      <a:lnTo>
                        <a:pt x="169" y="702"/>
                      </a:lnTo>
                      <a:lnTo>
                        <a:pt x="155" y="717"/>
                      </a:lnTo>
                      <a:lnTo>
                        <a:pt x="142" y="729"/>
                      </a:lnTo>
                      <a:lnTo>
                        <a:pt x="138" y="740"/>
                      </a:lnTo>
                      <a:lnTo>
                        <a:pt x="157" y="749"/>
                      </a:lnTo>
                      <a:lnTo>
                        <a:pt x="168" y="761"/>
                      </a:lnTo>
                      <a:lnTo>
                        <a:pt x="199" y="743"/>
                      </a:lnTo>
                      <a:lnTo>
                        <a:pt x="217" y="752"/>
                      </a:lnTo>
                      <a:lnTo>
                        <a:pt x="229" y="752"/>
                      </a:lnTo>
                      <a:lnTo>
                        <a:pt x="242" y="764"/>
                      </a:lnTo>
                      <a:lnTo>
                        <a:pt x="256" y="780"/>
                      </a:lnTo>
                      <a:lnTo>
                        <a:pt x="285" y="773"/>
                      </a:lnTo>
                      <a:lnTo>
                        <a:pt x="277" y="753"/>
                      </a:lnTo>
                      <a:lnTo>
                        <a:pt x="285" y="740"/>
                      </a:lnTo>
                      <a:lnTo>
                        <a:pt x="304" y="72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4" id="244"/>
                <p:cNvSpPr/>
                <p:nvPr/>
              </p:nvSpPr>
              <p:spPr>
                <a:xfrm>
                  <a:off x="2862" y="2013"/>
                  <a:ext cx="115" cy="6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4" h="59" stroke="true" fill="norm" extrusionOk="true">
                      <a:moveTo>
                        <a:pt x="0" y="16"/>
                      </a:moveTo>
                      <a:lnTo>
                        <a:pt x="40" y="0"/>
                      </a:lnTo>
                      <a:lnTo>
                        <a:pt x="53" y="9"/>
                      </a:lnTo>
                      <a:lnTo>
                        <a:pt x="88" y="21"/>
                      </a:lnTo>
                      <a:lnTo>
                        <a:pt x="103" y="30"/>
                      </a:lnTo>
                      <a:lnTo>
                        <a:pt x="76" y="48"/>
                      </a:lnTo>
                      <a:lnTo>
                        <a:pt x="67" y="58"/>
                      </a:lnTo>
                      <a:lnTo>
                        <a:pt x="58" y="54"/>
                      </a:lnTo>
                      <a:lnTo>
                        <a:pt x="59" y="44"/>
                      </a:lnTo>
                      <a:lnTo>
                        <a:pt x="46" y="43"/>
                      </a:lnTo>
                      <a:lnTo>
                        <a:pt x="44" y="51"/>
                      </a:lnTo>
                      <a:lnTo>
                        <a:pt x="34" y="52"/>
                      </a:lnTo>
                      <a:lnTo>
                        <a:pt x="23" y="42"/>
                      </a:lnTo>
                      <a:lnTo>
                        <a:pt x="0" y="1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5" id="245"/>
                <p:cNvSpPr/>
                <p:nvPr/>
              </p:nvSpPr>
              <p:spPr>
                <a:xfrm>
                  <a:off x="2936" y="2043"/>
                  <a:ext cx="96" cy="4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5" h="41" stroke="true" fill="norm" extrusionOk="true">
                      <a:moveTo>
                        <a:pt x="36" y="2"/>
                      </a:moveTo>
                      <a:lnTo>
                        <a:pt x="84" y="0"/>
                      </a:lnTo>
                      <a:lnTo>
                        <a:pt x="79" y="40"/>
                      </a:lnTo>
                      <a:lnTo>
                        <a:pt x="67" y="30"/>
                      </a:lnTo>
                      <a:lnTo>
                        <a:pt x="60" y="28"/>
                      </a:lnTo>
                      <a:lnTo>
                        <a:pt x="36" y="33"/>
                      </a:lnTo>
                      <a:lnTo>
                        <a:pt x="20" y="33"/>
                      </a:lnTo>
                      <a:lnTo>
                        <a:pt x="0" y="29"/>
                      </a:lnTo>
                      <a:lnTo>
                        <a:pt x="9" y="20"/>
                      </a:lnTo>
                      <a:lnTo>
                        <a:pt x="36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6" id="246"/>
                <p:cNvSpPr/>
                <p:nvPr/>
              </p:nvSpPr>
              <p:spPr>
                <a:xfrm>
                  <a:off x="3231" y="2413"/>
                  <a:ext cx="340" cy="3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04" h="290" stroke="true" fill="norm" extrusionOk="true">
                      <a:moveTo>
                        <a:pt x="159" y="72"/>
                      </a:moveTo>
                      <a:lnTo>
                        <a:pt x="169" y="64"/>
                      </a:lnTo>
                      <a:lnTo>
                        <a:pt x="189" y="65"/>
                      </a:lnTo>
                      <a:lnTo>
                        <a:pt x="205" y="83"/>
                      </a:lnTo>
                      <a:lnTo>
                        <a:pt x="226" y="103"/>
                      </a:lnTo>
                      <a:lnTo>
                        <a:pt x="227" y="121"/>
                      </a:lnTo>
                      <a:lnTo>
                        <a:pt x="235" y="128"/>
                      </a:lnTo>
                      <a:lnTo>
                        <a:pt x="247" y="161"/>
                      </a:lnTo>
                      <a:lnTo>
                        <a:pt x="290" y="164"/>
                      </a:lnTo>
                      <a:lnTo>
                        <a:pt x="303" y="182"/>
                      </a:lnTo>
                      <a:lnTo>
                        <a:pt x="294" y="222"/>
                      </a:lnTo>
                      <a:lnTo>
                        <a:pt x="252" y="230"/>
                      </a:lnTo>
                      <a:lnTo>
                        <a:pt x="209" y="237"/>
                      </a:lnTo>
                      <a:lnTo>
                        <a:pt x="197" y="253"/>
                      </a:lnTo>
                      <a:lnTo>
                        <a:pt x="192" y="274"/>
                      </a:lnTo>
                      <a:lnTo>
                        <a:pt x="172" y="289"/>
                      </a:lnTo>
                      <a:lnTo>
                        <a:pt x="172" y="276"/>
                      </a:lnTo>
                      <a:lnTo>
                        <a:pt x="172" y="266"/>
                      </a:lnTo>
                      <a:lnTo>
                        <a:pt x="166" y="264"/>
                      </a:lnTo>
                      <a:lnTo>
                        <a:pt x="149" y="263"/>
                      </a:lnTo>
                      <a:lnTo>
                        <a:pt x="132" y="264"/>
                      </a:lnTo>
                      <a:lnTo>
                        <a:pt x="121" y="270"/>
                      </a:lnTo>
                      <a:lnTo>
                        <a:pt x="105" y="252"/>
                      </a:lnTo>
                      <a:lnTo>
                        <a:pt x="100" y="234"/>
                      </a:lnTo>
                      <a:lnTo>
                        <a:pt x="91" y="219"/>
                      </a:lnTo>
                      <a:lnTo>
                        <a:pt x="72" y="197"/>
                      </a:lnTo>
                      <a:lnTo>
                        <a:pt x="65" y="181"/>
                      </a:lnTo>
                      <a:lnTo>
                        <a:pt x="54" y="149"/>
                      </a:lnTo>
                      <a:lnTo>
                        <a:pt x="38" y="123"/>
                      </a:lnTo>
                      <a:lnTo>
                        <a:pt x="18" y="104"/>
                      </a:lnTo>
                      <a:lnTo>
                        <a:pt x="15" y="81"/>
                      </a:lnTo>
                      <a:lnTo>
                        <a:pt x="3" y="74"/>
                      </a:lnTo>
                      <a:lnTo>
                        <a:pt x="0" y="58"/>
                      </a:lnTo>
                      <a:lnTo>
                        <a:pt x="18" y="58"/>
                      </a:lnTo>
                      <a:lnTo>
                        <a:pt x="31" y="46"/>
                      </a:lnTo>
                      <a:lnTo>
                        <a:pt x="43" y="36"/>
                      </a:lnTo>
                      <a:lnTo>
                        <a:pt x="43" y="15"/>
                      </a:lnTo>
                      <a:lnTo>
                        <a:pt x="59" y="2"/>
                      </a:lnTo>
                      <a:lnTo>
                        <a:pt x="65" y="0"/>
                      </a:lnTo>
                      <a:lnTo>
                        <a:pt x="74" y="8"/>
                      </a:lnTo>
                      <a:lnTo>
                        <a:pt x="84" y="15"/>
                      </a:lnTo>
                      <a:lnTo>
                        <a:pt x="100" y="14"/>
                      </a:lnTo>
                      <a:lnTo>
                        <a:pt x="110" y="31"/>
                      </a:lnTo>
                      <a:lnTo>
                        <a:pt x="121" y="34"/>
                      </a:lnTo>
                      <a:lnTo>
                        <a:pt x="134" y="57"/>
                      </a:lnTo>
                      <a:lnTo>
                        <a:pt x="159" y="7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7" id="247"/>
                <p:cNvSpPr/>
                <p:nvPr/>
              </p:nvSpPr>
              <p:spPr>
                <a:xfrm>
                  <a:off x="3569" y="2134"/>
                  <a:ext cx="207" cy="18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4" h="167" stroke="true" fill="norm" extrusionOk="true">
                      <a:moveTo>
                        <a:pt x="148" y="166"/>
                      </a:moveTo>
                      <a:lnTo>
                        <a:pt x="137" y="161"/>
                      </a:lnTo>
                      <a:lnTo>
                        <a:pt x="118" y="160"/>
                      </a:lnTo>
                      <a:lnTo>
                        <a:pt x="120" y="149"/>
                      </a:lnTo>
                      <a:lnTo>
                        <a:pt x="112" y="146"/>
                      </a:lnTo>
                      <a:lnTo>
                        <a:pt x="104" y="151"/>
                      </a:lnTo>
                      <a:lnTo>
                        <a:pt x="70" y="123"/>
                      </a:lnTo>
                      <a:lnTo>
                        <a:pt x="74" y="112"/>
                      </a:lnTo>
                      <a:lnTo>
                        <a:pt x="66" y="109"/>
                      </a:lnTo>
                      <a:lnTo>
                        <a:pt x="58" y="109"/>
                      </a:lnTo>
                      <a:lnTo>
                        <a:pt x="47" y="106"/>
                      </a:lnTo>
                      <a:lnTo>
                        <a:pt x="51" y="99"/>
                      </a:lnTo>
                      <a:lnTo>
                        <a:pt x="44" y="93"/>
                      </a:lnTo>
                      <a:lnTo>
                        <a:pt x="40" y="84"/>
                      </a:lnTo>
                      <a:lnTo>
                        <a:pt x="30" y="89"/>
                      </a:lnTo>
                      <a:lnTo>
                        <a:pt x="20" y="92"/>
                      </a:lnTo>
                      <a:lnTo>
                        <a:pt x="18" y="102"/>
                      </a:lnTo>
                      <a:lnTo>
                        <a:pt x="0" y="97"/>
                      </a:lnTo>
                      <a:lnTo>
                        <a:pt x="11" y="25"/>
                      </a:lnTo>
                      <a:lnTo>
                        <a:pt x="42" y="0"/>
                      </a:lnTo>
                      <a:lnTo>
                        <a:pt x="45" y="37"/>
                      </a:lnTo>
                      <a:lnTo>
                        <a:pt x="60" y="37"/>
                      </a:lnTo>
                      <a:lnTo>
                        <a:pt x="67" y="44"/>
                      </a:lnTo>
                      <a:lnTo>
                        <a:pt x="84" y="44"/>
                      </a:lnTo>
                      <a:lnTo>
                        <a:pt x="86" y="20"/>
                      </a:lnTo>
                      <a:lnTo>
                        <a:pt x="95" y="37"/>
                      </a:lnTo>
                      <a:lnTo>
                        <a:pt x="100" y="50"/>
                      </a:lnTo>
                      <a:lnTo>
                        <a:pt x="118" y="45"/>
                      </a:lnTo>
                      <a:lnTo>
                        <a:pt x="135" y="47"/>
                      </a:lnTo>
                      <a:lnTo>
                        <a:pt x="150" y="54"/>
                      </a:lnTo>
                      <a:lnTo>
                        <a:pt x="151" y="77"/>
                      </a:lnTo>
                      <a:lnTo>
                        <a:pt x="156" y="89"/>
                      </a:lnTo>
                      <a:lnTo>
                        <a:pt x="173" y="98"/>
                      </a:lnTo>
                      <a:lnTo>
                        <a:pt x="183" y="106"/>
                      </a:lnTo>
                      <a:lnTo>
                        <a:pt x="175" y="122"/>
                      </a:lnTo>
                      <a:lnTo>
                        <a:pt x="164" y="137"/>
                      </a:lnTo>
                      <a:lnTo>
                        <a:pt x="148" y="16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8" id="248"/>
                <p:cNvSpPr/>
                <p:nvPr/>
              </p:nvSpPr>
              <p:spPr>
                <a:xfrm>
                  <a:off x="3087" y="2088"/>
                  <a:ext cx="57" cy="7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7" h="74" stroke="true" fill="norm" extrusionOk="true">
                      <a:moveTo>
                        <a:pt x="39" y="74"/>
                      </a:moveTo>
                      <a:lnTo>
                        <a:pt x="47" y="68"/>
                      </a:lnTo>
                      <a:lnTo>
                        <a:pt x="54" y="53"/>
                      </a:lnTo>
                      <a:lnTo>
                        <a:pt x="57" y="42"/>
                      </a:lnTo>
                      <a:lnTo>
                        <a:pt x="36" y="12"/>
                      </a:lnTo>
                      <a:lnTo>
                        <a:pt x="23" y="0"/>
                      </a:lnTo>
                      <a:lnTo>
                        <a:pt x="0" y="5"/>
                      </a:lnTo>
                      <a:lnTo>
                        <a:pt x="24" y="27"/>
                      </a:lnTo>
                      <a:lnTo>
                        <a:pt x="24" y="42"/>
                      </a:lnTo>
                      <a:lnTo>
                        <a:pt x="39" y="74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9" id="249"/>
                <p:cNvSpPr/>
                <p:nvPr/>
              </p:nvSpPr>
              <p:spPr>
                <a:xfrm>
                  <a:off x="2679" y="2838"/>
                  <a:ext cx="27" cy="8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" h="83" stroke="true" fill="norm" extrusionOk="true">
                      <a:moveTo>
                        <a:pt x="15" y="83"/>
                      </a:moveTo>
                      <a:lnTo>
                        <a:pt x="27" y="72"/>
                      </a:lnTo>
                      <a:lnTo>
                        <a:pt x="20" y="48"/>
                      </a:lnTo>
                      <a:lnTo>
                        <a:pt x="20" y="26"/>
                      </a:lnTo>
                      <a:lnTo>
                        <a:pt x="18" y="11"/>
                      </a:lnTo>
                      <a:lnTo>
                        <a:pt x="12" y="2"/>
                      </a:lnTo>
                      <a:lnTo>
                        <a:pt x="2" y="0"/>
                      </a:lnTo>
                      <a:lnTo>
                        <a:pt x="0" y="14"/>
                      </a:lnTo>
                      <a:lnTo>
                        <a:pt x="6" y="24"/>
                      </a:lnTo>
                      <a:lnTo>
                        <a:pt x="9" y="48"/>
                      </a:lnTo>
                      <a:lnTo>
                        <a:pt x="15" y="83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0" id="250"/>
                <p:cNvSpPr/>
                <p:nvPr/>
              </p:nvSpPr>
              <p:spPr>
                <a:xfrm>
                  <a:off x="2771" y="2033"/>
                  <a:ext cx="21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1" h="15" stroke="true" fill="norm" extrusionOk="true">
                      <a:moveTo>
                        <a:pt x="0" y="15"/>
                      </a:moveTo>
                      <a:lnTo>
                        <a:pt x="21" y="15"/>
                      </a:lnTo>
                      <a:lnTo>
                        <a:pt x="10" y="10"/>
                      </a:lnTo>
                      <a:lnTo>
                        <a:pt x="7" y="0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1" id="251"/>
                <p:cNvSpPr/>
                <p:nvPr/>
              </p:nvSpPr>
              <p:spPr>
                <a:xfrm>
                  <a:off x="3209" y="2358"/>
                  <a:ext cx="46" cy="9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6" h="96" stroke="true" fill="norm" extrusionOk="true">
                      <a:moveTo>
                        <a:pt x="0" y="74"/>
                      </a:moveTo>
                      <a:lnTo>
                        <a:pt x="15" y="29"/>
                      </a:lnTo>
                      <a:lnTo>
                        <a:pt x="27" y="0"/>
                      </a:lnTo>
                      <a:lnTo>
                        <a:pt x="46" y="17"/>
                      </a:lnTo>
                      <a:lnTo>
                        <a:pt x="40" y="35"/>
                      </a:lnTo>
                      <a:lnTo>
                        <a:pt x="27" y="42"/>
                      </a:lnTo>
                      <a:lnTo>
                        <a:pt x="27" y="77"/>
                      </a:lnTo>
                      <a:lnTo>
                        <a:pt x="22" y="96"/>
                      </a:lnTo>
                      <a:lnTo>
                        <a:pt x="7" y="75"/>
                      </a:lnTo>
                      <a:lnTo>
                        <a:pt x="0" y="74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2" id="252"/>
                <p:cNvSpPr/>
                <p:nvPr/>
              </p:nvSpPr>
              <p:spPr>
                <a:xfrm>
                  <a:off x="2838" y="3000"/>
                  <a:ext cx="29" cy="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9" h="17" stroke="true" fill="norm" extrusionOk="true">
                      <a:moveTo>
                        <a:pt x="0" y="14"/>
                      </a:moveTo>
                      <a:lnTo>
                        <a:pt x="2" y="0"/>
                      </a:lnTo>
                      <a:lnTo>
                        <a:pt x="29" y="3"/>
                      </a:lnTo>
                      <a:lnTo>
                        <a:pt x="18" y="17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3" id="253"/>
                <p:cNvSpPr/>
                <p:nvPr/>
              </p:nvSpPr>
              <p:spPr>
                <a:xfrm>
                  <a:off x="3215" y="3207"/>
                  <a:ext cx="52" cy="1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2" h="131" stroke="true" fill="norm" extrusionOk="true">
                      <a:moveTo>
                        <a:pt x="16" y="119"/>
                      </a:moveTo>
                      <a:lnTo>
                        <a:pt x="24" y="90"/>
                      </a:lnTo>
                      <a:lnTo>
                        <a:pt x="0" y="81"/>
                      </a:lnTo>
                      <a:lnTo>
                        <a:pt x="0" y="50"/>
                      </a:lnTo>
                      <a:lnTo>
                        <a:pt x="10" y="41"/>
                      </a:lnTo>
                      <a:lnTo>
                        <a:pt x="4" y="17"/>
                      </a:lnTo>
                      <a:lnTo>
                        <a:pt x="7" y="0"/>
                      </a:lnTo>
                      <a:lnTo>
                        <a:pt x="30" y="14"/>
                      </a:lnTo>
                      <a:lnTo>
                        <a:pt x="33" y="30"/>
                      </a:lnTo>
                      <a:lnTo>
                        <a:pt x="28" y="56"/>
                      </a:lnTo>
                      <a:lnTo>
                        <a:pt x="45" y="81"/>
                      </a:lnTo>
                      <a:lnTo>
                        <a:pt x="52" y="104"/>
                      </a:lnTo>
                      <a:lnTo>
                        <a:pt x="40" y="110"/>
                      </a:lnTo>
                      <a:lnTo>
                        <a:pt x="39" y="126"/>
                      </a:lnTo>
                      <a:lnTo>
                        <a:pt x="24" y="131"/>
                      </a:lnTo>
                      <a:lnTo>
                        <a:pt x="16" y="119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</p:grpSp>
          <p:grpSp>
            <p:nvGrpSpPr>
              <p:cNvPr name="Group 254" id="254"/>
              <p:cNvGrpSpPr/>
              <p:nvPr/>
            </p:nvGrpSpPr>
            <p:grpSpPr>
              <a:xfrm>
                <a:off x="6818254" y="2513198"/>
                <a:ext cx="687003" cy="870454"/>
                <a:chOff x="5208218" y="1654869"/>
                <a:chExt cx="755703" cy="957499"/>
              </a:xfrm>
            </p:grpSpPr>
            <p:sp>
              <p:nvSpPr>
                <p:cNvPr name="AutoShape 255" id="255"/>
                <p:cNvSpPr/>
                <p:nvPr/>
              </p:nvSpPr>
              <p:spPr>
                <a:xfrm>
                  <a:off x="5486776" y="2533033"/>
                  <a:ext cx="202815" cy="79335"/>
                </a:xfrm>
                <a:prstGeom prst="ellipse">
                  <a:avLst/>
                </a:prstGeom>
                <a:solidFill>
                  <a:srgbClr val="8497B0">
                    <a:alpha val="66000"/>
                  </a:srgbClr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56" id="256"/>
                <p:cNvSpPr/>
                <p:nvPr/>
              </p:nvSpPr>
              <p:spPr>
                <a:xfrm rot="8100000">
                  <a:off x="5208218" y="1654869"/>
                  <a:ext cx="755703" cy="755703"/>
                </a:xfrm>
                <a:prstGeom prst="teardrop">
                  <a:avLst/>
                </a:prstGeom>
                <a:solidFill>
                  <a:srgbClr val="000000">
                    <a:lumMod val="75000"/>
                    <a:lumOff val="25000"/>
                  </a:srgbClr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</p:grpSp>
          <p:grpSp>
            <p:nvGrpSpPr>
              <p:cNvPr name="Group 257" id="257"/>
              <p:cNvGrpSpPr/>
              <p:nvPr/>
            </p:nvGrpSpPr>
            <p:grpSpPr>
              <a:xfrm>
                <a:off x="5086026" y="3415502"/>
                <a:ext cx="687003" cy="870454"/>
                <a:chOff x="5208218" y="1654869"/>
                <a:chExt cx="755703" cy="957499"/>
              </a:xfrm>
            </p:grpSpPr>
            <p:sp>
              <p:nvSpPr>
                <p:cNvPr name="AutoShape 258" id="258"/>
                <p:cNvSpPr/>
                <p:nvPr/>
              </p:nvSpPr>
              <p:spPr>
                <a:xfrm>
                  <a:off x="5486776" y="2533033"/>
                  <a:ext cx="202815" cy="79335"/>
                </a:xfrm>
                <a:prstGeom prst="ellipse">
                  <a:avLst/>
                </a:prstGeom>
                <a:solidFill>
                  <a:srgbClr val="8497B0">
                    <a:alpha val="66000"/>
                  </a:srgbClr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59" id="259"/>
                <p:cNvSpPr/>
                <p:nvPr/>
              </p:nvSpPr>
              <p:spPr>
                <a:xfrm rot="8100000">
                  <a:off x="5208218" y="1654869"/>
                  <a:ext cx="755703" cy="755703"/>
                </a:xfrm>
                <a:prstGeom prst="teardrop">
                  <a:avLst/>
                </a:prstGeom>
                <a:solidFill>
                  <a:srgbClr val="000000">
                    <a:lumMod val="75000"/>
                    <a:lumOff val="25000"/>
                  </a:srgbClr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</p:grpSp>
          <p:sp>
            <p:nvSpPr>
              <p:cNvPr name="Freeform 260" id="260"/>
              <p:cNvSpPr/>
              <p:nvPr/>
            </p:nvSpPr>
            <p:spPr>
              <a:xfrm>
                <a:off x="6985265" y="2686468"/>
                <a:ext cx="343501" cy="286251"/>
              </a:xfrm>
              <a:custGeom>
                <a:avLst/>
                <a:gdLst/>
                <a:ahLst/>
                <a:cxnLst/>
                <a:rect r="r" b="b" t="t" l="l"/>
                <a:pathLst>
                  <a:path w="288" h="240" stroke="true" fill="norm" extrusionOk="true">
                    <a:moveTo>
                      <a:pt x="48" y="45"/>
                    </a:moveTo>
                    <a:lnTo>
                      <a:pt x="48" y="240"/>
                    </a:lnTo>
                    <a:lnTo>
                      <a:pt x="27" y="240"/>
                    </a:lnTo>
                    <a:lnTo>
                      <a:pt x="27" y="240"/>
                    </a:lnTo>
                    <a:lnTo>
                      <a:pt x="17" y="237"/>
                    </a:lnTo>
                    <a:lnTo>
                      <a:pt x="17" y="237"/>
                    </a:lnTo>
                    <a:lnTo>
                      <a:pt x="7" y="232"/>
                    </a:lnTo>
                    <a:lnTo>
                      <a:pt x="7" y="232"/>
                    </a:lnTo>
                    <a:lnTo>
                      <a:pt x="3" y="223"/>
                    </a:lnTo>
                    <a:lnTo>
                      <a:pt x="3" y="223"/>
                    </a:lnTo>
                    <a:lnTo>
                      <a:pt x="0" y="216"/>
                    </a:lnTo>
                    <a:lnTo>
                      <a:pt x="0" y="67"/>
                    </a:lnTo>
                    <a:lnTo>
                      <a:pt x="0" y="67"/>
                    </a:lnTo>
                    <a:lnTo>
                      <a:pt x="3" y="60"/>
                    </a:lnTo>
                    <a:lnTo>
                      <a:pt x="3" y="60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17" y="48"/>
                    </a:lnTo>
                    <a:lnTo>
                      <a:pt x="17" y="48"/>
                    </a:lnTo>
                    <a:lnTo>
                      <a:pt x="24" y="45"/>
                    </a:lnTo>
                    <a:lnTo>
                      <a:pt x="48" y="45"/>
                    </a:lnTo>
                    <a:close/>
                    <a:moveTo>
                      <a:pt x="65" y="45"/>
                    </a:moveTo>
                    <a:lnTo>
                      <a:pt x="103" y="45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9"/>
                    </a:lnTo>
                    <a:lnTo>
                      <a:pt x="103" y="9"/>
                    </a:lnTo>
                    <a:lnTo>
                      <a:pt x="108" y="5"/>
                    </a:lnTo>
                    <a:lnTo>
                      <a:pt x="108" y="5"/>
                    </a:lnTo>
                    <a:lnTo>
                      <a:pt x="113" y="2"/>
                    </a:lnTo>
                    <a:lnTo>
                      <a:pt x="113" y="2"/>
                    </a:lnTo>
                    <a:lnTo>
                      <a:pt x="118" y="0"/>
                    </a:lnTo>
                    <a:lnTo>
                      <a:pt x="170" y="0"/>
                    </a:lnTo>
                    <a:lnTo>
                      <a:pt x="170" y="0"/>
                    </a:lnTo>
                    <a:lnTo>
                      <a:pt x="175" y="2"/>
                    </a:lnTo>
                    <a:lnTo>
                      <a:pt x="175" y="2"/>
                    </a:lnTo>
                    <a:lnTo>
                      <a:pt x="180" y="5"/>
                    </a:lnTo>
                    <a:lnTo>
                      <a:pt x="180" y="5"/>
                    </a:lnTo>
                    <a:lnTo>
                      <a:pt x="182" y="9"/>
                    </a:lnTo>
                    <a:lnTo>
                      <a:pt x="182" y="9"/>
                    </a:lnTo>
                    <a:lnTo>
                      <a:pt x="185" y="14"/>
                    </a:lnTo>
                    <a:lnTo>
                      <a:pt x="185" y="45"/>
                    </a:lnTo>
                    <a:lnTo>
                      <a:pt x="223" y="45"/>
                    </a:lnTo>
                    <a:lnTo>
                      <a:pt x="223" y="240"/>
                    </a:lnTo>
                    <a:lnTo>
                      <a:pt x="65" y="240"/>
                    </a:lnTo>
                    <a:lnTo>
                      <a:pt x="65" y="45"/>
                    </a:lnTo>
                    <a:close/>
                    <a:moveTo>
                      <a:pt x="118" y="17"/>
                    </a:moveTo>
                    <a:lnTo>
                      <a:pt x="118" y="45"/>
                    </a:lnTo>
                    <a:lnTo>
                      <a:pt x="170" y="45"/>
                    </a:lnTo>
                    <a:lnTo>
                      <a:pt x="170" y="17"/>
                    </a:lnTo>
                    <a:lnTo>
                      <a:pt x="118" y="17"/>
                    </a:lnTo>
                    <a:close/>
                    <a:moveTo>
                      <a:pt x="238" y="45"/>
                    </a:moveTo>
                    <a:lnTo>
                      <a:pt x="264" y="45"/>
                    </a:lnTo>
                    <a:lnTo>
                      <a:pt x="264" y="45"/>
                    </a:lnTo>
                    <a:lnTo>
                      <a:pt x="271" y="48"/>
                    </a:lnTo>
                    <a:lnTo>
                      <a:pt x="271" y="48"/>
                    </a:lnTo>
                    <a:lnTo>
                      <a:pt x="281" y="53"/>
                    </a:lnTo>
                    <a:lnTo>
                      <a:pt x="281" y="53"/>
                    </a:lnTo>
                    <a:lnTo>
                      <a:pt x="286" y="60"/>
                    </a:lnTo>
                    <a:lnTo>
                      <a:pt x="286" y="60"/>
                    </a:lnTo>
                    <a:lnTo>
                      <a:pt x="288" y="67"/>
                    </a:lnTo>
                    <a:lnTo>
                      <a:pt x="288" y="216"/>
                    </a:lnTo>
                    <a:lnTo>
                      <a:pt x="288" y="216"/>
                    </a:lnTo>
                    <a:lnTo>
                      <a:pt x="286" y="223"/>
                    </a:lnTo>
                    <a:lnTo>
                      <a:pt x="286" y="223"/>
                    </a:lnTo>
                    <a:lnTo>
                      <a:pt x="278" y="232"/>
                    </a:lnTo>
                    <a:lnTo>
                      <a:pt x="278" y="232"/>
                    </a:lnTo>
                    <a:lnTo>
                      <a:pt x="271" y="237"/>
                    </a:lnTo>
                    <a:lnTo>
                      <a:pt x="271" y="237"/>
                    </a:lnTo>
                    <a:lnTo>
                      <a:pt x="262" y="240"/>
                    </a:lnTo>
                    <a:lnTo>
                      <a:pt x="238" y="240"/>
                    </a:lnTo>
                    <a:lnTo>
                      <a:pt x="238" y="4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61" id="261"/>
              <p:cNvSpPr/>
              <p:nvPr/>
            </p:nvSpPr>
            <p:spPr>
              <a:xfrm>
                <a:off x="5275059" y="3529683"/>
                <a:ext cx="323476" cy="438233"/>
              </a:xfrm>
              <a:custGeom>
                <a:avLst/>
                <a:gdLst/>
                <a:ahLst/>
                <a:cxnLst/>
                <a:rect r="r" b="b" t="t" l="l"/>
                <a:pathLst>
                  <a:path w="1259" h="1708" stroke="true" fill="norm" extrusionOk="true">
                    <a:moveTo>
                      <a:pt x="1133" y="1455"/>
                    </a:moveTo>
                    <a:lnTo>
                      <a:pt x="1185" y="1455"/>
                    </a:lnTo>
                    <a:lnTo>
                      <a:pt x="1192" y="1455"/>
                    </a:lnTo>
                    <a:lnTo>
                      <a:pt x="1200" y="1453"/>
                    </a:lnTo>
                    <a:lnTo>
                      <a:pt x="1207" y="1452"/>
                    </a:lnTo>
                    <a:lnTo>
                      <a:pt x="1213" y="1449"/>
                    </a:lnTo>
                    <a:lnTo>
                      <a:pt x="1220" y="1445"/>
                    </a:lnTo>
                    <a:lnTo>
                      <a:pt x="1227" y="1443"/>
                    </a:lnTo>
                    <a:lnTo>
                      <a:pt x="1232" y="1437"/>
                    </a:lnTo>
                    <a:lnTo>
                      <a:pt x="1238" y="1433"/>
                    </a:lnTo>
                    <a:lnTo>
                      <a:pt x="1242" y="1428"/>
                    </a:lnTo>
                    <a:lnTo>
                      <a:pt x="1247" y="1423"/>
                    </a:lnTo>
                    <a:lnTo>
                      <a:pt x="1250" y="1416"/>
                    </a:lnTo>
                    <a:lnTo>
                      <a:pt x="1254" y="1409"/>
                    </a:lnTo>
                    <a:lnTo>
                      <a:pt x="1256" y="1402"/>
                    </a:lnTo>
                    <a:lnTo>
                      <a:pt x="1258" y="1396"/>
                    </a:lnTo>
                    <a:lnTo>
                      <a:pt x="1259" y="1388"/>
                    </a:lnTo>
                    <a:lnTo>
                      <a:pt x="1259" y="1381"/>
                    </a:lnTo>
                    <a:lnTo>
                      <a:pt x="1259" y="1047"/>
                    </a:lnTo>
                    <a:lnTo>
                      <a:pt x="1259" y="1039"/>
                    </a:lnTo>
                    <a:lnTo>
                      <a:pt x="1258" y="1031"/>
                    </a:lnTo>
                    <a:lnTo>
                      <a:pt x="1256" y="1024"/>
                    </a:lnTo>
                    <a:lnTo>
                      <a:pt x="1254" y="1018"/>
                    </a:lnTo>
                    <a:lnTo>
                      <a:pt x="1250" y="1011"/>
                    </a:lnTo>
                    <a:lnTo>
                      <a:pt x="1247" y="1006"/>
                    </a:lnTo>
                    <a:lnTo>
                      <a:pt x="1242" y="999"/>
                    </a:lnTo>
                    <a:lnTo>
                      <a:pt x="1238" y="994"/>
                    </a:lnTo>
                    <a:lnTo>
                      <a:pt x="1232" y="989"/>
                    </a:lnTo>
                    <a:lnTo>
                      <a:pt x="1227" y="985"/>
                    </a:lnTo>
                    <a:lnTo>
                      <a:pt x="1220" y="981"/>
                    </a:lnTo>
                    <a:lnTo>
                      <a:pt x="1213" y="977"/>
                    </a:lnTo>
                    <a:lnTo>
                      <a:pt x="1207" y="976"/>
                    </a:lnTo>
                    <a:lnTo>
                      <a:pt x="1200" y="973"/>
                    </a:lnTo>
                    <a:lnTo>
                      <a:pt x="1192" y="972"/>
                    </a:lnTo>
                    <a:lnTo>
                      <a:pt x="1185" y="972"/>
                    </a:lnTo>
                    <a:lnTo>
                      <a:pt x="1133" y="972"/>
                    </a:lnTo>
                    <a:lnTo>
                      <a:pt x="1133" y="1455"/>
                    </a:lnTo>
                    <a:close/>
                    <a:moveTo>
                      <a:pt x="448" y="143"/>
                    </a:moveTo>
                    <a:lnTo>
                      <a:pt x="448" y="157"/>
                    </a:lnTo>
                    <a:lnTo>
                      <a:pt x="451" y="172"/>
                    </a:lnTo>
                    <a:lnTo>
                      <a:pt x="455" y="185"/>
                    </a:lnTo>
                    <a:lnTo>
                      <a:pt x="459" y="197"/>
                    </a:lnTo>
                    <a:lnTo>
                      <a:pt x="465" y="209"/>
                    </a:lnTo>
                    <a:lnTo>
                      <a:pt x="472" y="221"/>
                    </a:lnTo>
                    <a:lnTo>
                      <a:pt x="480" y="232"/>
                    </a:lnTo>
                    <a:lnTo>
                      <a:pt x="489" y="241"/>
                    </a:lnTo>
                    <a:lnTo>
                      <a:pt x="499" y="251"/>
                    </a:lnTo>
                    <a:lnTo>
                      <a:pt x="510" y="259"/>
                    </a:lnTo>
                    <a:lnTo>
                      <a:pt x="522" y="265"/>
                    </a:lnTo>
                    <a:lnTo>
                      <a:pt x="534" y="272"/>
                    </a:lnTo>
                    <a:lnTo>
                      <a:pt x="546" y="276"/>
                    </a:lnTo>
                    <a:lnTo>
                      <a:pt x="559" y="280"/>
                    </a:lnTo>
                    <a:lnTo>
                      <a:pt x="574" y="283"/>
                    </a:lnTo>
                    <a:lnTo>
                      <a:pt x="589" y="283"/>
                    </a:lnTo>
                    <a:lnTo>
                      <a:pt x="602" y="283"/>
                    </a:lnTo>
                    <a:lnTo>
                      <a:pt x="617" y="280"/>
                    </a:lnTo>
                    <a:lnTo>
                      <a:pt x="630" y="276"/>
                    </a:lnTo>
                    <a:lnTo>
                      <a:pt x="642" y="272"/>
                    </a:lnTo>
                    <a:lnTo>
                      <a:pt x="654" y="265"/>
                    </a:lnTo>
                    <a:lnTo>
                      <a:pt x="666" y="259"/>
                    </a:lnTo>
                    <a:lnTo>
                      <a:pt x="677" y="251"/>
                    </a:lnTo>
                    <a:lnTo>
                      <a:pt x="688" y="241"/>
                    </a:lnTo>
                    <a:lnTo>
                      <a:pt x="696" y="232"/>
                    </a:lnTo>
                    <a:lnTo>
                      <a:pt x="704" y="221"/>
                    </a:lnTo>
                    <a:lnTo>
                      <a:pt x="712" y="209"/>
                    </a:lnTo>
                    <a:lnTo>
                      <a:pt x="717" y="197"/>
                    </a:lnTo>
                    <a:lnTo>
                      <a:pt x="721" y="185"/>
                    </a:lnTo>
                    <a:lnTo>
                      <a:pt x="725" y="172"/>
                    </a:lnTo>
                    <a:lnTo>
                      <a:pt x="728" y="157"/>
                    </a:lnTo>
                    <a:lnTo>
                      <a:pt x="728" y="143"/>
                    </a:lnTo>
                    <a:lnTo>
                      <a:pt x="728" y="129"/>
                    </a:lnTo>
                    <a:lnTo>
                      <a:pt x="725" y="114"/>
                    </a:lnTo>
                    <a:lnTo>
                      <a:pt x="721" y="101"/>
                    </a:lnTo>
                    <a:lnTo>
                      <a:pt x="717" y="88"/>
                    </a:lnTo>
                    <a:lnTo>
                      <a:pt x="712" y="76"/>
                    </a:lnTo>
                    <a:lnTo>
                      <a:pt x="704" y="64"/>
                    </a:lnTo>
                    <a:lnTo>
                      <a:pt x="696" y="54"/>
                    </a:lnTo>
                    <a:lnTo>
                      <a:pt x="688" y="44"/>
                    </a:lnTo>
                    <a:lnTo>
                      <a:pt x="677" y="35"/>
                    </a:lnTo>
                    <a:lnTo>
                      <a:pt x="666" y="27"/>
                    </a:lnTo>
                    <a:lnTo>
                      <a:pt x="654" y="20"/>
                    </a:lnTo>
                    <a:lnTo>
                      <a:pt x="642" y="13"/>
                    </a:lnTo>
                    <a:lnTo>
                      <a:pt x="630" y="9"/>
                    </a:lnTo>
                    <a:lnTo>
                      <a:pt x="617" y="5"/>
                    </a:lnTo>
                    <a:lnTo>
                      <a:pt x="602" y="3"/>
                    </a:lnTo>
                    <a:lnTo>
                      <a:pt x="589" y="3"/>
                    </a:lnTo>
                    <a:lnTo>
                      <a:pt x="574" y="3"/>
                    </a:lnTo>
                    <a:lnTo>
                      <a:pt x="559" y="5"/>
                    </a:lnTo>
                    <a:lnTo>
                      <a:pt x="546" y="9"/>
                    </a:lnTo>
                    <a:lnTo>
                      <a:pt x="534" y="13"/>
                    </a:lnTo>
                    <a:lnTo>
                      <a:pt x="522" y="20"/>
                    </a:lnTo>
                    <a:lnTo>
                      <a:pt x="510" y="27"/>
                    </a:lnTo>
                    <a:lnTo>
                      <a:pt x="499" y="35"/>
                    </a:lnTo>
                    <a:lnTo>
                      <a:pt x="489" y="44"/>
                    </a:lnTo>
                    <a:lnTo>
                      <a:pt x="480" y="54"/>
                    </a:lnTo>
                    <a:lnTo>
                      <a:pt x="472" y="64"/>
                    </a:lnTo>
                    <a:lnTo>
                      <a:pt x="465" y="76"/>
                    </a:lnTo>
                    <a:lnTo>
                      <a:pt x="459" y="88"/>
                    </a:lnTo>
                    <a:lnTo>
                      <a:pt x="455" y="101"/>
                    </a:lnTo>
                    <a:lnTo>
                      <a:pt x="451" y="114"/>
                    </a:lnTo>
                    <a:lnTo>
                      <a:pt x="448" y="129"/>
                    </a:lnTo>
                    <a:lnTo>
                      <a:pt x="448" y="143"/>
                    </a:lnTo>
                    <a:close/>
                    <a:moveTo>
                      <a:pt x="833" y="972"/>
                    </a:moveTo>
                    <a:lnTo>
                      <a:pt x="833" y="905"/>
                    </a:lnTo>
                    <a:lnTo>
                      <a:pt x="965" y="905"/>
                    </a:lnTo>
                    <a:lnTo>
                      <a:pt x="965" y="972"/>
                    </a:lnTo>
                    <a:lnTo>
                      <a:pt x="833" y="972"/>
                    </a:lnTo>
                    <a:close/>
                    <a:moveTo>
                      <a:pt x="768" y="972"/>
                    </a:moveTo>
                    <a:lnTo>
                      <a:pt x="768" y="542"/>
                    </a:lnTo>
                    <a:lnTo>
                      <a:pt x="796" y="542"/>
                    </a:lnTo>
                    <a:lnTo>
                      <a:pt x="796" y="972"/>
                    </a:lnTo>
                    <a:lnTo>
                      <a:pt x="768" y="972"/>
                    </a:lnTo>
                    <a:close/>
                    <a:moveTo>
                      <a:pt x="19" y="110"/>
                    </a:moveTo>
                    <a:lnTo>
                      <a:pt x="44" y="134"/>
                    </a:lnTo>
                    <a:lnTo>
                      <a:pt x="93" y="182"/>
                    </a:lnTo>
                    <a:lnTo>
                      <a:pt x="156" y="247"/>
                    </a:lnTo>
                    <a:lnTo>
                      <a:pt x="225" y="316"/>
                    </a:lnTo>
                    <a:lnTo>
                      <a:pt x="295" y="385"/>
                    </a:lnTo>
                    <a:lnTo>
                      <a:pt x="354" y="445"/>
                    </a:lnTo>
                    <a:lnTo>
                      <a:pt x="397" y="487"/>
                    </a:lnTo>
                    <a:lnTo>
                      <a:pt x="412" y="503"/>
                    </a:lnTo>
                    <a:lnTo>
                      <a:pt x="412" y="514"/>
                    </a:lnTo>
                    <a:lnTo>
                      <a:pt x="412" y="547"/>
                    </a:lnTo>
                    <a:lnTo>
                      <a:pt x="412" y="601"/>
                    </a:lnTo>
                    <a:lnTo>
                      <a:pt x="412" y="668"/>
                    </a:lnTo>
                    <a:lnTo>
                      <a:pt x="412" y="749"/>
                    </a:lnTo>
                    <a:lnTo>
                      <a:pt x="412" y="839"/>
                    </a:lnTo>
                    <a:lnTo>
                      <a:pt x="412" y="937"/>
                    </a:lnTo>
                    <a:lnTo>
                      <a:pt x="412" y="1039"/>
                    </a:lnTo>
                    <a:lnTo>
                      <a:pt x="412" y="1141"/>
                    </a:lnTo>
                    <a:lnTo>
                      <a:pt x="412" y="1240"/>
                    </a:lnTo>
                    <a:lnTo>
                      <a:pt x="412" y="1335"/>
                    </a:lnTo>
                    <a:lnTo>
                      <a:pt x="412" y="1421"/>
                    </a:lnTo>
                    <a:lnTo>
                      <a:pt x="412" y="1496"/>
                    </a:lnTo>
                    <a:lnTo>
                      <a:pt x="412" y="1558"/>
                    </a:lnTo>
                    <a:lnTo>
                      <a:pt x="412" y="1601"/>
                    </a:lnTo>
                    <a:lnTo>
                      <a:pt x="412" y="1625"/>
                    </a:lnTo>
                    <a:lnTo>
                      <a:pt x="413" y="1633"/>
                    </a:lnTo>
                    <a:lnTo>
                      <a:pt x="414" y="1642"/>
                    </a:lnTo>
                    <a:lnTo>
                      <a:pt x="416" y="1649"/>
                    </a:lnTo>
                    <a:lnTo>
                      <a:pt x="418" y="1657"/>
                    </a:lnTo>
                    <a:lnTo>
                      <a:pt x="422" y="1664"/>
                    </a:lnTo>
                    <a:lnTo>
                      <a:pt x="426" y="1671"/>
                    </a:lnTo>
                    <a:lnTo>
                      <a:pt x="432" y="1677"/>
                    </a:lnTo>
                    <a:lnTo>
                      <a:pt x="437" y="1684"/>
                    </a:lnTo>
                    <a:lnTo>
                      <a:pt x="443" y="1689"/>
                    </a:lnTo>
                    <a:lnTo>
                      <a:pt x="449" y="1693"/>
                    </a:lnTo>
                    <a:lnTo>
                      <a:pt x="456" y="1697"/>
                    </a:lnTo>
                    <a:lnTo>
                      <a:pt x="463" y="1701"/>
                    </a:lnTo>
                    <a:lnTo>
                      <a:pt x="471" y="1704"/>
                    </a:lnTo>
                    <a:lnTo>
                      <a:pt x="479" y="1705"/>
                    </a:lnTo>
                    <a:lnTo>
                      <a:pt x="487" y="1707"/>
                    </a:lnTo>
                    <a:lnTo>
                      <a:pt x="495" y="1708"/>
                    </a:lnTo>
                    <a:lnTo>
                      <a:pt x="503" y="1707"/>
                    </a:lnTo>
                    <a:lnTo>
                      <a:pt x="511" y="1705"/>
                    </a:lnTo>
                    <a:lnTo>
                      <a:pt x="519" y="1704"/>
                    </a:lnTo>
                    <a:lnTo>
                      <a:pt x="527" y="1701"/>
                    </a:lnTo>
                    <a:lnTo>
                      <a:pt x="534" y="1697"/>
                    </a:lnTo>
                    <a:lnTo>
                      <a:pt x="540" y="1693"/>
                    </a:lnTo>
                    <a:lnTo>
                      <a:pt x="547" y="1689"/>
                    </a:lnTo>
                    <a:lnTo>
                      <a:pt x="552" y="1684"/>
                    </a:lnTo>
                    <a:lnTo>
                      <a:pt x="558" y="1677"/>
                    </a:lnTo>
                    <a:lnTo>
                      <a:pt x="563" y="1671"/>
                    </a:lnTo>
                    <a:lnTo>
                      <a:pt x="567" y="1664"/>
                    </a:lnTo>
                    <a:lnTo>
                      <a:pt x="571" y="1657"/>
                    </a:lnTo>
                    <a:lnTo>
                      <a:pt x="574" y="1649"/>
                    </a:lnTo>
                    <a:lnTo>
                      <a:pt x="575" y="1642"/>
                    </a:lnTo>
                    <a:lnTo>
                      <a:pt x="577" y="1633"/>
                    </a:lnTo>
                    <a:lnTo>
                      <a:pt x="577" y="1625"/>
                    </a:lnTo>
                    <a:lnTo>
                      <a:pt x="577" y="981"/>
                    </a:lnTo>
                    <a:lnTo>
                      <a:pt x="605" y="981"/>
                    </a:lnTo>
                    <a:lnTo>
                      <a:pt x="605" y="1625"/>
                    </a:lnTo>
                    <a:lnTo>
                      <a:pt x="606" y="1633"/>
                    </a:lnTo>
                    <a:lnTo>
                      <a:pt x="606" y="1642"/>
                    </a:lnTo>
                    <a:lnTo>
                      <a:pt x="609" y="1649"/>
                    </a:lnTo>
                    <a:lnTo>
                      <a:pt x="611" y="1657"/>
                    </a:lnTo>
                    <a:lnTo>
                      <a:pt x="616" y="1664"/>
                    </a:lnTo>
                    <a:lnTo>
                      <a:pt x="620" y="1671"/>
                    </a:lnTo>
                    <a:lnTo>
                      <a:pt x="624" y="1677"/>
                    </a:lnTo>
                    <a:lnTo>
                      <a:pt x="629" y="1684"/>
                    </a:lnTo>
                    <a:lnTo>
                      <a:pt x="636" y="1689"/>
                    </a:lnTo>
                    <a:lnTo>
                      <a:pt x="641" y="1693"/>
                    </a:lnTo>
                    <a:lnTo>
                      <a:pt x="648" y="1697"/>
                    </a:lnTo>
                    <a:lnTo>
                      <a:pt x="656" y="1701"/>
                    </a:lnTo>
                    <a:lnTo>
                      <a:pt x="662" y="1704"/>
                    </a:lnTo>
                    <a:lnTo>
                      <a:pt x="670" y="1705"/>
                    </a:lnTo>
                    <a:lnTo>
                      <a:pt x="679" y="1707"/>
                    </a:lnTo>
                    <a:lnTo>
                      <a:pt x="687" y="1708"/>
                    </a:lnTo>
                    <a:lnTo>
                      <a:pt x="696" y="1707"/>
                    </a:lnTo>
                    <a:lnTo>
                      <a:pt x="704" y="1705"/>
                    </a:lnTo>
                    <a:lnTo>
                      <a:pt x="712" y="1704"/>
                    </a:lnTo>
                    <a:lnTo>
                      <a:pt x="719" y="1701"/>
                    </a:lnTo>
                    <a:lnTo>
                      <a:pt x="727" y="1697"/>
                    </a:lnTo>
                    <a:lnTo>
                      <a:pt x="733" y="1693"/>
                    </a:lnTo>
                    <a:lnTo>
                      <a:pt x="740" y="1689"/>
                    </a:lnTo>
                    <a:lnTo>
                      <a:pt x="746" y="1684"/>
                    </a:lnTo>
                    <a:lnTo>
                      <a:pt x="751" y="1677"/>
                    </a:lnTo>
                    <a:lnTo>
                      <a:pt x="755" y="1671"/>
                    </a:lnTo>
                    <a:lnTo>
                      <a:pt x="760" y="1664"/>
                    </a:lnTo>
                    <a:lnTo>
                      <a:pt x="763" y="1657"/>
                    </a:lnTo>
                    <a:lnTo>
                      <a:pt x="766" y="1649"/>
                    </a:lnTo>
                    <a:lnTo>
                      <a:pt x="768" y="1642"/>
                    </a:lnTo>
                    <a:lnTo>
                      <a:pt x="770" y="1633"/>
                    </a:lnTo>
                    <a:lnTo>
                      <a:pt x="770" y="1625"/>
                    </a:lnTo>
                    <a:lnTo>
                      <a:pt x="770" y="1605"/>
                    </a:lnTo>
                    <a:lnTo>
                      <a:pt x="770" y="1569"/>
                    </a:lnTo>
                    <a:lnTo>
                      <a:pt x="770" y="1518"/>
                    </a:lnTo>
                    <a:lnTo>
                      <a:pt x="770" y="1455"/>
                    </a:lnTo>
                    <a:lnTo>
                      <a:pt x="1098" y="1455"/>
                    </a:lnTo>
                    <a:lnTo>
                      <a:pt x="1098" y="972"/>
                    </a:lnTo>
                    <a:lnTo>
                      <a:pt x="1003" y="972"/>
                    </a:lnTo>
                    <a:lnTo>
                      <a:pt x="1003" y="902"/>
                    </a:lnTo>
                    <a:lnTo>
                      <a:pt x="1002" y="896"/>
                    </a:lnTo>
                    <a:lnTo>
                      <a:pt x="1000" y="889"/>
                    </a:lnTo>
                    <a:lnTo>
                      <a:pt x="996" y="884"/>
                    </a:lnTo>
                    <a:lnTo>
                      <a:pt x="992" y="878"/>
                    </a:lnTo>
                    <a:lnTo>
                      <a:pt x="987" y="874"/>
                    </a:lnTo>
                    <a:lnTo>
                      <a:pt x="981" y="872"/>
                    </a:lnTo>
                    <a:lnTo>
                      <a:pt x="975" y="869"/>
                    </a:lnTo>
                    <a:lnTo>
                      <a:pt x="968" y="867"/>
                    </a:lnTo>
                    <a:lnTo>
                      <a:pt x="927" y="867"/>
                    </a:lnTo>
                    <a:lnTo>
                      <a:pt x="927" y="854"/>
                    </a:lnTo>
                    <a:lnTo>
                      <a:pt x="927" y="817"/>
                    </a:lnTo>
                    <a:lnTo>
                      <a:pt x="927" y="763"/>
                    </a:lnTo>
                    <a:lnTo>
                      <a:pt x="927" y="701"/>
                    </a:lnTo>
                    <a:lnTo>
                      <a:pt x="927" y="636"/>
                    </a:lnTo>
                    <a:lnTo>
                      <a:pt x="927" y="577"/>
                    </a:lnTo>
                    <a:lnTo>
                      <a:pt x="927" y="528"/>
                    </a:lnTo>
                    <a:lnTo>
                      <a:pt x="927" y="499"/>
                    </a:lnTo>
                    <a:lnTo>
                      <a:pt x="927" y="480"/>
                    </a:lnTo>
                    <a:lnTo>
                      <a:pt x="924" y="463"/>
                    </a:lnTo>
                    <a:lnTo>
                      <a:pt x="918" y="445"/>
                    </a:lnTo>
                    <a:lnTo>
                      <a:pt x="912" y="429"/>
                    </a:lnTo>
                    <a:lnTo>
                      <a:pt x="905" y="413"/>
                    </a:lnTo>
                    <a:lnTo>
                      <a:pt x="896" y="398"/>
                    </a:lnTo>
                    <a:lnTo>
                      <a:pt x="884" y="385"/>
                    </a:lnTo>
                    <a:lnTo>
                      <a:pt x="873" y="371"/>
                    </a:lnTo>
                    <a:lnTo>
                      <a:pt x="859" y="359"/>
                    </a:lnTo>
                    <a:lnTo>
                      <a:pt x="845" y="350"/>
                    </a:lnTo>
                    <a:lnTo>
                      <a:pt x="830" y="341"/>
                    </a:lnTo>
                    <a:lnTo>
                      <a:pt x="814" y="333"/>
                    </a:lnTo>
                    <a:lnTo>
                      <a:pt x="796" y="327"/>
                    </a:lnTo>
                    <a:lnTo>
                      <a:pt x="779" y="323"/>
                    </a:lnTo>
                    <a:lnTo>
                      <a:pt x="762" y="320"/>
                    </a:lnTo>
                    <a:lnTo>
                      <a:pt x="743" y="319"/>
                    </a:lnTo>
                    <a:lnTo>
                      <a:pt x="412" y="319"/>
                    </a:lnTo>
                    <a:lnTo>
                      <a:pt x="400" y="308"/>
                    </a:lnTo>
                    <a:lnTo>
                      <a:pt x="372" y="279"/>
                    </a:lnTo>
                    <a:lnTo>
                      <a:pt x="329" y="237"/>
                    </a:lnTo>
                    <a:lnTo>
                      <a:pt x="279" y="188"/>
                    </a:lnTo>
                    <a:lnTo>
                      <a:pt x="227" y="137"/>
                    </a:lnTo>
                    <a:lnTo>
                      <a:pt x="178" y="87"/>
                    </a:lnTo>
                    <a:lnTo>
                      <a:pt x="137" y="47"/>
                    </a:lnTo>
                    <a:lnTo>
                      <a:pt x="109" y="19"/>
                    </a:lnTo>
                    <a:lnTo>
                      <a:pt x="99" y="11"/>
                    </a:lnTo>
                    <a:lnTo>
                      <a:pt x="89" y="5"/>
                    </a:lnTo>
                    <a:lnTo>
                      <a:pt x="77" y="1"/>
                    </a:lnTo>
                    <a:lnTo>
                      <a:pt x="65" y="0"/>
                    </a:lnTo>
                    <a:lnTo>
                      <a:pt x="63" y="0"/>
                    </a:lnTo>
                    <a:lnTo>
                      <a:pt x="51" y="1"/>
                    </a:lnTo>
                    <a:lnTo>
                      <a:pt x="39" y="5"/>
                    </a:lnTo>
                    <a:lnTo>
                      <a:pt x="28" y="11"/>
                    </a:lnTo>
                    <a:lnTo>
                      <a:pt x="19" y="19"/>
                    </a:lnTo>
                    <a:lnTo>
                      <a:pt x="11" y="28"/>
                    </a:lnTo>
                    <a:lnTo>
                      <a:pt x="4" y="40"/>
                    </a:lnTo>
                    <a:lnTo>
                      <a:pt x="1" y="52"/>
                    </a:lnTo>
                    <a:lnTo>
                      <a:pt x="0" y="64"/>
                    </a:lnTo>
                    <a:lnTo>
                      <a:pt x="1" y="76"/>
                    </a:lnTo>
                    <a:lnTo>
                      <a:pt x="4" y="88"/>
                    </a:lnTo>
                    <a:lnTo>
                      <a:pt x="11" y="99"/>
                    </a:lnTo>
                    <a:lnTo>
                      <a:pt x="19" y="1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262" id="262"/>
            <p:cNvCxnSpPr/>
            <p:nvPr/>
          </p:nvCxnSpPr>
          <p:spPr>
            <a:xfrm>
              <a:off x="530571" y="2515519"/>
              <a:ext cx="4933505" cy="853689"/>
            </a:xfrm>
            <a:prstGeom prst="bentConnector3">
              <a:avLst>
                <a:gd name="adj1" fmla="val 99938"/>
              </a:avLst>
            </a:prstGeom>
            <a:ln w="9525">
              <a:solidFill>
                <a:srgbClr val="000000"/>
              </a:solidFill>
            </a:ln>
          </p:spPr>
        </p:cxnSp>
        <p:cxnSp>
          <p:nvCxnSpPr>
            <p:cNvPr name="Connector 263" id="263"/>
            <p:cNvCxnSpPr/>
            <p:nvPr/>
          </p:nvCxnSpPr>
          <p:spPr>
            <a:xfrm flipV="true" rot="10800000">
              <a:off x="7182950" y="1443818"/>
              <a:ext cx="4319939" cy="1057029"/>
            </a:xfrm>
            <a:prstGeom prst="bentConnector3">
              <a:avLst>
                <a:gd name="adj1" fmla="val 100085"/>
              </a:avLst>
            </a:prstGeom>
            <a:ln w="9525">
              <a:solidFill>
                <a:srgbClr val="000000"/>
              </a:solidFill>
            </a:ln>
          </p:spPr>
        </p:cxnSp>
      </p:grpSp>
    </p:spTree>
  </p:cSld>
  <p:clrMapOvr>
    <a:masterClrMapping/>
  </p:clrMapOvr>
  <p:transition spd="slow">
    <p:wedge/>
  </p:transition>
  <p:timing>
    <p:tnLst>
      <p:par>
        <p:cTn id="8740" dur="indefinite" repeatCount="1000" spd="100%" accel="0%" decel="0%" restart="never" nodeType="tmRoot">
          <p:childTnLst>
            <p:seq concurrent="true" nextAc="seek">
              <p:cTn id="8741" dur="indefinite" repeatCount="1000" spd="100%" accel="0%" decel="0%" nodeType="mainSeq">
                <p:childTnLst>
                  <p:par>
                    <p:cTn id="8742" repeatCount="1000" spd="100%" accel="0%" decel="0%" fill="hold">
                      <p:stCondLst>
                        <p:cond delay="indefinite"/>
                        <p:cond evt="onBegin" delay="0">
                          <p:tn val="8741"/>
                        </p:cond>
                      </p:stCondLst>
                      <p:childTnLst>
                        <p:par>
                          <p:cTn id="874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744" presetID="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45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46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47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4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749" presetID="19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50" dur="2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51" dur="2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52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5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754" presetID="23" presetClass="entr" presetSubtype="27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55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2/3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56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2/3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5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5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759" presetID="3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61" dur="800" repeatCount="1000" spd="100%" accel="0%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62" dur="800" repeatCount="1000" spd="100%" accel="0%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0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63" dur="800" repeatCount="1000" spd="100%" accel="0%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0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64" dur="200" repeatCount="1000" spd="100%" accel="100000" decel="0%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65" dur="200" repeatCount="1000" spd="100%" accel="100000" decel="0%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8760" dur="800" repeatCount="1000" spd="100%" accel="0%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6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768" presetID="2" presetClass="entr" presetSubtype="1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69" dur="10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70" dur="10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7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方案核心組成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>
            <a:off x="2930268" y="1400402"/>
            <a:ext cx="2846975" cy="3164594"/>
            <a:chOff x="-206632" y="1687513"/>
            <a:chExt cx="2846975" cy="3164594"/>
          </a:xfrm>
        </p:grpSpPr>
        <p:sp>
          <p:nvSpPr>
            <p:cNvPr name="Freeform 10" id="10"/>
            <p:cNvSpPr/>
            <p:nvPr/>
          </p:nvSpPr>
          <p:spPr>
            <a:xfrm>
              <a:off x="-206632" y="1687513"/>
              <a:ext cx="2846975" cy="3164594"/>
            </a:xfrm>
            <a:custGeom>
              <a:avLst/>
              <a:gdLst/>
              <a:ahLst/>
              <a:cxnLst/>
              <a:rect r="r" b="b" t="t" l="l"/>
              <a:pathLst>
                <a:path w="2846975" h="3164594" stroke="true" fill="norm" extrusionOk="true">
                  <a:moveTo>
                    <a:pt x="0" y="0"/>
                  </a:moveTo>
                  <a:lnTo>
                    <a:pt x="2846974" y="0"/>
                  </a:lnTo>
                  <a:lnTo>
                    <a:pt x="2846974" y="3164593"/>
                  </a:lnTo>
                  <a:lnTo>
                    <a:pt x="0" y="3164593"/>
                  </a:lnTo>
                  <a:close/>
                </a:path>
              </a:pathLst>
            </a:custGeom>
            <a:noFill/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grpSp>
          <p:nvGrpSpPr>
            <p:cNvPr name="Group 11" id="11"/>
            <p:cNvGrpSpPr/>
            <p:nvPr/>
          </p:nvGrpSpPr>
          <p:grpSpPr>
            <a:xfrm>
              <a:off x="1190369" y="1687513"/>
              <a:ext cx="1449974" cy="1551693"/>
              <a:chOff x="1009650" y="3961130"/>
              <a:chExt cx="1236980" cy="1323340"/>
            </a:xfrm>
            <a:solidFill>
              <a:srgbClr val="C00000"/>
            </a:solidFill>
          </p:grpSpPr>
          <p:sp>
            <p:nvSpPr>
              <p:cNvPr name="AutoShape 12" id="12"/>
              <p:cNvSpPr/>
              <p:nvPr/>
            </p:nvSpPr>
            <p:spPr>
              <a:xfrm rot="3392541">
                <a:off x="966470" y="4004310"/>
                <a:ext cx="1323340" cy="1236980"/>
              </a:xfrm>
              <a:prstGeom prst="blockArc">
                <a:avLst>
                  <a:gd name="adj1" fmla="val 13465104"/>
                  <a:gd name="adj2" fmla="val 18986026"/>
                  <a:gd name="adj3" fmla="val 5324"/>
                </a:avLst>
              </a:prstGeom>
              <a:grpFill/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3" id="13"/>
              <p:cNvSpPr/>
              <p:nvPr/>
            </p:nvSpPr>
            <p:spPr>
              <a:xfrm rot="11492934">
                <a:off x="2011620" y="4205488"/>
                <a:ext cx="208015" cy="209449"/>
              </a:xfrm>
              <a:prstGeom prst="rtTriangle">
                <a:avLst/>
              </a:prstGeom>
              <a:grpFill/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</p:grpSp>
      <p:sp>
        <p:nvSpPr>
          <p:cNvPr name="AutoShape 14" id="14"/>
          <p:cNvSpPr/>
          <p:nvPr/>
        </p:nvSpPr>
        <p:spPr>
          <a:xfrm>
            <a:off x="3973491" y="1484000"/>
            <a:ext cx="1690336" cy="1689626"/>
          </a:xfrm>
          <a:prstGeom prst="ellipse">
            <a:avLst/>
          </a:prstGeom>
          <a:solidFill>
            <a:srgbClr val="C00000"/>
          </a:solidFill>
          <a:ln cap="flat" cmpd="sng">
            <a:prstDash val="solid"/>
          </a:ln>
          <a:effectLst>
            <a:outerShdw algn="tr" blurRad="254000" dir="8100000" dist="127000" rotWithShape="false">
              <a:srgbClr val="000000">
                <a:alpha val="60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5" id="15"/>
          <p:cNvGrpSpPr/>
          <p:nvPr/>
        </p:nvGrpSpPr>
        <p:grpSpPr>
          <a:xfrm>
            <a:off x="4100642" y="1610797"/>
            <a:ext cx="1436033" cy="1436029"/>
            <a:chOff x="304800" y="673100"/>
            <a:chExt cx="4000500" cy="4000500"/>
          </a:xfrm>
        </p:grpSpPr>
        <p:sp>
          <p:nvSpPr>
            <p:cNvPr name="AutoShape 16" id="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4131984" y="1938566"/>
            <a:ext cx="140469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ctr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AI模型選擇與客製化</a:t>
            </a:r>
          </a:p>
        </p:txBody>
      </p:sp>
      <p:grpSp>
        <p:nvGrpSpPr>
          <p:cNvPr name="Group 19" id="19"/>
          <p:cNvGrpSpPr/>
          <p:nvPr/>
        </p:nvGrpSpPr>
        <p:grpSpPr>
          <a:xfrm>
            <a:off x="5260503" y="1400402"/>
            <a:ext cx="2846975" cy="3164594"/>
            <a:chOff x="-206632" y="1687513"/>
            <a:chExt cx="2846975" cy="3164594"/>
          </a:xfrm>
        </p:grpSpPr>
        <p:sp>
          <p:nvSpPr>
            <p:cNvPr name="Freeform 20" id="20"/>
            <p:cNvSpPr/>
            <p:nvPr/>
          </p:nvSpPr>
          <p:spPr>
            <a:xfrm>
              <a:off x="-206632" y="1687513"/>
              <a:ext cx="2846975" cy="3164594"/>
            </a:xfrm>
            <a:custGeom>
              <a:avLst/>
              <a:gdLst/>
              <a:ahLst/>
              <a:cxnLst/>
              <a:rect r="r" b="b" t="t" l="l"/>
              <a:pathLst>
                <a:path w="2846975" h="3164594" stroke="true" fill="norm" extrusionOk="true">
                  <a:moveTo>
                    <a:pt x="0" y="0"/>
                  </a:moveTo>
                  <a:lnTo>
                    <a:pt x="2846974" y="0"/>
                  </a:lnTo>
                  <a:lnTo>
                    <a:pt x="2846974" y="3164593"/>
                  </a:lnTo>
                  <a:lnTo>
                    <a:pt x="0" y="3164593"/>
                  </a:lnTo>
                  <a:close/>
                </a:path>
              </a:pathLst>
            </a:custGeom>
            <a:noFill/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grpSp>
          <p:nvGrpSpPr>
            <p:cNvPr name="Group 21" id="21"/>
            <p:cNvGrpSpPr/>
            <p:nvPr/>
          </p:nvGrpSpPr>
          <p:grpSpPr>
            <a:xfrm>
              <a:off x="1190369" y="1687513"/>
              <a:ext cx="1449974" cy="1551693"/>
              <a:chOff x="1009650" y="3961130"/>
              <a:chExt cx="1236980" cy="1323340"/>
            </a:xfrm>
            <a:solidFill>
              <a:srgbClr val="C00000"/>
            </a:solidFill>
          </p:grpSpPr>
          <p:sp>
            <p:nvSpPr>
              <p:cNvPr name="AutoShape 22" id="22"/>
              <p:cNvSpPr/>
              <p:nvPr/>
            </p:nvSpPr>
            <p:spPr>
              <a:xfrm rot="3392541">
                <a:off x="966470" y="4004310"/>
                <a:ext cx="1323340" cy="1236980"/>
              </a:xfrm>
              <a:prstGeom prst="blockArc">
                <a:avLst>
                  <a:gd name="adj1" fmla="val 13465104"/>
                  <a:gd name="adj2" fmla="val 18986026"/>
                  <a:gd name="adj3" fmla="val 5324"/>
                </a:avLst>
              </a:prstGeom>
              <a:grpFill/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23" id="23"/>
              <p:cNvSpPr/>
              <p:nvPr/>
            </p:nvSpPr>
            <p:spPr>
              <a:xfrm rot="11492934">
                <a:off x="2011620" y="4205488"/>
                <a:ext cx="208015" cy="209449"/>
              </a:xfrm>
              <a:prstGeom prst="rtTriangle">
                <a:avLst/>
              </a:prstGeom>
              <a:grpFill/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</p:grpSp>
      <p:sp>
        <p:nvSpPr>
          <p:cNvPr name="AutoShape 24" id="24"/>
          <p:cNvSpPr/>
          <p:nvPr/>
        </p:nvSpPr>
        <p:spPr>
          <a:xfrm>
            <a:off x="6303726" y="1484000"/>
            <a:ext cx="1690336" cy="1689626"/>
          </a:xfrm>
          <a:prstGeom prst="ellipse">
            <a:avLst/>
          </a:prstGeom>
          <a:solidFill>
            <a:srgbClr val="C00000"/>
          </a:solidFill>
          <a:ln cap="flat" cmpd="sng">
            <a:prstDash val="solid"/>
          </a:ln>
          <a:effectLst>
            <a:outerShdw algn="tr" blurRad="254000" dir="8100000" dist="127000" rotWithShape="false">
              <a:srgbClr val="000000">
                <a:alpha val="60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25" id="25"/>
          <p:cNvGrpSpPr/>
          <p:nvPr/>
        </p:nvGrpSpPr>
        <p:grpSpPr>
          <a:xfrm>
            <a:off x="6430877" y="1610797"/>
            <a:ext cx="1436033" cy="1436029"/>
            <a:chOff x="304800" y="673100"/>
            <a:chExt cx="4000500" cy="4000500"/>
          </a:xfrm>
        </p:grpSpPr>
        <p:sp>
          <p:nvSpPr>
            <p:cNvPr name="AutoShape 26" id="2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27" id="2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2920742" y="3917224"/>
            <a:ext cx="2846975" cy="3164594"/>
            <a:chOff x="-206632" y="1687513"/>
            <a:chExt cx="2846975" cy="3164594"/>
          </a:xfrm>
        </p:grpSpPr>
        <p:sp>
          <p:nvSpPr>
            <p:cNvPr name="Freeform 29" id="29"/>
            <p:cNvSpPr/>
            <p:nvPr/>
          </p:nvSpPr>
          <p:spPr>
            <a:xfrm>
              <a:off x="-206632" y="1687513"/>
              <a:ext cx="2846975" cy="3164594"/>
            </a:xfrm>
            <a:custGeom>
              <a:avLst/>
              <a:gdLst/>
              <a:ahLst/>
              <a:cxnLst/>
              <a:rect r="r" b="b" t="t" l="l"/>
              <a:pathLst>
                <a:path w="2846975" h="3164594" stroke="true" fill="norm" extrusionOk="true">
                  <a:moveTo>
                    <a:pt x="0" y="0"/>
                  </a:moveTo>
                  <a:lnTo>
                    <a:pt x="2846974" y="0"/>
                  </a:lnTo>
                  <a:lnTo>
                    <a:pt x="2846974" y="3164593"/>
                  </a:lnTo>
                  <a:lnTo>
                    <a:pt x="0" y="3164593"/>
                  </a:lnTo>
                  <a:close/>
                </a:path>
              </a:pathLst>
            </a:custGeom>
            <a:noFill/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grpSp>
          <p:nvGrpSpPr>
            <p:cNvPr name="Group 30" id="30"/>
            <p:cNvGrpSpPr/>
            <p:nvPr/>
          </p:nvGrpSpPr>
          <p:grpSpPr>
            <a:xfrm>
              <a:off x="1190369" y="1687513"/>
              <a:ext cx="1449974" cy="1551693"/>
              <a:chOff x="1009650" y="3961130"/>
              <a:chExt cx="1236980" cy="1323340"/>
            </a:xfrm>
            <a:solidFill>
              <a:srgbClr val="C00000"/>
            </a:solidFill>
          </p:grpSpPr>
          <p:sp>
            <p:nvSpPr>
              <p:cNvPr name="AutoShape 31" id="31"/>
              <p:cNvSpPr/>
              <p:nvPr/>
            </p:nvSpPr>
            <p:spPr>
              <a:xfrm rot="3392541">
                <a:off x="966470" y="4004310"/>
                <a:ext cx="1323340" cy="1236980"/>
              </a:xfrm>
              <a:prstGeom prst="blockArc">
                <a:avLst>
                  <a:gd name="adj1" fmla="val 13465104"/>
                  <a:gd name="adj2" fmla="val 18986026"/>
                  <a:gd name="adj3" fmla="val 5324"/>
                </a:avLst>
              </a:prstGeom>
              <a:grpFill/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32" id="32"/>
              <p:cNvSpPr/>
              <p:nvPr/>
            </p:nvSpPr>
            <p:spPr>
              <a:xfrm rot="11492934">
                <a:off x="2011620" y="4205488"/>
                <a:ext cx="208015" cy="209449"/>
              </a:xfrm>
              <a:prstGeom prst="rtTriangle">
                <a:avLst/>
              </a:prstGeom>
              <a:grpFill/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</p:grpSp>
      <p:sp>
        <p:nvSpPr>
          <p:cNvPr name="AutoShape 33" id="33"/>
          <p:cNvSpPr/>
          <p:nvPr/>
        </p:nvSpPr>
        <p:spPr>
          <a:xfrm>
            <a:off x="3971827" y="3822026"/>
            <a:ext cx="1692000" cy="1688400"/>
          </a:xfrm>
          <a:prstGeom prst="ellipse">
            <a:avLst/>
          </a:prstGeom>
          <a:solidFill>
            <a:srgbClr val="C00000"/>
          </a:solidFill>
          <a:ln cap="flat" cmpd="sng">
            <a:prstDash val="solid"/>
          </a:ln>
          <a:effectLst>
            <a:outerShdw algn="tr" blurRad="254000" dir="8100000" dist="127000" rotWithShape="false">
              <a:srgbClr val="000000">
                <a:alpha val="60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4" id="34"/>
          <p:cNvGrpSpPr/>
          <p:nvPr/>
        </p:nvGrpSpPr>
        <p:grpSpPr>
          <a:xfrm>
            <a:off x="4100642" y="3947597"/>
            <a:ext cx="1436034" cy="1436030"/>
            <a:chOff x="304800" y="673100"/>
            <a:chExt cx="4000500" cy="4000500"/>
          </a:xfrm>
        </p:grpSpPr>
        <p:sp>
          <p:nvSpPr>
            <p:cNvPr name="AutoShape 35" id="3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36" id="3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>
            <a:off x="5260503" y="3937227"/>
            <a:ext cx="2846975" cy="3164594"/>
            <a:chOff x="-206632" y="1687513"/>
            <a:chExt cx="2846975" cy="3164594"/>
          </a:xfrm>
        </p:grpSpPr>
        <p:sp>
          <p:nvSpPr>
            <p:cNvPr name="Freeform 38" id="38"/>
            <p:cNvSpPr/>
            <p:nvPr/>
          </p:nvSpPr>
          <p:spPr>
            <a:xfrm>
              <a:off x="-206632" y="1687513"/>
              <a:ext cx="2846975" cy="3164594"/>
            </a:xfrm>
            <a:custGeom>
              <a:avLst/>
              <a:gdLst/>
              <a:ahLst/>
              <a:cxnLst/>
              <a:rect r="r" b="b" t="t" l="l"/>
              <a:pathLst>
                <a:path w="2846975" h="3164594" stroke="true" fill="norm" extrusionOk="true">
                  <a:moveTo>
                    <a:pt x="0" y="0"/>
                  </a:moveTo>
                  <a:lnTo>
                    <a:pt x="2846974" y="0"/>
                  </a:lnTo>
                  <a:lnTo>
                    <a:pt x="2846974" y="3164593"/>
                  </a:lnTo>
                  <a:lnTo>
                    <a:pt x="0" y="3164593"/>
                  </a:lnTo>
                  <a:close/>
                </a:path>
              </a:pathLst>
            </a:custGeom>
            <a:noFill/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grpSp>
          <p:nvGrpSpPr>
            <p:cNvPr name="Group 39" id="39"/>
            <p:cNvGrpSpPr/>
            <p:nvPr/>
          </p:nvGrpSpPr>
          <p:grpSpPr>
            <a:xfrm>
              <a:off x="1190369" y="1687513"/>
              <a:ext cx="1449974" cy="1551693"/>
              <a:chOff x="1009650" y="3961130"/>
              <a:chExt cx="1236980" cy="1323340"/>
            </a:xfrm>
            <a:solidFill>
              <a:srgbClr val="C00000"/>
            </a:solidFill>
          </p:grpSpPr>
          <p:sp>
            <p:nvSpPr>
              <p:cNvPr name="AutoShape 40" id="40"/>
              <p:cNvSpPr/>
              <p:nvPr/>
            </p:nvSpPr>
            <p:spPr>
              <a:xfrm rot="3392541">
                <a:off x="966470" y="4004310"/>
                <a:ext cx="1323340" cy="1236980"/>
              </a:xfrm>
              <a:prstGeom prst="blockArc">
                <a:avLst>
                  <a:gd name="adj1" fmla="val 13465104"/>
                  <a:gd name="adj2" fmla="val 18986026"/>
                  <a:gd name="adj3" fmla="val 5324"/>
                </a:avLst>
              </a:prstGeom>
              <a:grpFill/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41" id="41"/>
              <p:cNvSpPr/>
              <p:nvPr/>
            </p:nvSpPr>
            <p:spPr>
              <a:xfrm rot="11492934">
                <a:off x="2011620" y="4205488"/>
                <a:ext cx="208015" cy="209449"/>
              </a:xfrm>
              <a:prstGeom prst="rtTriangle">
                <a:avLst/>
              </a:prstGeom>
              <a:grpFill/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</p:grpSp>
      <p:sp>
        <p:nvSpPr>
          <p:cNvPr name="AutoShape 42" id="42"/>
          <p:cNvSpPr/>
          <p:nvPr/>
        </p:nvSpPr>
        <p:spPr>
          <a:xfrm>
            <a:off x="6303726" y="3820800"/>
            <a:ext cx="1690336" cy="1689626"/>
          </a:xfrm>
          <a:prstGeom prst="ellipse">
            <a:avLst/>
          </a:prstGeom>
          <a:solidFill>
            <a:srgbClr val="C00000"/>
          </a:solidFill>
          <a:ln cap="flat" cmpd="sng">
            <a:prstDash val="solid"/>
          </a:ln>
          <a:effectLst>
            <a:outerShdw algn="tr" blurRad="254000" dir="8100000" dist="127000" rotWithShape="false">
              <a:srgbClr val="000000">
                <a:alpha val="60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43" id="43"/>
          <p:cNvGrpSpPr/>
          <p:nvPr/>
        </p:nvGrpSpPr>
        <p:grpSpPr>
          <a:xfrm>
            <a:off x="6430877" y="3947597"/>
            <a:ext cx="1436033" cy="1436029"/>
            <a:chOff x="304800" y="673100"/>
            <a:chExt cx="4000500" cy="4000500"/>
          </a:xfrm>
        </p:grpSpPr>
        <p:sp>
          <p:nvSpPr>
            <p:cNvPr name="AutoShape 44" id="4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45" id="4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6416041" y="1938566"/>
            <a:ext cx="140469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ctr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數據基礎架構</a:t>
            </a:r>
          </a:p>
        </p:txBody>
      </p:sp>
      <p:sp>
        <p:nvSpPr>
          <p:cNvPr name="AutoShape 47" id="47"/>
          <p:cNvSpPr/>
          <p:nvPr/>
        </p:nvSpPr>
        <p:spPr>
          <a:xfrm>
            <a:off x="6440404" y="4310040"/>
            <a:ext cx="140469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ctr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智能化工作流程</a:t>
            </a:r>
          </a:p>
        </p:txBody>
      </p:sp>
      <p:sp>
        <p:nvSpPr>
          <p:cNvPr name="AutoShape 48" id="48"/>
          <p:cNvSpPr/>
          <p:nvPr/>
        </p:nvSpPr>
        <p:spPr>
          <a:xfrm>
            <a:off x="4157386" y="4288294"/>
            <a:ext cx="140469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ctr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持續學習與優化</a:t>
            </a:r>
          </a:p>
        </p:txBody>
      </p:sp>
      <p:sp>
        <p:nvSpPr>
          <p:cNvPr name="AutoShape 49" id="49"/>
          <p:cNvSpPr/>
          <p:nvPr/>
        </p:nvSpPr>
        <p:spPr>
          <a:xfrm flipH="true">
            <a:off x="171408" y="1484000"/>
            <a:ext cx="3614325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微調LLM和應用檢索增強生成技術，使模型更適合企業特定雲端成本模式。</a:t>
            </a:r>
          </a:p>
        </p:txBody>
      </p:sp>
      <p:sp>
        <p:nvSpPr>
          <p:cNvPr name="AutoShape 50" id="50"/>
          <p:cNvSpPr/>
          <p:nvPr/>
        </p:nvSpPr>
        <p:spPr>
          <a:xfrm flipH="true">
            <a:off x="8379751" y="1485253"/>
            <a:ext cx="3640840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堅實的數據基礎架構是AI分析的基石，確保數據質量和可訪問性。</a:t>
            </a:r>
          </a:p>
        </p:txBody>
      </p:sp>
      <p:sp>
        <p:nvSpPr>
          <p:cNvPr name="AutoShape 51" id="51"/>
          <p:cNvSpPr/>
          <p:nvPr/>
        </p:nvSpPr>
        <p:spPr>
          <a:xfrm flipH="true">
            <a:off x="8379751" y="4001803"/>
            <a:ext cx="3640840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設計智能化工作流程，自動化異常偵測和RCA觸發，減少人為干預。</a:t>
            </a:r>
          </a:p>
        </p:txBody>
      </p:sp>
      <p:sp>
        <p:nvSpPr>
          <p:cNvPr name="AutoShape 52" id="52"/>
          <p:cNvSpPr/>
          <p:nvPr/>
        </p:nvSpPr>
        <p:spPr>
          <a:xfrm flipH="true">
            <a:off x="169744" y="4143212"/>
            <a:ext cx="3614325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建立持續學習與優化機制，定期評估和調整模型，確保其準確性和有效性。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0886" dur="indefinite" repeatCount="1000" spd="100%" accel="0%" decel="0%" restart="never" nodeType="tmRoot">
          <p:childTnLst>
            <p:seq concurrent="true" nextAc="seek">
              <p:cTn id="10887" dur="indefinite" repeatCount="1000" spd="100%" accel="0%" decel="0%" nodeType="mainSeq">
                <p:childTnLst>
                  <p:par>
                    <p:cTn id="10888" repeatCount="1000" spd="100%" accel="0%" decel="0%" fill="hold">
                      <p:stCondLst>
                        <p:cond delay="indefinite"/>
                        <p:cond evt="onBegin" delay="0">
                          <p:tn val="10887"/>
                        </p:cond>
                      </p:stCondLst>
                      <p:childTnLst>
                        <p:par>
                          <p:cTn id="1088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890" presetID="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91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92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93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9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895" presetID="23" presetClass="entr" presetSubtype="27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96" dur="500" repeatCount="1000" spd="100%" accel="0%" decel="0%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2/3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97" dur="500" repeatCount="1000" spd="100%" accel="0%" decel="0%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2/3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98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9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900" presetID="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01" dur="1000" repeatCount="1000" spd="100%" accel="0%" decel="0%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02" dur="1000" repeatCount="1000" spd="100%" accel="0%" decel="0%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0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0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905" presetID="13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plus(out)" transition="in">
                                      <p:cBhvr>
                                        <p:cTn id="10906" dur="1000" repeatCount="1000" spd="100%" accel="0%" decel="0%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0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0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909" presetID="1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11" dur="500" repeatCount="1000" spd="100%" accel="0%" decel="0%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down)" transition="in">
                                      <p:cBhvr>
                                        <p:cTn id="10910" dur="500" repeatCount="1000" spd="100%" accel="0%" decel="0%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12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1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914" presetID="58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16" dur="1000" repeatCount="1000" spd="100%" accel="0%" decel="0%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2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17" dur="1000" repeatCount="1000" spd="100%" accel="0%" decel="0%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18" dur="1000" repeatCount="1000" spd="100%" accel="0%" decel="0%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19" dur="1000" repeatCount="1000" spd="100%" accel="0%" decel="0%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10915" dur="1000" repeatCount="1000" spd="100%" accel="0%" decel="0%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2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2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922" presetID="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23" dur="1000" repeatCount="1000" spd="100%" accel="0%" decel="0%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24" dur="1000" repeatCount="1000" spd="100%" accel="0%" decel="0%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2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2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927" presetID="3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29" dur="1000" repeatCount="1000" spd="100%" accel="0%" decel="0%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30" dur="1000" repeatCount="1000" spd="100%" accel="0%" decel="0%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31" dur="1000" repeatCount="1000" spd="100%" accel="0%" decel="0%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10928" dur="1000" repeatCount="1000" spd="100%" accel="0%" decel="0%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3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3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093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3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實施效益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>
            <a:off x="1147277" y="2666464"/>
            <a:ext cx="517564" cy="2329037"/>
          </a:xfrm>
          <a:custGeom>
            <a:avLst/>
            <a:gdLst/>
            <a:ahLst/>
            <a:cxnLst/>
            <a:rect r="r" b="b" t="t" l="l"/>
            <a:pathLst>
              <a:path w="270" h="1215" stroke="true" fill="norm" extrusionOk="true">
                <a:moveTo>
                  <a:pt x="0" y="152"/>
                </a:moveTo>
                <a:lnTo>
                  <a:pt x="270" y="0"/>
                </a:lnTo>
                <a:lnTo>
                  <a:pt x="270" y="1061"/>
                </a:lnTo>
                <a:lnTo>
                  <a:pt x="0" y="1215"/>
                </a:lnTo>
                <a:lnTo>
                  <a:pt x="0" y="1215"/>
                </a:lnTo>
                <a:lnTo>
                  <a:pt x="0" y="15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" id="10"/>
          <p:cNvSpPr/>
          <p:nvPr/>
        </p:nvSpPr>
        <p:spPr>
          <a:xfrm>
            <a:off x="683387" y="2336757"/>
            <a:ext cx="981454" cy="621076"/>
          </a:xfrm>
          <a:custGeom>
            <a:avLst/>
            <a:gdLst/>
            <a:ahLst/>
            <a:cxnLst/>
            <a:rect r="r" b="b" t="t" l="l"/>
            <a:pathLst>
              <a:path w="512" h="324" stroke="true" fill="norm" extrusionOk="true">
                <a:moveTo>
                  <a:pt x="242" y="324"/>
                </a:moveTo>
                <a:lnTo>
                  <a:pt x="0" y="151"/>
                </a:lnTo>
                <a:lnTo>
                  <a:pt x="271" y="0"/>
                </a:lnTo>
                <a:lnTo>
                  <a:pt x="512" y="172"/>
                </a:lnTo>
                <a:lnTo>
                  <a:pt x="242" y="32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Freeform 11" id="11"/>
          <p:cNvSpPr/>
          <p:nvPr/>
        </p:nvSpPr>
        <p:spPr>
          <a:xfrm>
            <a:off x="683387" y="2626210"/>
            <a:ext cx="463890" cy="2369291"/>
          </a:xfrm>
          <a:custGeom>
            <a:avLst/>
            <a:gdLst/>
            <a:ahLst/>
            <a:cxnLst/>
            <a:rect r="r" b="b" t="t" l="l"/>
            <a:pathLst>
              <a:path w="242" h="1236" stroke="true" fill="norm" extrusionOk="true">
                <a:moveTo>
                  <a:pt x="0" y="1062"/>
                </a:moveTo>
                <a:lnTo>
                  <a:pt x="0" y="0"/>
                </a:lnTo>
                <a:lnTo>
                  <a:pt x="242" y="173"/>
                </a:lnTo>
                <a:lnTo>
                  <a:pt x="242" y="1236"/>
                </a:lnTo>
                <a:lnTo>
                  <a:pt x="0" y="1062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Freeform 12" id="12"/>
          <p:cNvSpPr/>
          <p:nvPr/>
        </p:nvSpPr>
        <p:spPr>
          <a:xfrm>
            <a:off x="1238291" y="3172947"/>
            <a:ext cx="979538" cy="624910"/>
          </a:xfrm>
          <a:custGeom>
            <a:avLst/>
            <a:gdLst/>
            <a:ahLst/>
            <a:cxnLst/>
            <a:rect r="r" b="b" t="t" l="l"/>
            <a:pathLst>
              <a:path w="511" h="326" stroke="true" fill="norm" extrusionOk="true">
                <a:moveTo>
                  <a:pt x="270" y="0"/>
                </a:moveTo>
                <a:lnTo>
                  <a:pt x="511" y="172"/>
                </a:lnTo>
                <a:lnTo>
                  <a:pt x="241" y="326"/>
                </a:lnTo>
                <a:lnTo>
                  <a:pt x="0" y="151"/>
                </a:lnTo>
                <a:lnTo>
                  <a:pt x="27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Freeform 13" id="13"/>
          <p:cNvSpPr/>
          <p:nvPr/>
        </p:nvSpPr>
        <p:spPr>
          <a:xfrm>
            <a:off x="1700264" y="3502654"/>
            <a:ext cx="517564" cy="1918820"/>
          </a:xfrm>
          <a:custGeom>
            <a:avLst/>
            <a:gdLst/>
            <a:ahLst/>
            <a:cxnLst/>
            <a:rect r="r" b="b" t="t" l="l"/>
            <a:pathLst>
              <a:path w="270" h="1001" stroke="true" fill="norm" extrusionOk="true">
                <a:moveTo>
                  <a:pt x="0" y="154"/>
                </a:moveTo>
                <a:lnTo>
                  <a:pt x="270" y="0"/>
                </a:lnTo>
                <a:lnTo>
                  <a:pt x="270" y="848"/>
                </a:lnTo>
                <a:lnTo>
                  <a:pt x="1" y="1001"/>
                </a:lnTo>
                <a:lnTo>
                  <a:pt x="0" y="1001"/>
                </a:lnTo>
                <a:lnTo>
                  <a:pt x="0" y="15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Freeform 14" id="14"/>
          <p:cNvSpPr/>
          <p:nvPr/>
        </p:nvSpPr>
        <p:spPr>
          <a:xfrm>
            <a:off x="1238291" y="3462400"/>
            <a:ext cx="461974" cy="1959074"/>
          </a:xfrm>
          <a:custGeom>
            <a:avLst/>
            <a:gdLst/>
            <a:ahLst/>
            <a:cxnLst/>
            <a:rect r="r" b="b" t="t" l="l"/>
            <a:pathLst>
              <a:path w="241" h="1022" stroke="true" fill="norm" extrusionOk="true">
                <a:moveTo>
                  <a:pt x="0" y="0"/>
                </a:moveTo>
                <a:lnTo>
                  <a:pt x="241" y="175"/>
                </a:lnTo>
                <a:lnTo>
                  <a:pt x="241" y="1022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Freeform 15" id="15"/>
          <p:cNvSpPr/>
          <p:nvPr/>
        </p:nvSpPr>
        <p:spPr>
          <a:xfrm>
            <a:off x="1780891" y="4246878"/>
            <a:ext cx="461974" cy="1579527"/>
          </a:xfrm>
          <a:custGeom>
            <a:avLst/>
            <a:gdLst/>
            <a:ahLst/>
            <a:cxnLst/>
            <a:rect r="r" b="b" t="t" l="l"/>
            <a:pathLst>
              <a:path w="241" h="824" stroke="true" fill="norm" extrusionOk="true">
                <a:moveTo>
                  <a:pt x="0" y="0"/>
                </a:moveTo>
                <a:lnTo>
                  <a:pt x="241" y="175"/>
                </a:lnTo>
                <a:lnTo>
                  <a:pt x="241" y="824"/>
                </a:lnTo>
                <a:lnTo>
                  <a:pt x="0" y="6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Freeform 16" id="16"/>
          <p:cNvSpPr/>
          <p:nvPr/>
        </p:nvSpPr>
        <p:spPr>
          <a:xfrm>
            <a:off x="1780891" y="3957425"/>
            <a:ext cx="979538" cy="624910"/>
          </a:xfrm>
          <a:custGeom>
            <a:avLst/>
            <a:gdLst/>
            <a:ahLst/>
            <a:cxnLst/>
            <a:rect r="r" b="b" t="t" l="l"/>
            <a:pathLst>
              <a:path w="511" h="326" stroke="true" fill="norm" extrusionOk="true">
                <a:moveTo>
                  <a:pt x="241" y="326"/>
                </a:moveTo>
                <a:lnTo>
                  <a:pt x="0" y="151"/>
                </a:lnTo>
                <a:lnTo>
                  <a:pt x="270" y="0"/>
                </a:lnTo>
                <a:lnTo>
                  <a:pt x="511" y="172"/>
                </a:lnTo>
                <a:lnTo>
                  <a:pt x="241" y="32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Freeform 17" id="17"/>
          <p:cNvSpPr/>
          <p:nvPr/>
        </p:nvSpPr>
        <p:spPr>
          <a:xfrm>
            <a:off x="2242865" y="4287132"/>
            <a:ext cx="517564" cy="1539273"/>
          </a:xfrm>
          <a:custGeom>
            <a:avLst/>
            <a:gdLst/>
            <a:ahLst/>
            <a:cxnLst/>
            <a:rect r="r" b="b" t="t" l="l"/>
            <a:pathLst>
              <a:path w="270" h="803" stroke="true" fill="norm" extrusionOk="true">
                <a:moveTo>
                  <a:pt x="0" y="154"/>
                </a:moveTo>
                <a:lnTo>
                  <a:pt x="270" y="0"/>
                </a:lnTo>
                <a:lnTo>
                  <a:pt x="270" y="650"/>
                </a:lnTo>
                <a:lnTo>
                  <a:pt x="0" y="803"/>
                </a:lnTo>
                <a:lnTo>
                  <a:pt x="0" y="803"/>
                </a:lnTo>
                <a:lnTo>
                  <a:pt x="0" y="15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vert="horz" anchor="t" wrap="square" tIns="45720" lIns="91440" bIns="45720" rIns="91440">
            <a:normAutofit/>
          </a:bodyPr>
          <a:p>
            <a:pPr algn="l" marL="0"/>
          </a:p>
        </p:txBody>
      </p:sp>
      <p:cxnSp>
        <p:nvCxnSpPr>
          <p:cNvPr name="Connector 18" id="18"/>
          <p:cNvCxnSpPr/>
          <p:nvPr/>
        </p:nvCxnSpPr>
        <p:spPr>
          <a:xfrm>
            <a:off x="2032231" y="3172947"/>
            <a:ext cx="2373653" cy="0"/>
          </a:xfrm>
          <a:prstGeom prst="line">
            <a:avLst/>
          </a:prstGeom>
          <a:ln w="12700" cap="flat">
            <a:solidFill>
              <a:srgbClr val="C00000"/>
            </a:solidFill>
            <a:prstDash val="sysDash"/>
            <a:tailEnd w="lg" len="lg" type="oval"/>
          </a:ln>
        </p:spPr>
      </p:cxnSp>
      <p:cxnSp>
        <p:nvCxnSpPr>
          <p:cNvPr name="Connector 19" id="19"/>
          <p:cNvCxnSpPr/>
          <p:nvPr/>
        </p:nvCxnSpPr>
        <p:spPr>
          <a:xfrm>
            <a:off x="2760429" y="4867198"/>
            <a:ext cx="2403986" cy="0"/>
          </a:xfrm>
          <a:prstGeom prst="line">
            <a:avLst/>
          </a:prstGeom>
          <a:ln w="12700" cap="flat">
            <a:solidFill>
              <a:srgbClr val="C00000"/>
            </a:solidFill>
            <a:prstDash val="sysDash"/>
            <a:tailEnd w="lg" len="lg" type="oval"/>
          </a:ln>
        </p:spPr>
      </p:cxnSp>
      <p:sp>
        <p:nvSpPr>
          <p:cNvPr name="AutoShape 20" id="20"/>
          <p:cNvSpPr/>
          <p:nvPr/>
        </p:nvSpPr>
        <p:spPr>
          <a:xfrm>
            <a:off x="1397031" y="2892408"/>
            <a:ext cx="624548" cy="624548"/>
          </a:xfrm>
          <a:prstGeom prst="ellipse">
            <a:avLst/>
          </a:prstGeom>
          <a:solidFill>
            <a:srgbClr val="C00000"/>
          </a:solidFill>
          <a:ln cap="flat" cmpd="sng">
            <a:prstDash val="solid"/>
          </a:ln>
          <a:effectLst>
            <a:outerShdw algn="t" dir="5400000" dist="38100" rotWithShape="false">
              <a:srgbClr val="000000">
                <a:alpha val="10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2800" baseline="0" u="none">
                <a:solidFill>
                  <a:srgbClr val="FEFFFF"/>
                </a:solidFill>
                <a:latin typeface="linea-music-10"/>
                <a:ea typeface="linea-music-10"/>
              </a:rPr>
              <a:t>2</a:t>
            </a:r>
          </a:p>
        </p:txBody>
      </p:sp>
      <p:sp>
        <p:nvSpPr>
          <p:cNvPr name="AutoShape 21" id="21"/>
          <p:cNvSpPr/>
          <p:nvPr/>
        </p:nvSpPr>
        <p:spPr>
          <a:xfrm>
            <a:off x="852715" y="2057158"/>
            <a:ext cx="624548" cy="624548"/>
          </a:xfrm>
          <a:prstGeom prst="ellipse">
            <a:avLst/>
          </a:prstGeom>
          <a:solidFill>
            <a:srgbClr val="C00000"/>
          </a:solidFill>
          <a:ln cap="flat" cmpd="sng">
            <a:prstDash val="solid"/>
          </a:ln>
          <a:effectLst>
            <a:outerShdw algn="t" dir="5400000" dist="38100" rotWithShape="false">
              <a:srgbClr val="000000">
                <a:alpha val="10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2800" baseline="0" u="none">
                <a:solidFill>
                  <a:srgbClr val="FEFFFF"/>
                </a:solidFill>
                <a:latin typeface="linea-music-10"/>
                <a:ea typeface="linea-music-10"/>
              </a:rPr>
              <a:t>1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926936" y="3725585"/>
            <a:ext cx="624548" cy="624548"/>
          </a:xfrm>
          <a:prstGeom prst="ellipse">
            <a:avLst/>
          </a:prstGeom>
          <a:solidFill>
            <a:srgbClr val="C00000"/>
          </a:solidFill>
          <a:ln cap="flat" cmpd="sng">
            <a:prstDash val="solid"/>
          </a:ln>
          <a:effectLst>
            <a:outerShdw algn="t" dir="5400000" dist="38100" rotWithShape="false">
              <a:srgbClr val="000000">
                <a:alpha val="10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2800" baseline="0" u="none">
                <a:solidFill>
                  <a:srgbClr val="FEFFFF"/>
                </a:solidFill>
                <a:latin typeface="linea-music-10"/>
                <a:ea typeface="linea-music-10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3974611" y="1288035"/>
            <a:ext cx="648864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提升FinOps成熟度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flipH="true">
            <a:off x="4020805" y="1503321"/>
            <a:ext cx="7791356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顯著提升雲端財務運營(FinOps)的成熟度，優化成本管理流程。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4511262" y="2952731"/>
            <a:ext cx="644244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降低雲端開支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flipH="true">
            <a:off x="4511261" y="3174792"/>
            <a:ext cx="7300900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減少雲端開支，提高預算的可預測性。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5260950" y="4697921"/>
            <a:ext cx="655121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釋放人力資源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flipH="true">
            <a:off x="5260950" y="4929359"/>
            <a:ext cx="6551212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將人力資源從繁瑣的手動分析中釋放，專注於策略性任務。</a:t>
            </a:r>
          </a:p>
        </p:txBody>
      </p:sp>
      <p:cxnSp>
        <p:nvCxnSpPr>
          <p:cNvPr name="Connector 29" id="29"/>
          <p:cNvCxnSpPr/>
          <p:nvPr/>
        </p:nvCxnSpPr>
        <p:spPr>
          <a:xfrm flipV="true" rot="10800000">
            <a:off x="1147278" y="1620843"/>
            <a:ext cx="2827335" cy="596600"/>
          </a:xfrm>
          <a:prstGeom prst="bentConnector3">
            <a:avLst>
              <a:gd name="adj1" fmla="val 99651"/>
            </a:avLst>
          </a:prstGeom>
          <a:ln w="12700" cap="flat" cmpd="sng">
            <a:solidFill>
              <a:schemeClr val="accent3"/>
            </a:solidFill>
            <a:prstDash val="sysDash"/>
            <a:headEnd type="oval"/>
            <a:tailEnd type="oval"/>
          </a:ln>
        </p:spPr>
      </p:cxnSp>
    </p:spTree>
  </p:cSld>
  <p:clrMapOvr>
    <a:masterClrMapping/>
  </p:clrMapOvr>
  <p:transition spd="slow">
    <p:push dir="u"/>
  </p:transition>
  <p:timing>
    <p:tnLst>
      <p:par>
        <p:cTn id="12952" dur="indefinite" repeatCount="1000" spd="100%" accel="0%" decel="0%" restart="never" nodeType="tmRoot">
          <p:childTnLst>
            <p:seq concurrent="true" nextAc="seek">
              <p:cTn id="12953" dur="indefinite" repeatCount="1000" spd="100%" accel="0%" decel="0%" nodeType="mainSeq">
                <p:childTnLst>
                  <p:par>
                    <p:cTn id="12954" repeatCount="1000" spd="100%" accel="0%" decel="0%" fill="hold">
                      <p:stCondLst>
                        <p:cond delay="indefinite"/>
                        <p:cond evt="onBegin" delay="0">
                          <p:tn val="12953"/>
                        </p:cond>
                      </p:stCondLst>
                      <p:childTnLst>
                        <p:par>
                          <p:cTn id="1295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56" presetID="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57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58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59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6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61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6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64" presetID="21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8)" transition="in">
                                      <p:cBhvr>
                                        <p:cTn id="12965" dur="1000" repeatCount="1000" spd="100%" accel="0%" decel="0%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6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6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68" presetID="5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down)" transition="in">
                                      <p:cBhvr>
                                        <p:cTn id="12969" dur="1000" repeatCount="1000" spd="100%" accel="0%" decel="0%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7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7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7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7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7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75" presetID="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76" dur="2000" repeatCount="1000" spd="100%" accel="0%" decel="0%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77" dur="2000" repeatCount="1000" spd="100%" accel="0%" decel="0%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78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7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80" presetID="1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82" dur="500" repeatCount="1000" spd="100%" accel="0%" decel="0%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>
                                        <p:cTn id="12981" dur="500" repeatCount="1000" spd="100%" accel="0%" decel="0%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83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8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85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8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8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88" presetID="23" presetClass="entr" presetSubtype="52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89" dur="500" repeatCount="1000" spd="100%" accel="0%" decel="0%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90" dur="500" repeatCount="1000" spd="100%" accel="0%" decel="0%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91" dur="500" repeatCount="1000" spd="100%" accel="0%" decel="0%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92" dur="500" repeatCount="1000" spd="100%" accel="0%" decel="0%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93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9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995" presetID="18" presetClass="entr" presetSubtype="9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strips(upLeft)" transition="in">
                                      <p:cBhvr>
                                        <p:cTn id="12996" dur="500" repeatCount="1000" spd="100%" accel="0%" decel="0%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9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02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引言：AI革新雲端成本分析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4393" dur="indefinite" repeatCount="1000" spd="100%" accel="0%" decel="0%" restart="never" nodeType="tmRoot">
          <p:childTnLst>
            <p:seq concurrent="true" nextAc="seek">
              <p:cTn id="14394" dur="indefinite" repeatCount="1000" spd="100%" accel="0%" decel="0%" nodeType="mainSeq">
                <p:childTnLst>
                  <p:par>
                    <p:cTn id="14395" repeatCount="1000" spd="100%" accel="0%" decel="0%" fill="hold">
                      <p:stCondLst>
                        <p:cond delay="indefinite"/>
                        <p:cond evt="onBegin" delay="0">
                          <p:tn val="14394"/>
                        </p:cond>
                      </p:stCondLst>
                      <p:childTnLst>
                        <p:par>
                          <p:cTn id="143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397" presetID="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98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99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0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0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40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0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傳統成本管理的局限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096063" y="1102009"/>
            <a:ext cx="4680000" cy="5400000"/>
          </a:xfrm>
          <a:prstGeom prst="roundRect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  <a:effectLst>
            <a:outerShdw algn="ctr" blurRad="330200" rotWithShape="false" sx="107000" sy="107000">
              <a:srgbClr val="000000">
                <a:alpha val="9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0" id="10"/>
          <p:cNvGrpSpPr/>
          <p:nvPr/>
        </p:nvGrpSpPr>
        <p:grpSpPr>
          <a:xfrm>
            <a:off x="1724136" y="1180634"/>
            <a:ext cx="3257550" cy="1410238"/>
            <a:chOff x="4211246" y="2858555"/>
            <a:chExt cx="3916003" cy="3823790"/>
          </a:xfrm>
        </p:grpSpPr>
        <p:sp>
          <p:nvSpPr>
            <p:cNvPr name="AutoShape 11" id="11"/>
            <p:cNvSpPr/>
            <p:nvPr/>
          </p:nvSpPr>
          <p:spPr>
            <a:xfrm>
              <a:off x="4352023" y="2858555"/>
              <a:ext cx="3453840" cy="38237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FFFF"/>
                </a:gs>
                <a:gs pos="100000">
                  <a:srgbClr val="FFFFFF">
                    <a:lumMod val="7500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2" id="12"/>
            <p:cNvSpPr/>
            <p:nvPr/>
          </p:nvSpPr>
          <p:spPr>
            <a:xfrm>
              <a:off x="4211246" y="3865113"/>
              <a:ext cx="3916003" cy="2384818"/>
            </a:xfrm>
            <a:prstGeom prst="roundRect">
              <a:avLst>
                <a:gd name="adj" fmla="val 48348"/>
              </a:avLst>
            </a:prstGeom>
            <a:solidFill>
              <a:srgbClr val="C00000"/>
            </a:solidFill>
            <a:ln w="31750" cap="flat" cmpd="sng">
              <a:gradFill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/>
              </a:gra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  <a:r>
                <a:rPr lang="zh-CN" b="true" i="false" sz="1600" baseline="0" u="none" altLang="en-US">
                  <a:solidFill>
                    <a:srgbClr val="FFFFFF"/>
                  </a:solidFill>
                  <a:latin typeface="Microsoft YaHei"/>
                  <a:ea typeface="Microsoft YaHei"/>
                </a:rPr>
                <a:t>雲環境複雜性增加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658916" y="1157241"/>
            <a:ext cx="4680000" cy="5400000"/>
          </a:xfrm>
          <a:prstGeom prst="roundRect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  <a:effectLst>
            <a:outerShdw algn="ctr" blurRad="330200" rotWithShape="false" sx="107000" sy="107000">
              <a:srgbClr val="000000">
                <a:alpha val="9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4" id="14"/>
          <p:cNvGrpSpPr/>
          <p:nvPr/>
        </p:nvGrpSpPr>
        <p:grpSpPr>
          <a:xfrm>
            <a:off x="7334251" y="1225157"/>
            <a:ext cx="3324224" cy="1410238"/>
            <a:chOff x="4154673" y="2858555"/>
            <a:chExt cx="3996154" cy="3823790"/>
          </a:xfrm>
        </p:grpSpPr>
        <p:sp>
          <p:nvSpPr>
            <p:cNvPr name="AutoShape 15" id="15"/>
            <p:cNvSpPr/>
            <p:nvPr/>
          </p:nvSpPr>
          <p:spPr>
            <a:xfrm>
              <a:off x="4352023" y="2858555"/>
              <a:ext cx="3453840" cy="38237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FFFF"/>
                </a:gs>
                <a:gs pos="100000">
                  <a:srgbClr val="FFFFFF">
                    <a:lumMod val="7500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6" id="16"/>
            <p:cNvSpPr/>
            <p:nvPr/>
          </p:nvSpPr>
          <p:spPr>
            <a:xfrm>
              <a:off x="4154673" y="3865113"/>
              <a:ext cx="3996154" cy="2384818"/>
            </a:xfrm>
            <a:prstGeom prst="roundRect">
              <a:avLst>
                <a:gd name="adj" fmla="val 48348"/>
              </a:avLst>
            </a:prstGeom>
            <a:solidFill>
              <a:schemeClr val="accent4"/>
            </a:solidFill>
            <a:ln w="31750" cap="flat" cmpd="sng">
              <a:gradFill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/>
              </a:gra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  <a:r>
                <a:rPr lang="zh-CN" b="true" i="false" sz="1600" baseline="0" u="none" altLang="en-US">
                  <a:solidFill>
                    <a:srgbClr val="FFFFFF"/>
                  </a:solidFill>
                  <a:latin typeface="Microsoft YaHei"/>
                  <a:ea typeface="Microsoft YaHei"/>
                </a:rPr>
                <a:t>成本急劇上升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96063" y="2677274"/>
            <a:ext cx="4679999" cy="1346907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雲計算環境不斷複雜化，傳統成本管理與RCA方法面臨挑戰。</a:t>
            </a:r>
          </a:p>
        </p:txBody>
      </p:sp>
      <p:sp>
        <p:nvSpPr>
          <p:cNvPr name="AutoShape 18" id="18"/>
          <p:cNvSpPr/>
          <p:nvPr/>
        </p:nvSpPr>
        <p:spPr>
          <a:xfrm>
            <a:off x="6658915" y="2676692"/>
            <a:ext cx="4680000" cy="1346907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雲成本急劇上升，企業迫切需要更進步的解決方案。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16768" dur="indefinite" repeatCount="1000" spd="100%" accel="0%" decel="0%" restart="never" nodeType="tmRoot">
          <p:childTnLst>
            <p:seq concurrent="true" nextAc="seek">
              <p:cTn id="16769" dur="indefinite" repeatCount="1000" spd="100%" accel="0%" decel="0%" nodeType="mainSeq">
                <p:childTnLst>
                  <p:par>
                    <p:cTn id="16770" repeatCount="1000" spd="100%" accel="0%" decel="0%" fill="hold">
                      <p:stCondLst>
                        <p:cond delay="indefinite"/>
                        <p:cond evt="onBegin" delay="0">
                          <p:tn val="16769"/>
                        </p:cond>
                      </p:stCondLst>
                      <p:childTnLst>
                        <p:par>
                          <p:cTn id="1677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6772" presetID="43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774" dur="4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75" dur="4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76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77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16773" dur="1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7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7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6780" presetID="13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plus(in)" transition="in">
                                      <p:cBhvr>
                                        <p:cTn id="16781" dur="10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8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8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6784" presetID="13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plus(out)" transition="in">
                                      <p:cBhvr>
                                        <p:cTn id="16785" dur="1000" repeatCount="1000" spd="100%" accel="0%" decel="0%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8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8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6788" presetID="5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down)" transition="in">
                                      <p:cBhvr>
                                        <p:cTn id="16789" dur="1000" repeatCount="1000" spd="100%" accel="0%" decel="0%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9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9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6792" presetID="16" presetClass="entr" presetSubtype="4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outHorizontal)" transition="in">
                                      <p:cBhvr>
                                        <p:cTn id="16793" dur="500" repeatCount="1000" spd="100%" accel="0%" decel="0%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94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AI驅動框架的優勢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>
            <a:off x="5936538" y="2100623"/>
            <a:ext cx="4534358" cy="923658"/>
            <a:chOff x="5349110" y="2893501"/>
            <a:chExt cx="4313207" cy="860478"/>
          </a:xfrm>
        </p:grpSpPr>
        <p:sp>
          <p:nvSpPr>
            <p:cNvPr name="Freeform 10" id="10"/>
            <p:cNvSpPr/>
            <p:nvPr/>
          </p:nvSpPr>
          <p:spPr>
            <a:xfrm>
              <a:off x="5349110" y="2893501"/>
              <a:ext cx="4313207" cy="860478"/>
            </a:xfrm>
            <a:custGeom>
              <a:avLst/>
              <a:gdLst/>
              <a:ahLst/>
              <a:cxnLst/>
              <a:rect r="r" b="b" t="t" l="l"/>
              <a:pathLst>
                <a:path w="2196" h="438" stroke="true" fill="norm" extrusionOk="true">
                  <a:moveTo>
                    <a:pt x="219" y="438"/>
                  </a:moveTo>
                  <a:cubicBezTo>
                    <a:pt x="2196" y="438"/>
                    <a:pt x="2196" y="438"/>
                    <a:pt x="2196" y="438"/>
                  </a:cubicBezTo>
                  <a:cubicBezTo>
                    <a:pt x="2196" y="0"/>
                    <a:pt x="2196" y="0"/>
                    <a:pt x="2196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134" y="85"/>
                    <a:pt x="85" y="134"/>
                    <a:pt x="0" y="219"/>
                  </a:cubicBezTo>
                  <a:cubicBezTo>
                    <a:pt x="85" y="304"/>
                    <a:pt x="134" y="353"/>
                    <a:pt x="219" y="438"/>
                  </a:cubicBezTo>
                </a:path>
              </a:pathLst>
            </a:custGeom>
            <a:gradFill>
              <a:gsLst>
                <a:gs pos="0">
                  <a:srgbClr val="C00000">
                    <a:lumMod val="60000"/>
                    <a:lumOff val="40000"/>
                  </a:srgbClr>
                </a:gs>
                <a:gs pos="67000">
                  <a:srgbClr val="C00000"/>
                </a:gs>
              </a:gsLst>
              <a:lin ang="10800000"/>
            </a:gra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5422419" y="2943976"/>
              <a:ext cx="4189423" cy="758326"/>
            </a:xfrm>
            <a:custGeom>
              <a:avLst/>
              <a:gdLst/>
              <a:ahLst/>
              <a:cxnLst/>
              <a:rect r="r" b="b" t="t" l="l"/>
              <a:pathLst>
                <a:path w="3486" h="631" stroke="true" fill="norm" extrusionOk="true">
                  <a:moveTo>
                    <a:pt x="19" y="306"/>
                  </a:moveTo>
                  <a:lnTo>
                    <a:pt x="10" y="316"/>
                  </a:lnTo>
                  <a:lnTo>
                    <a:pt x="19" y="325"/>
                  </a:lnTo>
                  <a:lnTo>
                    <a:pt x="15" y="329"/>
                  </a:lnTo>
                  <a:lnTo>
                    <a:pt x="0" y="316"/>
                  </a:lnTo>
                  <a:lnTo>
                    <a:pt x="15" y="301"/>
                  </a:lnTo>
                  <a:lnTo>
                    <a:pt x="19" y="306"/>
                  </a:lnTo>
                  <a:close/>
                  <a:moveTo>
                    <a:pt x="1762" y="7"/>
                  </a:moveTo>
                  <a:lnTo>
                    <a:pt x="1794" y="7"/>
                  </a:lnTo>
                  <a:lnTo>
                    <a:pt x="1794" y="0"/>
                  </a:lnTo>
                  <a:lnTo>
                    <a:pt x="1762" y="0"/>
                  </a:lnTo>
                  <a:lnTo>
                    <a:pt x="1762" y="7"/>
                  </a:lnTo>
                  <a:close/>
                  <a:moveTo>
                    <a:pt x="1631" y="7"/>
                  </a:moveTo>
                  <a:lnTo>
                    <a:pt x="1664" y="7"/>
                  </a:lnTo>
                  <a:lnTo>
                    <a:pt x="1664" y="0"/>
                  </a:lnTo>
                  <a:lnTo>
                    <a:pt x="1631" y="0"/>
                  </a:lnTo>
                  <a:lnTo>
                    <a:pt x="1631" y="7"/>
                  </a:lnTo>
                  <a:close/>
                  <a:moveTo>
                    <a:pt x="1564" y="7"/>
                  </a:moveTo>
                  <a:lnTo>
                    <a:pt x="1597" y="7"/>
                  </a:lnTo>
                  <a:lnTo>
                    <a:pt x="1597" y="0"/>
                  </a:lnTo>
                  <a:lnTo>
                    <a:pt x="1564" y="0"/>
                  </a:lnTo>
                  <a:lnTo>
                    <a:pt x="1564" y="7"/>
                  </a:lnTo>
                  <a:close/>
                  <a:moveTo>
                    <a:pt x="1696" y="7"/>
                  </a:moveTo>
                  <a:lnTo>
                    <a:pt x="1729" y="7"/>
                  </a:lnTo>
                  <a:lnTo>
                    <a:pt x="1729" y="0"/>
                  </a:lnTo>
                  <a:lnTo>
                    <a:pt x="1696" y="0"/>
                  </a:lnTo>
                  <a:lnTo>
                    <a:pt x="1696" y="7"/>
                  </a:lnTo>
                  <a:close/>
                  <a:moveTo>
                    <a:pt x="1368" y="7"/>
                  </a:moveTo>
                  <a:lnTo>
                    <a:pt x="1400" y="7"/>
                  </a:lnTo>
                  <a:lnTo>
                    <a:pt x="1400" y="0"/>
                  </a:lnTo>
                  <a:lnTo>
                    <a:pt x="1368" y="0"/>
                  </a:lnTo>
                  <a:lnTo>
                    <a:pt x="1368" y="7"/>
                  </a:lnTo>
                  <a:close/>
                  <a:moveTo>
                    <a:pt x="1302" y="7"/>
                  </a:moveTo>
                  <a:lnTo>
                    <a:pt x="1335" y="7"/>
                  </a:lnTo>
                  <a:lnTo>
                    <a:pt x="1335" y="0"/>
                  </a:lnTo>
                  <a:lnTo>
                    <a:pt x="1302" y="0"/>
                  </a:lnTo>
                  <a:lnTo>
                    <a:pt x="1302" y="7"/>
                  </a:lnTo>
                  <a:close/>
                  <a:moveTo>
                    <a:pt x="1498" y="7"/>
                  </a:moveTo>
                  <a:lnTo>
                    <a:pt x="1531" y="7"/>
                  </a:lnTo>
                  <a:lnTo>
                    <a:pt x="1531" y="0"/>
                  </a:lnTo>
                  <a:lnTo>
                    <a:pt x="1498" y="0"/>
                  </a:lnTo>
                  <a:lnTo>
                    <a:pt x="1498" y="7"/>
                  </a:lnTo>
                  <a:close/>
                  <a:moveTo>
                    <a:pt x="1237" y="7"/>
                  </a:moveTo>
                  <a:lnTo>
                    <a:pt x="1270" y="7"/>
                  </a:lnTo>
                  <a:lnTo>
                    <a:pt x="1270" y="0"/>
                  </a:lnTo>
                  <a:lnTo>
                    <a:pt x="1237" y="0"/>
                  </a:lnTo>
                  <a:lnTo>
                    <a:pt x="1237" y="7"/>
                  </a:lnTo>
                  <a:close/>
                  <a:moveTo>
                    <a:pt x="1433" y="7"/>
                  </a:moveTo>
                  <a:lnTo>
                    <a:pt x="1466" y="7"/>
                  </a:lnTo>
                  <a:lnTo>
                    <a:pt x="1466" y="0"/>
                  </a:lnTo>
                  <a:lnTo>
                    <a:pt x="1433" y="0"/>
                  </a:lnTo>
                  <a:lnTo>
                    <a:pt x="1433" y="7"/>
                  </a:lnTo>
                  <a:close/>
                  <a:moveTo>
                    <a:pt x="2221" y="7"/>
                  </a:moveTo>
                  <a:lnTo>
                    <a:pt x="2253" y="7"/>
                  </a:lnTo>
                  <a:lnTo>
                    <a:pt x="2253" y="0"/>
                  </a:lnTo>
                  <a:lnTo>
                    <a:pt x="2221" y="0"/>
                  </a:lnTo>
                  <a:lnTo>
                    <a:pt x="2221" y="7"/>
                  </a:lnTo>
                  <a:close/>
                  <a:moveTo>
                    <a:pt x="2286" y="7"/>
                  </a:moveTo>
                  <a:lnTo>
                    <a:pt x="2319" y="7"/>
                  </a:lnTo>
                  <a:lnTo>
                    <a:pt x="2319" y="0"/>
                  </a:lnTo>
                  <a:lnTo>
                    <a:pt x="2286" y="0"/>
                  </a:lnTo>
                  <a:lnTo>
                    <a:pt x="2286" y="7"/>
                  </a:lnTo>
                  <a:close/>
                  <a:moveTo>
                    <a:pt x="1172" y="7"/>
                  </a:moveTo>
                  <a:lnTo>
                    <a:pt x="1204" y="7"/>
                  </a:lnTo>
                  <a:lnTo>
                    <a:pt x="1204" y="0"/>
                  </a:lnTo>
                  <a:lnTo>
                    <a:pt x="1172" y="0"/>
                  </a:lnTo>
                  <a:lnTo>
                    <a:pt x="1172" y="7"/>
                  </a:lnTo>
                  <a:close/>
                  <a:moveTo>
                    <a:pt x="2352" y="7"/>
                  </a:moveTo>
                  <a:lnTo>
                    <a:pt x="2384" y="7"/>
                  </a:lnTo>
                  <a:lnTo>
                    <a:pt x="2384" y="0"/>
                  </a:lnTo>
                  <a:lnTo>
                    <a:pt x="2352" y="0"/>
                  </a:lnTo>
                  <a:lnTo>
                    <a:pt x="2352" y="7"/>
                  </a:lnTo>
                  <a:close/>
                  <a:moveTo>
                    <a:pt x="2155" y="7"/>
                  </a:moveTo>
                  <a:lnTo>
                    <a:pt x="2188" y="7"/>
                  </a:lnTo>
                  <a:lnTo>
                    <a:pt x="2188" y="0"/>
                  </a:lnTo>
                  <a:lnTo>
                    <a:pt x="2155" y="0"/>
                  </a:lnTo>
                  <a:lnTo>
                    <a:pt x="2155" y="7"/>
                  </a:lnTo>
                  <a:close/>
                  <a:moveTo>
                    <a:pt x="1892" y="7"/>
                  </a:moveTo>
                  <a:lnTo>
                    <a:pt x="1925" y="7"/>
                  </a:lnTo>
                  <a:lnTo>
                    <a:pt x="1925" y="0"/>
                  </a:lnTo>
                  <a:lnTo>
                    <a:pt x="1892" y="0"/>
                  </a:lnTo>
                  <a:lnTo>
                    <a:pt x="1892" y="7"/>
                  </a:lnTo>
                  <a:close/>
                  <a:moveTo>
                    <a:pt x="1958" y="7"/>
                  </a:moveTo>
                  <a:lnTo>
                    <a:pt x="1990" y="7"/>
                  </a:lnTo>
                  <a:lnTo>
                    <a:pt x="1990" y="0"/>
                  </a:lnTo>
                  <a:lnTo>
                    <a:pt x="1958" y="0"/>
                  </a:lnTo>
                  <a:lnTo>
                    <a:pt x="1958" y="7"/>
                  </a:lnTo>
                  <a:close/>
                  <a:moveTo>
                    <a:pt x="2088" y="7"/>
                  </a:moveTo>
                  <a:lnTo>
                    <a:pt x="2123" y="7"/>
                  </a:lnTo>
                  <a:lnTo>
                    <a:pt x="2123" y="0"/>
                  </a:lnTo>
                  <a:lnTo>
                    <a:pt x="2088" y="0"/>
                  </a:lnTo>
                  <a:lnTo>
                    <a:pt x="2088" y="7"/>
                  </a:lnTo>
                  <a:close/>
                  <a:moveTo>
                    <a:pt x="1827" y="7"/>
                  </a:moveTo>
                  <a:lnTo>
                    <a:pt x="1860" y="7"/>
                  </a:lnTo>
                  <a:lnTo>
                    <a:pt x="1860" y="0"/>
                  </a:lnTo>
                  <a:lnTo>
                    <a:pt x="1827" y="0"/>
                  </a:lnTo>
                  <a:lnTo>
                    <a:pt x="1827" y="7"/>
                  </a:lnTo>
                  <a:close/>
                  <a:moveTo>
                    <a:pt x="2023" y="7"/>
                  </a:moveTo>
                  <a:lnTo>
                    <a:pt x="2056" y="7"/>
                  </a:lnTo>
                  <a:lnTo>
                    <a:pt x="2056" y="0"/>
                  </a:lnTo>
                  <a:lnTo>
                    <a:pt x="2023" y="0"/>
                  </a:lnTo>
                  <a:lnTo>
                    <a:pt x="2023" y="7"/>
                  </a:lnTo>
                  <a:close/>
                  <a:moveTo>
                    <a:pt x="222" y="93"/>
                  </a:moveTo>
                  <a:lnTo>
                    <a:pt x="227" y="98"/>
                  </a:lnTo>
                  <a:lnTo>
                    <a:pt x="250" y="74"/>
                  </a:lnTo>
                  <a:lnTo>
                    <a:pt x="247" y="70"/>
                  </a:lnTo>
                  <a:lnTo>
                    <a:pt x="222" y="93"/>
                  </a:lnTo>
                  <a:close/>
                  <a:moveTo>
                    <a:pt x="319" y="7"/>
                  </a:moveTo>
                  <a:lnTo>
                    <a:pt x="351" y="7"/>
                  </a:lnTo>
                  <a:lnTo>
                    <a:pt x="351" y="0"/>
                  </a:lnTo>
                  <a:lnTo>
                    <a:pt x="319" y="0"/>
                  </a:lnTo>
                  <a:lnTo>
                    <a:pt x="319" y="7"/>
                  </a:lnTo>
                  <a:close/>
                  <a:moveTo>
                    <a:pt x="384" y="7"/>
                  </a:moveTo>
                  <a:lnTo>
                    <a:pt x="417" y="7"/>
                  </a:lnTo>
                  <a:lnTo>
                    <a:pt x="417" y="0"/>
                  </a:lnTo>
                  <a:lnTo>
                    <a:pt x="384" y="0"/>
                  </a:lnTo>
                  <a:lnTo>
                    <a:pt x="384" y="7"/>
                  </a:lnTo>
                  <a:close/>
                  <a:moveTo>
                    <a:pt x="449" y="7"/>
                  </a:moveTo>
                  <a:lnTo>
                    <a:pt x="482" y="7"/>
                  </a:lnTo>
                  <a:lnTo>
                    <a:pt x="482" y="0"/>
                  </a:lnTo>
                  <a:lnTo>
                    <a:pt x="449" y="0"/>
                  </a:lnTo>
                  <a:lnTo>
                    <a:pt x="449" y="7"/>
                  </a:lnTo>
                  <a:close/>
                  <a:moveTo>
                    <a:pt x="2417" y="7"/>
                  </a:moveTo>
                  <a:lnTo>
                    <a:pt x="2450" y="7"/>
                  </a:lnTo>
                  <a:lnTo>
                    <a:pt x="2450" y="0"/>
                  </a:lnTo>
                  <a:lnTo>
                    <a:pt x="2417" y="0"/>
                  </a:lnTo>
                  <a:lnTo>
                    <a:pt x="2417" y="7"/>
                  </a:lnTo>
                  <a:close/>
                  <a:moveTo>
                    <a:pt x="37" y="278"/>
                  </a:moveTo>
                  <a:lnTo>
                    <a:pt x="42" y="283"/>
                  </a:lnTo>
                  <a:lnTo>
                    <a:pt x="65" y="260"/>
                  </a:lnTo>
                  <a:lnTo>
                    <a:pt x="60" y="255"/>
                  </a:lnTo>
                  <a:lnTo>
                    <a:pt x="37" y="278"/>
                  </a:lnTo>
                  <a:close/>
                  <a:moveTo>
                    <a:pt x="176" y="139"/>
                  </a:moveTo>
                  <a:lnTo>
                    <a:pt x="181" y="144"/>
                  </a:lnTo>
                  <a:lnTo>
                    <a:pt x="204" y="121"/>
                  </a:lnTo>
                  <a:lnTo>
                    <a:pt x="199" y="116"/>
                  </a:lnTo>
                  <a:lnTo>
                    <a:pt x="176" y="139"/>
                  </a:lnTo>
                  <a:close/>
                  <a:moveTo>
                    <a:pt x="515" y="7"/>
                  </a:moveTo>
                  <a:lnTo>
                    <a:pt x="547" y="7"/>
                  </a:lnTo>
                  <a:lnTo>
                    <a:pt x="547" y="0"/>
                  </a:lnTo>
                  <a:lnTo>
                    <a:pt x="515" y="0"/>
                  </a:lnTo>
                  <a:lnTo>
                    <a:pt x="515" y="7"/>
                  </a:lnTo>
                  <a:close/>
                  <a:moveTo>
                    <a:pt x="83" y="232"/>
                  </a:moveTo>
                  <a:lnTo>
                    <a:pt x="88" y="237"/>
                  </a:lnTo>
                  <a:lnTo>
                    <a:pt x="111" y="214"/>
                  </a:lnTo>
                  <a:lnTo>
                    <a:pt x="106" y="209"/>
                  </a:lnTo>
                  <a:lnTo>
                    <a:pt x="83" y="232"/>
                  </a:lnTo>
                  <a:close/>
                  <a:moveTo>
                    <a:pt x="131" y="186"/>
                  </a:moveTo>
                  <a:lnTo>
                    <a:pt x="134" y="190"/>
                  </a:lnTo>
                  <a:lnTo>
                    <a:pt x="158" y="167"/>
                  </a:lnTo>
                  <a:lnTo>
                    <a:pt x="153" y="162"/>
                  </a:lnTo>
                  <a:lnTo>
                    <a:pt x="131" y="186"/>
                  </a:lnTo>
                  <a:close/>
                  <a:moveTo>
                    <a:pt x="974" y="7"/>
                  </a:moveTo>
                  <a:lnTo>
                    <a:pt x="1007" y="7"/>
                  </a:lnTo>
                  <a:lnTo>
                    <a:pt x="1007" y="0"/>
                  </a:lnTo>
                  <a:lnTo>
                    <a:pt x="974" y="0"/>
                  </a:lnTo>
                  <a:lnTo>
                    <a:pt x="974" y="7"/>
                  </a:lnTo>
                  <a:close/>
                  <a:moveTo>
                    <a:pt x="580" y="7"/>
                  </a:moveTo>
                  <a:lnTo>
                    <a:pt x="613" y="7"/>
                  </a:lnTo>
                  <a:lnTo>
                    <a:pt x="613" y="0"/>
                  </a:lnTo>
                  <a:lnTo>
                    <a:pt x="580" y="0"/>
                  </a:lnTo>
                  <a:lnTo>
                    <a:pt x="580" y="7"/>
                  </a:lnTo>
                  <a:close/>
                  <a:moveTo>
                    <a:pt x="908" y="7"/>
                  </a:moveTo>
                  <a:lnTo>
                    <a:pt x="941" y="7"/>
                  </a:lnTo>
                  <a:lnTo>
                    <a:pt x="941" y="0"/>
                  </a:lnTo>
                  <a:lnTo>
                    <a:pt x="908" y="0"/>
                  </a:lnTo>
                  <a:lnTo>
                    <a:pt x="908" y="7"/>
                  </a:lnTo>
                  <a:close/>
                  <a:moveTo>
                    <a:pt x="1039" y="7"/>
                  </a:moveTo>
                  <a:lnTo>
                    <a:pt x="1072" y="7"/>
                  </a:lnTo>
                  <a:lnTo>
                    <a:pt x="1072" y="0"/>
                  </a:lnTo>
                  <a:lnTo>
                    <a:pt x="1039" y="0"/>
                  </a:lnTo>
                  <a:lnTo>
                    <a:pt x="1039" y="7"/>
                  </a:lnTo>
                  <a:close/>
                  <a:moveTo>
                    <a:pt x="843" y="7"/>
                  </a:moveTo>
                  <a:lnTo>
                    <a:pt x="876" y="7"/>
                  </a:lnTo>
                  <a:lnTo>
                    <a:pt x="876" y="0"/>
                  </a:lnTo>
                  <a:lnTo>
                    <a:pt x="843" y="0"/>
                  </a:lnTo>
                  <a:lnTo>
                    <a:pt x="843" y="7"/>
                  </a:lnTo>
                  <a:close/>
                  <a:moveTo>
                    <a:pt x="1105" y="7"/>
                  </a:moveTo>
                  <a:lnTo>
                    <a:pt x="1139" y="7"/>
                  </a:lnTo>
                  <a:lnTo>
                    <a:pt x="1139" y="0"/>
                  </a:lnTo>
                  <a:lnTo>
                    <a:pt x="1105" y="0"/>
                  </a:lnTo>
                  <a:lnTo>
                    <a:pt x="1105" y="7"/>
                  </a:lnTo>
                  <a:close/>
                  <a:moveTo>
                    <a:pt x="647" y="7"/>
                  </a:moveTo>
                  <a:lnTo>
                    <a:pt x="680" y="7"/>
                  </a:lnTo>
                  <a:lnTo>
                    <a:pt x="680" y="0"/>
                  </a:lnTo>
                  <a:lnTo>
                    <a:pt x="647" y="0"/>
                  </a:lnTo>
                  <a:lnTo>
                    <a:pt x="647" y="7"/>
                  </a:lnTo>
                  <a:close/>
                  <a:moveTo>
                    <a:pt x="712" y="7"/>
                  </a:moveTo>
                  <a:lnTo>
                    <a:pt x="745" y="7"/>
                  </a:lnTo>
                  <a:lnTo>
                    <a:pt x="745" y="0"/>
                  </a:lnTo>
                  <a:lnTo>
                    <a:pt x="712" y="0"/>
                  </a:lnTo>
                  <a:lnTo>
                    <a:pt x="712" y="7"/>
                  </a:lnTo>
                  <a:close/>
                  <a:moveTo>
                    <a:pt x="778" y="7"/>
                  </a:moveTo>
                  <a:lnTo>
                    <a:pt x="810" y="7"/>
                  </a:lnTo>
                  <a:lnTo>
                    <a:pt x="810" y="0"/>
                  </a:lnTo>
                  <a:lnTo>
                    <a:pt x="778" y="0"/>
                  </a:lnTo>
                  <a:lnTo>
                    <a:pt x="778" y="7"/>
                  </a:lnTo>
                  <a:close/>
                  <a:moveTo>
                    <a:pt x="269" y="46"/>
                  </a:moveTo>
                  <a:lnTo>
                    <a:pt x="274" y="51"/>
                  </a:lnTo>
                  <a:lnTo>
                    <a:pt x="297" y="28"/>
                  </a:lnTo>
                  <a:lnTo>
                    <a:pt x="292" y="23"/>
                  </a:lnTo>
                  <a:lnTo>
                    <a:pt x="269" y="46"/>
                  </a:lnTo>
                  <a:close/>
                  <a:moveTo>
                    <a:pt x="2811" y="7"/>
                  </a:moveTo>
                  <a:lnTo>
                    <a:pt x="2843" y="7"/>
                  </a:lnTo>
                  <a:lnTo>
                    <a:pt x="2843" y="0"/>
                  </a:lnTo>
                  <a:lnTo>
                    <a:pt x="2811" y="0"/>
                  </a:lnTo>
                  <a:lnTo>
                    <a:pt x="2811" y="7"/>
                  </a:lnTo>
                  <a:close/>
                  <a:moveTo>
                    <a:pt x="2745" y="7"/>
                  </a:moveTo>
                  <a:lnTo>
                    <a:pt x="2778" y="7"/>
                  </a:lnTo>
                  <a:lnTo>
                    <a:pt x="2778" y="0"/>
                  </a:lnTo>
                  <a:lnTo>
                    <a:pt x="2745" y="0"/>
                  </a:lnTo>
                  <a:lnTo>
                    <a:pt x="2745" y="7"/>
                  </a:lnTo>
                  <a:close/>
                  <a:moveTo>
                    <a:pt x="3007" y="7"/>
                  </a:moveTo>
                  <a:lnTo>
                    <a:pt x="3040" y="7"/>
                  </a:lnTo>
                  <a:lnTo>
                    <a:pt x="3040" y="0"/>
                  </a:lnTo>
                  <a:lnTo>
                    <a:pt x="3007" y="0"/>
                  </a:lnTo>
                  <a:lnTo>
                    <a:pt x="3007" y="7"/>
                  </a:lnTo>
                  <a:close/>
                  <a:moveTo>
                    <a:pt x="3139" y="7"/>
                  </a:moveTo>
                  <a:lnTo>
                    <a:pt x="3172" y="7"/>
                  </a:lnTo>
                  <a:lnTo>
                    <a:pt x="3172" y="0"/>
                  </a:lnTo>
                  <a:lnTo>
                    <a:pt x="3139" y="0"/>
                  </a:lnTo>
                  <a:lnTo>
                    <a:pt x="3139" y="7"/>
                  </a:lnTo>
                  <a:close/>
                  <a:moveTo>
                    <a:pt x="3072" y="7"/>
                  </a:moveTo>
                  <a:lnTo>
                    <a:pt x="3105" y="7"/>
                  </a:lnTo>
                  <a:lnTo>
                    <a:pt x="3105" y="0"/>
                  </a:lnTo>
                  <a:lnTo>
                    <a:pt x="3072" y="0"/>
                  </a:lnTo>
                  <a:lnTo>
                    <a:pt x="3072" y="7"/>
                  </a:lnTo>
                  <a:close/>
                  <a:moveTo>
                    <a:pt x="2680" y="7"/>
                  </a:moveTo>
                  <a:lnTo>
                    <a:pt x="2713" y="7"/>
                  </a:lnTo>
                  <a:lnTo>
                    <a:pt x="2713" y="0"/>
                  </a:lnTo>
                  <a:lnTo>
                    <a:pt x="2680" y="0"/>
                  </a:lnTo>
                  <a:lnTo>
                    <a:pt x="2680" y="7"/>
                  </a:lnTo>
                  <a:close/>
                  <a:moveTo>
                    <a:pt x="3401" y="7"/>
                  </a:moveTo>
                  <a:lnTo>
                    <a:pt x="3433" y="7"/>
                  </a:lnTo>
                  <a:lnTo>
                    <a:pt x="3433" y="0"/>
                  </a:lnTo>
                  <a:lnTo>
                    <a:pt x="3401" y="0"/>
                  </a:lnTo>
                  <a:lnTo>
                    <a:pt x="3401" y="7"/>
                  </a:lnTo>
                  <a:close/>
                  <a:moveTo>
                    <a:pt x="2942" y="7"/>
                  </a:moveTo>
                  <a:lnTo>
                    <a:pt x="2974" y="7"/>
                  </a:lnTo>
                  <a:lnTo>
                    <a:pt x="2974" y="0"/>
                  </a:lnTo>
                  <a:lnTo>
                    <a:pt x="2942" y="0"/>
                  </a:lnTo>
                  <a:lnTo>
                    <a:pt x="2942" y="7"/>
                  </a:lnTo>
                  <a:close/>
                  <a:moveTo>
                    <a:pt x="2876" y="7"/>
                  </a:moveTo>
                  <a:lnTo>
                    <a:pt x="2909" y="7"/>
                  </a:lnTo>
                  <a:lnTo>
                    <a:pt x="2909" y="0"/>
                  </a:lnTo>
                  <a:lnTo>
                    <a:pt x="2876" y="0"/>
                  </a:lnTo>
                  <a:lnTo>
                    <a:pt x="2876" y="7"/>
                  </a:lnTo>
                  <a:close/>
                  <a:moveTo>
                    <a:pt x="3335" y="7"/>
                  </a:moveTo>
                  <a:lnTo>
                    <a:pt x="3368" y="7"/>
                  </a:lnTo>
                  <a:lnTo>
                    <a:pt x="3368" y="0"/>
                  </a:lnTo>
                  <a:lnTo>
                    <a:pt x="3335" y="0"/>
                  </a:lnTo>
                  <a:lnTo>
                    <a:pt x="3335" y="7"/>
                  </a:lnTo>
                  <a:close/>
                  <a:moveTo>
                    <a:pt x="3270" y="7"/>
                  </a:moveTo>
                  <a:lnTo>
                    <a:pt x="3303" y="7"/>
                  </a:lnTo>
                  <a:lnTo>
                    <a:pt x="3303" y="0"/>
                  </a:lnTo>
                  <a:lnTo>
                    <a:pt x="3270" y="0"/>
                  </a:lnTo>
                  <a:lnTo>
                    <a:pt x="3270" y="7"/>
                  </a:lnTo>
                  <a:close/>
                  <a:moveTo>
                    <a:pt x="2548" y="7"/>
                  </a:moveTo>
                  <a:lnTo>
                    <a:pt x="2580" y="7"/>
                  </a:lnTo>
                  <a:lnTo>
                    <a:pt x="2580" y="0"/>
                  </a:lnTo>
                  <a:lnTo>
                    <a:pt x="2548" y="0"/>
                  </a:lnTo>
                  <a:lnTo>
                    <a:pt x="2548" y="7"/>
                  </a:lnTo>
                  <a:close/>
                  <a:moveTo>
                    <a:pt x="2482" y="7"/>
                  </a:moveTo>
                  <a:lnTo>
                    <a:pt x="2515" y="7"/>
                  </a:lnTo>
                  <a:lnTo>
                    <a:pt x="2515" y="0"/>
                  </a:lnTo>
                  <a:lnTo>
                    <a:pt x="2482" y="0"/>
                  </a:lnTo>
                  <a:lnTo>
                    <a:pt x="2482" y="7"/>
                  </a:lnTo>
                  <a:close/>
                  <a:moveTo>
                    <a:pt x="2613" y="7"/>
                  </a:moveTo>
                  <a:lnTo>
                    <a:pt x="2647" y="7"/>
                  </a:lnTo>
                  <a:lnTo>
                    <a:pt x="2647" y="0"/>
                  </a:lnTo>
                  <a:lnTo>
                    <a:pt x="2613" y="0"/>
                  </a:lnTo>
                  <a:lnTo>
                    <a:pt x="2613" y="7"/>
                  </a:lnTo>
                  <a:close/>
                  <a:moveTo>
                    <a:pt x="3205" y="7"/>
                  </a:moveTo>
                  <a:lnTo>
                    <a:pt x="3237" y="7"/>
                  </a:lnTo>
                  <a:lnTo>
                    <a:pt x="3237" y="0"/>
                  </a:lnTo>
                  <a:lnTo>
                    <a:pt x="3205" y="0"/>
                  </a:lnTo>
                  <a:lnTo>
                    <a:pt x="3205" y="7"/>
                  </a:lnTo>
                  <a:close/>
                  <a:moveTo>
                    <a:pt x="3466" y="0"/>
                  </a:moveTo>
                  <a:lnTo>
                    <a:pt x="3466" y="7"/>
                  </a:lnTo>
                  <a:lnTo>
                    <a:pt x="3479" y="7"/>
                  </a:lnTo>
                  <a:lnTo>
                    <a:pt x="3479" y="20"/>
                  </a:lnTo>
                  <a:lnTo>
                    <a:pt x="3486" y="20"/>
                  </a:lnTo>
                  <a:lnTo>
                    <a:pt x="3486" y="0"/>
                  </a:lnTo>
                  <a:lnTo>
                    <a:pt x="3466" y="0"/>
                  </a:lnTo>
                  <a:close/>
                  <a:moveTo>
                    <a:pt x="3479" y="206"/>
                  </a:moveTo>
                  <a:lnTo>
                    <a:pt x="3486" y="206"/>
                  </a:lnTo>
                  <a:lnTo>
                    <a:pt x="3486" y="175"/>
                  </a:lnTo>
                  <a:lnTo>
                    <a:pt x="3479" y="175"/>
                  </a:lnTo>
                  <a:lnTo>
                    <a:pt x="3479" y="206"/>
                  </a:lnTo>
                  <a:close/>
                  <a:moveTo>
                    <a:pt x="3479" y="580"/>
                  </a:moveTo>
                  <a:lnTo>
                    <a:pt x="3486" y="580"/>
                  </a:lnTo>
                  <a:lnTo>
                    <a:pt x="3486" y="549"/>
                  </a:lnTo>
                  <a:lnTo>
                    <a:pt x="3479" y="549"/>
                  </a:lnTo>
                  <a:lnTo>
                    <a:pt x="3479" y="580"/>
                  </a:lnTo>
                  <a:close/>
                  <a:moveTo>
                    <a:pt x="3479" y="518"/>
                  </a:moveTo>
                  <a:lnTo>
                    <a:pt x="3486" y="518"/>
                  </a:lnTo>
                  <a:lnTo>
                    <a:pt x="3486" y="487"/>
                  </a:lnTo>
                  <a:lnTo>
                    <a:pt x="3479" y="487"/>
                  </a:lnTo>
                  <a:lnTo>
                    <a:pt x="3479" y="518"/>
                  </a:lnTo>
                  <a:close/>
                  <a:moveTo>
                    <a:pt x="3479" y="82"/>
                  </a:moveTo>
                  <a:lnTo>
                    <a:pt x="3486" y="82"/>
                  </a:lnTo>
                  <a:lnTo>
                    <a:pt x="3486" y="51"/>
                  </a:lnTo>
                  <a:lnTo>
                    <a:pt x="3479" y="51"/>
                  </a:lnTo>
                  <a:lnTo>
                    <a:pt x="3479" y="82"/>
                  </a:lnTo>
                  <a:close/>
                  <a:moveTo>
                    <a:pt x="3479" y="456"/>
                  </a:moveTo>
                  <a:lnTo>
                    <a:pt x="3486" y="456"/>
                  </a:lnTo>
                  <a:lnTo>
                    <a:pt x="3486" y="425"/>
                  </a:lnTo>
                  <a:lnTo>
                    <a:pt x="3479" y="425"/>
                  </a:lnTo>
                  <a:lnTo>
                    <a:pt x="3479" y="456"/>
                  </a:lnTo>
                  <a:close/>
                  <a:moveTo>
                    <a:pt x="3479" y="392"/>
                  </a:moveTo>
                  <a:lnTo>
                    <a:pt x="3486" y="392"/>
                  </a:lnTo>
                  <a:lnTo>
                    <a:pt x="3486" y="361"/>
                  </a:lnTo>
                  <a:lnTo>
                    <a:pt x="3479" y="361"/>
                  </a:lnTo>
                  <a:lnTo>
                    <a:pt x="3479" y="392"/>
                  </a:lnTo>
                  <a:close/>
                  <a:moveTo>
                    <a:pt x="3479" y="330"/>
                  </a:moveTo>
                  <a:lnTo>
                    <a:pt x="3486" y="330"/>
                  </a:lnTo>
                  <a:lnTo>
                    <a:pt x="3486" y="299"/>
                  </a:lnTo>
                  <a:lnTo>
                    <a:pt x="3479" y="299"/>
                  </a:lnTo>
                  <a:lnTo>
                    <a:pt x="3479" y="330"/>
                  </a:lnTo>
                  <a:close/>
                  <a:moveTo>
                    <a:pt x="3479" y="144"/>
                  </a:moveTo>
                  <a:lnTo>
                    <a:pt x="3486" y="144"/>
                  </a:lnTo>
                  <a:lnTo>
                    <a:pt x="3486" y="113"/>
                  </a:lnTo>
                  <a:lnTo>
                    <a:pt x="3479" y="113"/>
                  </a:lnTo>
                  <a:lnTo>
                    <a:pt x="3479" y="144"/>
                  </a:lnTo>
                  <a:close/>
                  <a:moveTo>
                    <a:pt x="3479" y="268"/>
                  </a:moveTo>
                  <a:lnTo>
                    <a:pt x="3486" y="268"/>
                  </a:lnTo>
                  <a:lnTo>
                    <a:pt x="3486" y="237"/>
                  </a:lnTo>
                  <a:lnTo>
                    <a:pt x="3479" y="237"/>
                  </a:lnTo>
                  <a:lnTo>
                    <a:pt x="3479" y="268"/>
                  </a:lnTo>
                  <a:close/>
                  <a:moveTo>
                    <a:pt x="3479" y="625"/>
                  </a:moveTo>
                  <a:lnTo>
                    <a:pt x="3466" y="625"/>
                  </a:lnTo>
                  <a:lnTo>
                    <a:pt x="3466" y="631"/>
                  </a:lnTo>
                  <a:lnTo>
                    <a:pt x="3486" y="631"/>
                  </a:lnTo>
                  <a:lnTo>
                    <a:pt x="3486" y="611"/>
                  </a:lnTo>
                  <a:lnTo>
                    <a:pt x="3479" y="611"/>
                  </a:lnTo>
                  <a:lnTo>
                    <a:pt x="3479" y="625"/>
                  </a:lnTo>
                  <a:close/>
                  <a:moveTo>
                    <a:pt x="3401" y="631"/>
                  </a:moveTo>
                  <a:lnTo>
                    <a:pt x="3433" y="631"/>
                  </a:lnTo>
                  <a:lnTo>
                    <a:pt x="3433" y="625"/>
                  </a:lnTo>
                  <a:lnTo>
                    <a:pt x="3401" y="625"/>
                  </a:lnTo>
                  <a:lnTo>
                    <a:pt x="3401" y="631"/>
                  </a:lnTo>
                  <a:close/>
                  <a:moveTo>
                    <a:pt x="712" y="631"/>
                  </a:moveTo>
                  <a:lnTo>
                    <a:pt x="745" y="631"/>
                  </a:lnTo>
                  <a:lnTo>
                    <a:pt x="745" y="625"/>
                  </a:lnTo>
                  <a:lnTo>
                    <a:pt x="712" y="625"/>
                  </a:lnTo>
                  <a:lnTo>
                    <a:pt x="712" y="631"/>
                  </a:lnTo>
                  <a:close/>
                  <a:moveTo>
                    <a:pt x="778" y="631"/>
                  </a:moveTo>
                  <a:lnTo>
                    <a:pt x="810" y="631"/>
                  </a:lnTo>
                  <a:lnTo>
                    <a:pt x="810" y="625"/>
                  </a:lnTo>
                  <a:lnTo>
                    <a:pt x="778" y="625"/>
                  </a:lnTo>
                  <a:lnTo>
                    <a:pt x="778" y="631"/>
                  </a:lnTo>
                  <a:close/>
                  <a:moveTo>
                    <a:pt x="843" y="631"/>
                  </a:moveTo>
                  <a:lnTo>
                    <a:pt x="876" y="631"/>
                  </a:lnTo>
                  <a:lnTo>
                    <a:pt x="876" y="625"/>
                  </a:lnTo>
                  <a:lnTo>
                    <a:pt x="843" y="625"/>
                  </a:lnTo>
                  <a:lnTo>
                    <a:pt x="843" y="631"/>
                  </a:lnTo>
                  <a:close/>
                  <a:moveTo>
                    <a:pt x="908" y="631"/>
                  </a:moveTo>
                  <a:lnTo>
                    <a:pt x="941" y="631"/>
                  </a:lnTo>
                  <a:lnTo>
                    <a:pt x="941" y="625"/>
                  </a:lnTo>
                  <a:lnTo>
                    <a:pt x="908" y="625"/>
                  </a:lnTo>
                  <a:lnTo>
                    <a:pt x="908" y="631"/>
                  </a:lnTo>
                  <a:close/>
                  <a:moveTo>
                    <a:pt x="3270" y="631"/>
                  </a:moveTo>
                  <a:lnTo>
                    <a:pt x="3303" y="631"/>
                  </a:lnTo>
                  <a:lnTo>
                    <a:pt x="3303" y="625"/>
                  </a:lnTo>
                  <a:lnTo>
                    <a:pt x="3270" y="625"/>
                  </a:lnTo>
                  <a:lnTo>
                    <a:pt x="3270" y="631"/>
                  </a:lnTo>
                  <a:close/>
                  <a:moveTo>
                    <a:pt x="3335" y="631"/>
                  </a:moveTo>
                  <a:lnTo>
                    <a:pt x="3368" y="631"/>
                  </a:lnTo>
                  <a:lnTo>
                    <a:pt x="3368" y="625"/>
                  </a:lnTo>
                  <a:lnTo>
                    <a:pt x="3335" y="625"/>
                  </a:lnTo>
                  <a:lnTo>
                    <a:pt x="3335" y="631"/>
                  </a:lnTo>
                  <a:close/>
                  <a:moveTo>
                    <a:pt x="515" y="631"/>
                  </a:moveTo>
                  <a:lnTo>
                    <a:pt x="547" y="631"/>
                  </a:lnTo>
                  <a:lnTo>
                    <a:pt x="547" y="625"/>
                  </a:lnTo>
                  <a:lnTo>
                    <a:pt x="515" y="625"/>
                  </a:lnTo>
                  <a:lnTo>
                    <a:pt x="515" y="631"/>
                  </a:lnTo>
                  <a:close/>
                  <a:moveTo>
                    <a:pt x="647" y="631"/>
                  </a:moveTo>
                  <a:lnTo>
                    <a:pt x="680" y="631"/>
                  </a:lnTo>
                  <a:lnTo>
                    <a:pt x="680" y="625"/>
                  </a:lnTo>
                  <a:lnTo>
                    <a:pt x="647" y="625"/>
                  </a:lnTo>
                  <a:lnTo>
                    <a:pt x="647" y="631"/>
                  </a:lnTo>
                  <a:close/>
                  <a:moveTo>
                    <a:pt x="269" y="584"/>
                  </a:moveTo>
                  <a:lnTo>
                    <a:pt x="292" y="608"/>
                  </a:lnTo>
                  <a:lnTo>
                    <a:pt x="297" y="603"/>
                  </a:lnTo>
                  <a:lnTo>
                    <a:pt x="274" y="580"/>
                  </a:lnTo>
                  <a:lnTo>
                    <a:pt x="269" y="584"/>
                  </a:lnTo>
                  <a:close/>
                  <a:moveTo>
                    <a:pt x="222" y="538"/>
                  </a:moveTo>
                  <a:lnTo>
                    <a:pt x="247" y="561"/>
                  </a:lnTo>
                  <a:lnTo>
                    <a:pt x="250" y="556"/>
                  </a:lnTo>
                  <a:lnTo>
                    <a:pt x="227" y="533"/>
                  </a:lnTo>
                  <a:lnTo>
                    <a:pt x="222" y="538"/>
                  </a:lnTo>
                  <a:close/>
                  <a:moveTo>
                    <a:pt x="176" y="492"/>
                  </a:moveTo>
                  <a:lnTo>
                    <a:pt x="199" y="515"/>
                  </a:lnTo>
                  <a:lnTo>
                    <a:pt x="204" y="510"/>
                  </a:lnTo>
                  <a:lnTo>
                    <a:pt x="181" y="487"/>
                  </a:lnTo>
                  <a:lnTo>
                    <a:pt x="176" y="492"/>
                  </a:lnTo>
                  <a:close/>
                  <a:moveTo>
                    <a:pt x="83" y="399"/>
                  </a:moveTo>
                  <a:lnTo>
                    <a:pt x="106" y="422"/>
                  </a:lnTo>
                  <a:lnTo>
                    <a:pt x="111" y="417"/>
                  </a:lnTo>
                  <a:lnTo>
                    <a:pt x="88" y="394"/>
                  </a:lnTo>
                  <a:lnTo>
                    <a:pt x="83" y="399"/>
                  </a:lnTo>
                  <a:close/>
                  <a:moveTo>
                    <a:pt x="37" y="353"/>
                  </a:moveTo>
                  <a:lnTo>
                    <a:pt x="60" y="376"/>
                  </a:lnTo>
                  <a:lnTo>
                    <a:pt x="65" y="371"/>
                  </a:lnTo>
                  <a:lnTo>
                    <a:pt x="42" y="348"/>
                  </a:lnTo>
                  <a:lnTo>
                    <a:pt x="37" y="353"/>
                  </a:lnTo>
                  <a:close/>
                  <a:moveTo>
                    <a:pt x="131" y="445"/>
                  </a:moveTo>
                  <a:lnTo>
                    <a:pt x="153" y="469"/>
                  </a:lnTo>
                  <a:lnTo>
                    <a:pt x="158" y="464"/>
                  </a:lnTo>
                  <a:lnTo>
                    <a:pt x="134" y="441"/>
                  </a:lnTo>
                  <a:lnTo>
                    <a:pt x="131" y="445"/>
                  </a:lnTo>
                  <a:close/>
                  <a:moveTo>
                    <a:pt x="974" y="631"/>
                  </a:moveTo>
                  <a:lnTo>
                    <a:pt x="1007" y="631"/>
                  </a:lnTo>
                  <a:lnTo>
                    <a:pt x="1007" y="625"/>
                  </a:lnTo>
                  <a:lnTo>
                    <a:pt x="974" y="625"/>
                  </a:lnTo>
                  <a:lnTo>
                    <a:pt x="974" y="631"/>
                  </a:lnTo>
                  <a:close/>
                  <a:moveTo>
                    <a:pt x="580" y="631"/>
                  </a:moveTo>
                  <a:lnTo>
                    <a:pt x="613" y="631"/>
                  </a:lnTo>
                  <a:lnTo>
                    <a:pt x="613" y="625"/>
                  </a:lnTo>
                  <a:lnTo>
                    <a:pt x="580" y="625"/>
                  </a:lnTo>
                  <a:lnTo>
                    <a:pt x="580" y="631"/>
                  </a:lnTo>
                  <a:close/>
                  <a:moveTo>
                    <a:pt x="319" y="631"/>
                  </a:moveTo>
                  <a:lnTo>
                    <a:pt x="351" y="631"/>
                  </a:lnTo>
                  <a:lnTo>
                    <a:pt x="351" y="625"/>
                  </a:lnTo>
                  <a:lnTo>
                    <a:pt x="319" y="625"/>
                  </a:lnTo>
                  <a:lnTo>
                    <a:pt x="319" y="631"/>
                  </a:lnTo>
                  <a:close/>
                  <a:moveTo>
                    <a:pt x="449" y="631"/>
                  </a:moveTo>
                  <a:lnTo>
                    <a:pt x="482" y="631"/>
                  </a:lnTo>
                  <a:lnTo>
                    <a:pt x="482" y="625"/>
                  </a:lnTo>
                  <a:lnTo>
                    <a:pt x="449" y="625"/>
                  </a:lnTo>
                  <a:lnTo>
                    <a:pt x="449" y="631"/>
                  </a:lnTo>
                  <a:close/>
                  <a:moveTo>
                    <a:pt x="384" y="631"/>
                  </a:moveTo>
                  <a:lnTo>
                    <a:pt x="417" y="631"/>
                  </a:lnTo>
                  <a:lnTo>
                    <a:pt x="417" y="625"/>
                  </a:lnTo>
                  <a:lnTo>
                    <a:pt x="384" y="625"/>
                  </a:lnTo>
                  <a:lnTo>
                    <a:pt x="384" y="631"/>
                  </a:lnTo>
                  <a:close/>
                  <a:moveTo>
                    <a:pt x="3139" y="631"/>
                  </a:moveTo>
                  <a:lnTo>
                    <a:pt x="3172" y="631"/>
                  </a:lnTo>
                  <a:lnTo>
                    <a:pt x="3172" y="625"/>
                  </a:lnTo>
                  <a:lnTo>
                    <a:pt x="3139" y="625"/>
                  </a:lnTo>
                  <a:lnTo>
                    <a:pt x="3139" y="631"/>
                  </a:lnTo>
                  <a:close/>
                  <a:moveTo>
                    <a:pt x="2680" y="631"/>
                  </a:moveTo>
                  <a:lnTo>
                    <a:pt x="2713" y="631"/>
                  </a:lnTo>
                  <a:lnTo>
                    <a:pt x="2713" y="625"/>
                  </a:lnTo>
                  <a:lnTo>
                    <a:pt x="2680" y="625"/>
                  </a:lnTo>
                  <a:lnTo>
                    <a:pt x="2680" y="631"/>
                  </a:lnTo>
                  <a:close/>
                  <a:moveTo>
                    <a:pt x="2745" y="631"/>
                  </a:moveTo>
                  <a:lnTo>
                    <a:pt x="2778" y="631"/>
                  </a:lnTo>
                  <a:lnTo>
                    <a:pt x="2778" y="625"/>
                  </a:lnTo>
                  <a:lnTo>
                    <a:pt x="2745" y="625"/>
                  </a:lnTo>
                  <a:lnTo>
                    <a:pt x="2745" y="631"/>
                  </a:lnTo>
                  <a:close/>
                  <a:moveTo>
                    <a:pt x="2023" y="631"/>
                  </a:moveTo>
                  <a:lnTo>
                    <a:pt x="2056" y="631"/>
                  </a:lnTo>
                  <a:lnTo>
                    <a:pt x="2056" y="625"/>
                  </a:lnTo>
                  <a:lnTo>
                    <a:pt x="2023" y="625"/>
                  </a:lnTo>
                  <a:lnTo>
                    <a:pt x="2023" y="631"/>
                  </a:lnTo>
                  <a:close/>
                  <a:moveTo>
                    <a:pt x="2088" y="631"/>
                  </a:moveTo>
                  <a:lnTo>
                    <a:pt x="2123" y="631"/>
                  </a:lnTo>
                  <a:lnTo>
                    <a:pt x="2123" y="625"/>
                  </a:lnTo>
                  <a:lnTo>
                    <a:pt x="2088" y="625"/>
                  </a:lnTo>
                  <a:lnTo>
                    <a:pt x="2088" y="631"/>
                  </a:lnTo>
                  <a:close/>
                  <a:moveTo>
                    <a:pt x="1958" y="631"/>
                  </a:moveTo>
                  <a:lnTo>
                    <a:pt x="1990" y="631"/>
                  </a:lnTo>
                  <a:lnTo>
                    <a:pt x="1990" y="625"/>
                  </a:lnTo>
                  <a:lnTo>
                    <a:pt x="1958" y="625"/>
                  </a:lnTo>
                  <a:lnTo>
                    <a:pt x="1958" y="631"/>
                  </a:lnTo>
                  <a:close/>
                  <a:moveTo>
                    <a:pt x="1827" y="631"/>
                  </a:moveTo>
                  <a:lnTo>
                    <a:pt x="1860" y="631"/>
                  </a:lnTo>
                  <a:lnTo>
                    <a:pt x="1860" y="625"/>
                  </a:lnTo>
                  <a:lnTo>
                    <a:pt x="1827" y="625"/>
                  </a:lnTo>
                  <a:lnTo>
                    <a:pt x="1827" y="631"/>
                  </a:lnTo>
                  <a:close/>
                  <a:moveTo>
                    <a:pt x="1762" y="631"/>
                  </a:moveTo>
                  <a:lnTo>
                    <a:pt x="1794" y="631"/>
                  </a:lnTo>
                  <a:lnTo>
                    <a:pt x="1794" y="625"/>
                  </a:lnTo>
                  <a:lnTo>
                    <a:pt x="1762" y="625"/>
                  </a:lnTo>
                  <a:lnTo>
                    <a:pt x="1762" y="631"/>
                  </a:lnTo>
                  <a:close/>
                  <a:moveTo>
                    <a:pt x="2811" y="631"/>
                  </a:moveTo>
                  <a:lnTo>
                    <a:pt x="2843" y="631"/>
                  </a:lnTo>
                  <a:lnTo>
                    <a:pt x="2843" y="625"/>
                  </a:lnTo>
                  <a:lnTo>
                    <a:pt x="2811" y="625"/>
                  </a:lnTo>
                  <a:lnTo>
                    <a:pt x="2811" y="631"/>
                  </a:lnTo>
                  <a:close/>
                  <a:moveTo>
                    <a:pt x="1892" y="631"/>
                  </a:moveTo>
                  <a:lnTo>
                    <a:pt x="1925" y="631"/>
                  </a:lnTo>
                  <a:lnTo>
                    <a:pt x="1925" y="625"/>
                  </a:lnTo>
                  <a:lnTo>
                    <a:pt x="1892" y="625"/>
                  </a:lnTo>
                  <a:lnTo>
                    <a:pt x="1892" y="631"/>
                  </a:lnTo>
                  <a:close/>
                  <a:moveTo>
                    <a:pt x="2352" y="631"/>
                  </a:moveTo>
                  <a:lnTo>
                    <a:pt x="2384" y="631"/>
                  </a:lnTo>
                  <a:lnTo>
                    <a:pt x="2384" y="625"/>
                  </a:lnTo>
                  <a:lnTo>
                    <a:pt x="2352" y="625"/>
                  </a:lnTo>
                  <a:lnTo>
                    <a:pt x="2352" y="631"/>
                  </a:lnTo>
                  <a:close/>
                  <a:moveTo>
                    <a:pt x="2548" y="631"/>
                  </a:moveTo>
                  <a:lnTo>
                    <a:pt x="2580" y="631"/>
                  </a:lnTo>
                  <a:lnTo>
                    <a:pt x="2580" y="625"/>
                  </a:lnTo>
                  <a:lnTo>
                    <a:pt x="2548" y="625"/>
                  </a:lnTo>
                  <a:lnTo>
                    <a:pt x="2548" y="631"/>
                  </a:lnTo>
                  <a:close/>
                  <a:moveTo>
                    <a:pt x="2417" y="631"/>
                  </a:moveTo>
                  <a:lnTo>
                    <a:pt x="2450" y="631"/>
                  </a:lnTo>
                  <a:lnTo>
                    <a:pt x="2450" y="625"/>
                  </a:lnTo>
                  <a:lnTo>
                    <a:pt x="2417" y="625"/>
                  </a:lnTo>
                  <a:lnTo>
                    <a:pt x="2417" y="631"/>
                  </a:lnTo>
                  <a:close/>
                  <a:moveTo>
                    <a:pt x="2286" y="631"/>
                  </a:moveTo>
                  <a:lnTo>
                    <a:pt x="2319" y="631"/>
                  </a:lnTo>
                  <a:lnTo>
                    <a:pt x="2319" y="625"/>
                  </a:lnTo>
                  <a:lnTo>
                    <a:pt x="2286" y="625"/>
                  </a:lnTo>
                  <a:lnTo>
                    <a:pt x="2286" y="631"/>
                  </a:lnTo>
                  <a:close/>
                  <a:moveTo>
                    <a:pt x="2221" y="631"/>
                  </a:moveTo>
                  <a:lnTo>
                    <a:pt x="2253" y="631"/>
                  </a:lnTo>
                  <a:lnTo>
                    <a:pt x="2253" y="625"/>
                  </a:lnTo>
                  <a:lnTo>
                    <a:pt x="2221" y="625"/>
                  </a:lnTo>
                  <a:lnTo>
                    <a:pt x="2221" y="631"/>
                  </a:lnTo>
                  <a:close/>
                  <a:moveTo>
                    <a:pt x="2155" y="631"/>
                  </a:moveTo>
                  <a:lnTo>
                    <a:pt x="2188" y="631"/>
                  </a:lnTo>
                  <a:lnTo>
                    <a:pt x="2188" y="625"/>
                  </a:lnTo>
                  <a:lnTo>
                    <a:pt x="2155" y="625"/>
                  </a:lnTo>
                  <a:lnTo>
                    <a:pt x="2155" y="631"/>
                  </a:lnTo>
                  <a:close/>
                  <a:moveTo>
                    <a:pt x="2613" y="631"/>
                  </a:moveTo>
                  <a:lnTo>
                    <a:pt x="2647" y="631"/>
                  </a:lnTo>
                  <a:lnTo>
                    <a:pt x="2647" y="625"/>
                  </a:lnTo>
                  <a:lnTo>
                    <a:pt x="2613" y="625"/>
                  </a:lnTo>
                  <a:lnTo>
                    <a:pt x="2613" y="631"/>
                  </a:lnTo>
                  <a:close/>
                  <a:moveTo>
                    <a:pt x="1368" y="631"/>
                  </a:moveTo>
                  <a:lnTo>
                    <a:pt x="1400" y="631"/>
                  </a:lnTo>
                  <a:lnTo>
                    <a:pt x="1400" y="625"/>
                  </a:lnTo>
                  <a:lnTo>
                    <a:pt x="1368" y="625"/>
                  </a:lnTo>
                  <a:lnTo>
                    <a:pt x="1368" y="631"/>
                  </a:lnTo>
                  <a:close/>
                  <a:moveTo>
                    <a:pt x="1302" y="631"/>
                  </a:moveTo>
                  <a:lnTo>
                    <a:pt x="1335" y="631"/>
                  </a:lnTo>
                  <a:lnTo>
                    <a:pt x="1335" y="625"/>
                  </a:lnTo>
                  <a:lnTo>
                    <a:pt x="1302" y="625"/>
                  </a:lnTo>
                  <a:lnTo>
                    <a:pt x="1302" y="631"/>
                  </a:lnTo>
                  <a:close/>
                  <a:moveTo>
                    <a:pt x="1237" y="631"/>
                  </a:moveTo>
                  <a:lnTo>
                    <a:pt x="1270" y="631"/>
                  </a:lnTo>
                  <a:lnTo>
                    <a:pt x="1270" y="625"/>
                  </a:lnTo>
                  <a:lnTo>
                    <a:pt x="1237" y="625"/>
                  </a:lnTo>
                  <a:lnTo>
                    <a:pt x="1237" y="631"/>
                  </a:lnTo>
                  <a:close/>
                  <a:moveTo>
                    <a:pt x="3072" y="631"/>
                  </a:moveTo>
                  <a:lnTo>
                    <a:pt x="3105" y="631"/>
                  </a:lnTo>
                  <a:lnTo>
                    <a:pt x="3105" y="625"/>
                  </a:lnTo>
                  <a:lnTo>
                    <a:pt x="3072" y="625"/>
                  </a:lnTo>
                  <a:lnTo>
                    <a:pt x="3072" y="631"/>
                  </a:lnTo>
                  <a:close/>
                  <a:moveTo>
                    <a:pt x="1039" y="631"/>
                  </a:moveTo>
                  <a:lnTo>
                    <a:pt x="1072" y="631"/>
                  </a:lnTo>
                  <a:lnTo>
                    <a:pt x="1072" y="625"/>
                  </a:lnTo>
                  <a:lnTo>
                    <a:pt x="1039" y="625"/>
                  </a:lnTo>
                  <a:lnTo>
                    <a:pt x="1039" y="631"/>
                  </a:lnTo>
                  <a:close/>
                  <a:moveTo>
                    <a:pt x="2482" y="631"/>
                  </a:moveTo>
                  <a:lnTo>
                    <a:pt x="2515" y="631"/>
                  </a:lnTo>
                  <a:lnTo>
                    <a:pt x="2515" y="625"/>
                  </a:lnTo>
                  <a:lnTo>
                    <a:pt x="2482" y="625"/>
                  </a:lnTo>
                  <a:lnTo>
                    <a:pt x="2482" y="631"/>
                  </a:lnTo>
                  <a:close/>
                  <a:moveTo>
                    <a:pt x="3205" y="631"/>
                  </a:moveTo>
                  <a:lnTo>
                    <a:pt x="3237" y="631"/>
                  </a:lnTo>
                  <a:lnTo>
                    <a:pt x="3237" y="625"/>
                  </a:lnTo>
                  <a:lnTo>
                    <a:pt x="3205" y="625"/>
                  </a:lnTo>
                  <a:lnTo>
                    <a:pt x="3205" y="631"/>
                  </a:lnTo>
                  <a:close/>
                  <a:moveTo>
                    <a:pt x="1105" y="631"/>
                  </a:moveTo>
                  <a:lnTo>
                    <a:pt x="1139" y="631"/>
                  </a:lnTo>
                  <a:lnTo>
                    <a:pt x="1139" y="625"/>
                  </a:lnTo>
                  <a:lnTo>
                    <a:pt x="1105" y="625"/>
                  </a:lnTo>
                  <a:lnTo>
                    <a:pt x="1105" y="631"/>
                  </a:lnTo>
                  <a:close/>
                  <a:moveTo>
                    <a:pt x="1172" y="631"/>
                  </a:moveTo>
                  <a:lnTo>
                    <a:pt x="1204" y="631"/>
                  </a:lnTo>
                  <a:lnTo>
                    <a:pt x="1204" y="625"/>
                  </a:lnTo>
                  <a:lnTo>
                    <a:pt x="1172" y="625"/>
                  </a:lnTo>
                  <a:lnTo>
                    <a:pt x="1172" y="631"/>
                  </a:lnTo>
                  <a:close/>
                  <a:moveTo>
                    <a:pt x="2942" y="631"/>
                  </a:moveTo>
                  <a:lnTo>
                    <a:pt x="2974" y="631"/>
                  </a:lnTo>
                  <a:lnTo>
                    <a:pt x="2974" y="625"/>
                  </a:lnTo>
                  <a:lnTo>
                    <a:pt x="2942" y="625"/>
                  </a:lnTo>
                  <a:lnTo>
                    <a:pt x="2942" y="631"/>
                  </a:lnTo>
                  <a:close/>
                  <a:moveTo>
                    <a:pt x="2876" y="631"/>
                  </a:moveTo>
                  <a:lnTo>
                    <a:pt x="2909" y="631"/>
                  </a:lnTo>
                  <a:lnTo>
                    <a:pt x="2909" y="625"/>
                  </a:lnTo>
                  <a:lnTo>
                    <a:pt x="2876" y="625"/>
                  </a:lnTo>
                  <a:lnTo>
                    <a:pt x="2876" y="631"/>
                  </a:lnTo>
                  <a:close/>
                  <a:moveTo>
                    <a:pt x="1631" y="631"/>
                  </a:moveTo>
                  <a:lnTo>
                    <a:pt x="1664" y="631"/>
                  </a:lnTo>
                  <a:lnTo>
                    <a:pt x="1664" y="625"/>
                  </a:lnTo>
                  <a:lnTo>
                    <a:pt x="1631" y="625"/>
                  </a:lnTo>
                  <a:lnTo>
                    <a:pt x="1631" y="631"/>
                  </a:lnTo>
                  <a:close/>
                  <a:moveTo>
                    <a:pt x="1696" y="631"/>
                  </a:moveTo>
                  <a:lnTo>
                    <a:pt x="1729" y="631"/>
                  </a:lnTo>
                  <a:lnTo>
                    <a:pt x="1729" y="625"/>
                  </a:lnTo>
                  <a:lnTo>
                    <a:pt x="1696" y="625"/>
                  </a:lnTo>
                  <a:lnTo>
                    <a:pt x="1696" y="631"/>
                  </a:lnTo>
                  <a:close/>
                  <a:moveTo>
                    <a:pt x="1564" y="631"/>
                  </a:moveTo>
                  <a:lnTo>
                    <a:pt x="1597" y="631"/>
                  </a:lnTo>
                  <a:lnTo>
                    <a:pt x="1597" y="625"/>
                  </a:lnTo>
                  <a:lnTo>
                    <a:pt x="1564" y="625"/>
                  </a:lnTo>
                  <a:lnTo>
                    <a:pt x="1564" y="631"/>
                  </a:lnTo>
                  <a:close/>
                  <a:moveTo>
                    <a:pt x="3007" y="631"/>
                  </a:moveTo>
                  <a:lnTo>
                    <a:pt x="3040" y="631"/>
                  </a:lnTo>
                  <a:lnTo>
                    <a:pt x="3040" y="625"/>
                  </a:lnTo>
                  <a:lnTo>
                    <a:pt x="3007" y="625"/>
                  </a:lnTo>
                  <a:lnTo>
                    <a:pt x="3007" y="631"/>
                  </a:lnTo>
                  <a:close/>
                  <a:moveTo>
                    <a:pt x="1498" y="631"/>
                  </a:moveTo>
                  <a:lnTo>
                    <a:pt x="1531" y="631"/>
                  </a:lnTo>
                  <a:lnTo>
                    <a:pt x="1531" y="625"/>
                  </a:lnTo>
                  <a:lnTo>
                    <a:pt x="1498" y="625"/>
                  </a:lnTo>
                  <a:lnTo>
                    <a:pt x="1498" y="631"/>
                  </a:lnTo>
                  <a:close/>
                  <a:moveTo>
                    <a:pt x="1433" y="631"/>
                  </a:moveTo>
                  <a:lnTo>
                    <a:pt x="1466" y="631"/>
                  </a:lnTo>
                  <a:lnTo>
                    <a:pt x="1466" y="625"/>
                  </a:lnTo>
                  <a:lnTo>
                    <a:pt x="1433" y="625"/>
                  </a:lnTo>
                  <a:lnTo>
                    <a:pt x="1433" y="6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5422419" y="2943976"/>
              <a:ext cx="4189423" cy="758326"/>
            </a:xfrm>
            <a:custGeom>
              <a:avLst/>
              <a:gdLst/>
              <a:ahLst/>
              <a:cxnLst/>
              <a:rect r="r" b="b" t="t" l="l"/>
              <a:pathLst>
                <a:path w="3486" h="631" stroke="true" fill="norm" extrusionOk="true">
                  <a:moveTo>
                    <a:pt x="19" y="306"/>
                  </a:moveTo>
                  <a:lnTo>
                    <a:pt x="10" y="316"/>
                  </a:lnTo>
                  <a:lnTo>
                    <a:pt x="19" y="325"/>
                  </a:lnTo>
                  <a:lnTo>
                    <a:pt x="15" y="329"/>
                  </a:lnTo>
                  <a:lnTo>
                    <a:pt x="0" y="316"/>
                  </a:lnTo>
                  <a:lnTo>
                    <a:pt x="15" y="301"/>
                  </a:lnTo>
                  <a:lnTo>
                    <a:pt x="19" y="306"/>
                  </a:lnTo>
                  <a:moveTo>
                    <a:pt x="1762" y="7"/>
                  </a:moveTo>
                  <a:lnTo>
                    <a:pt x="1794" y="7"/>
                  </a:lnTo>
                  <a:lnTo>
                    <a:pt x="1794" y="0"/>
                  </a:lnTo>
                  <a:lnTo>
                    <a:pt x="1762" y="0"/>
                  </a:lnTo>
                  <a:lnTo>
                    <a:pt x="1762" y="7"/>
                  </a:lnTo>
                  <a:moveTo>
                    <a:pt x="1631" y="7"/>
                  </a:moveTo>
                  <a:lnTo>
                    <a:pt x="1664" y="7"/>
                  </a:lnTo>
                  <a:lnTo>
                    <a:pt x="1664" y="0"/>
                  </a:lnTo>
                  <a:lnTo>
                    <a:pt x="1631" y="0"/>
                  </a:lnTo>
                  <a:lnTo>
                    <a:pt x="1631" y="7"/>
                  </a:lnTo>
                  <a:moveTo>
                    <a:pt x="1564" y="7"/>
                  </a:moveTo>
                  <a:lnTo>
                    <a:pt x="1597" y="7"/>
                  </a:lnTo>
                  <a:lnTo>
                    <a:pt x="1597" y="0"/>
                  </a:lnTo>
                  <a:lnTo>
                    <a:pt x="1564" y="0"/>
                  </a:lnTo>
                  <a:lnTo>
                    <a:pt x="1564" y="7"/>
                  </a:lnTo>
                  <a:moveTo>
                    <a:pt x="1696" y="7"/>
                  </a:moveTo>
                  <a:lnTo>
                    <a:pt x="1729" y="7"/>
                  </a:lnTo>
                  <a:lnTo>
                    <a:pt x="1729" y="0"/>
                  </a:lnTo>
                  <a:lnTo>
                    <a:pt x="1696" y="0"/>
                  </a:lnTo>
                  <a:lnTo>
                    <a:pt x="1696" y="7"/>
                  </a:lnTo>
                  <a:moveTo>
                    <a:pt x="1368" y="7"/>
                  </a:moveTo>
                  <a:lnTo>
                    <a:pt x="1400" y="7"/>
                  </a:lnTo>
                  <a:lnTo>
                    <a:pt x="1400" y="0"/>
                  </a:lnTo>
                  <a:lnTo>
                    <a:pt x="1368" y="0"/>
                  </a:lnTo>
                  <a:lnTo>
                    <a:pt x="1368" y="7"/>
                  </a:lnTo>
                  <a:moveTo>
                    <a:pt x="1302" y="7"/>
                  </a:moveTo>
                  <a:lnTo>
                    <a:pt x="1335" y="7"/>
                  </a:lnTo>
                  <a:lnTo>
                    <a:pt x="1335" y="0"/>
                  </a:lnTo>
                  <a:lnTo>
                    <a:pt x="1302" y="0"/>
                  </a:lnTo>
                  <a:lnTo>
                    <a:pt x="1302" y="7"/>
                  </a:lnTo>
                  <a:moveTo>
                    <a:pt x="1498" y="7"/>
                  </a:moveTo>
                  <a:lnTo>
                    <a:pt x="1531" y="7"/>
                  </a:lnTo>
                  <a:lnTo>
                    <a:pt x="1531" y="0"/>
                  </a:lnTo>
                  <a:lnTo>
                    <a:pt x="1498" y="0"/>
                  </a:lnTo>
                  <a:lnTo>
                    <a:pt x="1498" y="7"/>
                  </a:lnTo>
                  <a:moveTo>
                    <a:pt x="1237" y="7"/>
                  </a:moveTo>
                  <a:lnTo>
                    <a:pt x="1270" y="7"/>
                  </a:lnTo>
                  <a:lnTo>
                    <a:pt x="1270" y="0"/>
                  </a:lnTo>
                  <a:lnTo>
                    <a:pt x="1237" y="0"/>
                  </a:lnTo>
                  <a:lnTo>
                    <a:pt x="1237" y="7"/>
                  </a:lnTo>
                  <a:moveTo>
                    <a:pt x="1433" y="7"/>
                  </a:moveTo>
                  <a:lnTo>
                    <a:pt x="1466" y="7"/>
                  </a:lnTo>
                  <a:lnTo>
                    <a:pt x="1466" y="0"/>
                  </a:lnTo>
                  <a:lnTo>
                    <a:pt x="1433" y="0"/>
                  </a:lnTo>
                  <a:lnTo>
                    <a:pt x="1433" y="7"/>
                  </a:lnTo>
                  <a:moveTo>
                    <a:pt x="2221" y="7"/>
                  </a:moveTo>
                  <a:lnTo>
                    <a:pt x="2253" y="7"/>
                  </a:lnTo>
                  <a:lnTo>
                    <a:pt x="2253" y="0"/>
                  </a:lnTo>
                  <a:lnTo>
                    <a:pt x="2221" y="0"/>
                  </a:lnTo>
                  <a:lnTo>
                    <a:pt x="2221" y="7"/>
                  </a:lnTo>
                  <a:moveTo>
                    <a:pt x="2286" y="7"/>
                  </a:moveTo>
                  <a:lnTo>
                    <a:pt x="2319" y="7"/>
                  </a:lnTo>
                  <a:lnTo>
                    <a:pt x="2319" y="0"/>
                  </a:lnTo>
                  <a:lnTo>
                    <a:pt x="2286" y="0"/>
                  </a:lnTo>
                  <a:lnTo>
                    <a:pt x="2286" y="7"/>
                  </a:lnTo>
                  <a:moveTo>
                    <a:pt x="1172" y="7"/>
                  </a:moveTo>
                  <a:lnTo>
                    <a:pt x="1204" y="7"/>
                  </a:lnTo>
                  <a:lnTo>
                    <a:pt x="1204" y="0"/>
                  </a:lnTo>
                  <a:lnTo>
                    <a:pt x="1172" y="0"/>
                  </a:lnTo>
                  <a:lnTo>
                    <a:pt x="1172" y="7"/>
                  </a:lnTo>
                  <a:moveTo>
                    <a:pt x="2352" y="7"/>
                  </a:moveTo>
                  <a:lnTo>
                    <a:pt x="2384" y="7"/>
                  </a:lnTo>
                  <a:lnTo>
                    <a:pt x="2384" y="0"/>
                  </a:lnTo>
                  <a:lnTo>
                    <a:pt x="2352" y="0"/>
                  </a:lnTo>
                  <a:lnTo>
                    <a:pt x="2352" y="7"/>
                  </a:lnTo>
                  <a:moveTo>
                    <a:pt x="2155" y="7"/>
                  </a:moveTo>
                  <a:lnTo>
                    <a:pt x="2188" y="7"/>
                  </a:lnTo>
                  <a:lnTo>
                    <a:pt x="2188" y="0"/>
                  </a:lnTo>
                  <a:lnTo>
                    <a:pt x="2155" y="0"/>
                  </a:lnTo>
                  <a:lnTo>
                    <a:pt x="2155" y="7"/>
                  </a:lnTo>
                  <a:moveTo>
                    <a:pt x="1892" y="7"/>
                  </a:moveTo>
                  <a:lnTo>
                    <a:pt x="1925" y="7"/>
                  </a:lnTo>
                  <a:lnTo>
                    <a:pt x="1925" y="0"/>
                  </a:lnTo>
                  <a:lnTo>
                    <a:pt x="1892" y="0"/>
                  </a:lnTo>
                  <a:lnTo>
                    <a:pt x="1892" y="7"/>
                  </a:lnTo>
                  <a:moveTo>
                    <a:pt x="1958" y="7"/>
                  </a:moveTo>
                  <a:lnTo>
                    <a:pt x="1990" y="7"/>
                  </a:lnTo>
                  <a:lnTo>
                    <a:pt x="1990" y="0"/>
                  </a:lnTo>
                  <a:lnTo>
                    <a:pt x="1958" y="0"/>
                  </a:lnTo>
                  <a:lnTo>
                    <a:pt x="1958" y="7"/>
                  </a:lnTo>
                  <a:moveTo>
                    <a:pt x="2088" y="7"/>
                  </a:moveTo>
                  <a:lnTo>
                    <a:pt x="2123" y="7"/>
                  </a:lnTo>
                  <a:lnTo>
                    <a:pt x="2123" y="0"/>
                  </a:lnTo>
                  <a:lnTo>
                    <a:pt x="2088" y="0"/>
                  </a:lnTo>
                  <a:lnTo>
                    <a:pt x="2088" y="7"/>
                  </a:lnTo>
                  <a:moveTo>
                    <a:pt x="1827" y="7"/>
                  </a:moveTo>
                  <a:lnTo>
                    <a:pt x="1860" y="7"/>
                  </a:lnTo>
                  <a:lnTo>
                    <a:pt x="1860" y="0"/>
                  </a:lnTo>
                  <a:lnTo>
                    <a:pt x="1827" y="0"/>
                  </a:lnTo>
                  <a:lnTo>
                    <a:pt x="1827" y="7"/>
                  </a:lnTo>
                  <a:moveTo>
                    <a:pt x="2023" y="7"/>
                  </a:moveTo>
                  <a:lnTo>
                    <a:pt x="2056" y="7"/>
                  </a:lnTo>
                  <a:lnTo>
                    <a:pt x="2056" y="0"/>
                  </a:lnTo>
                  <a:lnTo>
                    <a:pt x="2023" y="0"/>
                  </a:lnTo>
                  <a:lnTo>
                    <a:pt x="2023" y="7"/>
                  </a:lnTo>
                  <a:moveTo>
                    <a:pt x="222" y="93"/>
                  </a:moveTo>
                  <a:lnTo>
                    <a:pt x="227" y="98"/>
                  </a:lnTo>
                  <a:lnTo>
                    <a:pt x="250" y="74"/>
                  </a:lnTo>
                  <a:lnTo>
                    <a:pt x="247" y="70"/>
                  </a:lnTo>
                  <a:lnTo>
                    <a:pt x="222" y="93"/>
                  </a:lnTo>
                  <a:moveTo>
                    <a:pt x="319" y="7"/>
                  </a:moveTo>
                  <a:lnTo>
                    <a:pt x="351" y="7"/>
                  </a:lnTo>
                  <a:lnTo>
                    <a:pt x="351" y="0"/>
                  </a:lnTo>
                  <a:lnTo>
                    <a:pt x="319" y="0"/>
                  </a:lnTo>
                  <a:lnTo>
                    <a:pt x="319" y="7"/>
                  </a:lnTo>
                  <a:moveTo>
                    <a:pt x="384" y="7"/>
                  </a:moveTo>
                  <a:lnTo>
                    <a:pt x="417" y="7"/>
                  </a:lnTo>
                  <a:lnTo>
                    <a:pt x="417" y="0"/>
                  </a:lnTo>
                  <a:lnTo>
                    <a:pt x="384" y="0"/>
                  </a:lnTo>
                  <a:lnTo>
                    <a:pt x="384" y="7"/>
                  </a:lnTo>
                  <a:moveTo>
                    <a:pt x="449" y="7"/>
                  </a:moveTo>
                  <a:lnTo>
                    <a:pt x="482" y="7"/>
                  </a:lnTo>
                  <a:lnTo>
                    <a:pt x="482" y="0"/>
                  </a:lnTo>
                  <a:lnTo>
                    <a:pt x="449" y="0"/>
                  </a:lnTo>
                  <a:lnTo>
                    <a:pt x="449" y="7"/>
                  </a:lnTo>
                  <a:moveTo>
                    <a:pt x="2417" y="7"/>
                  </a:moveTo>
                  <a:lnTo>
                    <a:pt x="2450" y="7"/>
                  </a:lnTo>
                  <a:lnTo>
                    <a:pt x="2450" y="0"/>
                  </a:lnTo>
                  <a:lnTo>
                    <a:pt x="2417" y="0"/>
                  </a:lnTo>
                  <a:lnTo>
                    <a:pt x="2417" y="7"/>
                  </a:lnTo>
                  <a:moveTo>
                    <a:pt x="37" y="278"/>
                  </a:moveTo>
                  <a:lnTo>
                    <a:pt x="42" y="283"/>
                  </a:lnTo>
                  <a:lnTo>
                    <a:pt x="65" y="260"/>
                  </a:lnTo>
                  <a:lnTo>
                    <a:pt x="60" y="255"/>
                  </a:lnTo>
                  <a:lnTo>
                    <a:pt x="37" y="278"/>
                  </a:lnTo>
                  <a:moveTo>
                    <a:pt x="176" y="139"/>
                  </a:moveTo>
                  <a:lnTo>
                    <a:pt x="181" y="144"/>
                  </a:lnTo>
                  <a:lnTo>
                    <a:pt x="204" y="121"/>
                  </a:lnTo>
                  <a:lnTo>
                    <a:pt x="199" y="116"/>
                  </a:lnTo>
                  <a:lnTo>
                    <a:pt x="176" y="139"/>
                  </a:lnTo>
                  <a:moveTo>
                    <a:pt x="515" y="7"/>
                  </a:moveTo>
                  <a:lnTo>
                    <a:pt x="547" y="7"/>
                  </a:lnTo>
                  <a:lnTo>
                    <a:pt x="547" y="0"/>
                  </a:lnTo>
                  <a:lnTo>
                    <a:pt x="515" y="0"/>
                  </a:lnTo>
                  <a:lnTo>
                    <a:pt x="515" y="7"/>
                  </a:lnTo>
                  <a:moveTo>
                    <a:pt x="83" y="232"/>
                  </a:moveTo>
                  <a:lnTo>
                    <a:pt x="88" y="237"/>
                  </a:lnTo>
                  <a:lnTo>
                    <a:pt x="111" y="214"/>
                  </a:lnTo>
                  <a:lnTo>
                    <a:pt x="106" y="209"/>
                  </a:lnTo>
                  <a:lnTo>
                    <a:pt x="83" y="232"/>
                  </a:lnTo>
                  <a:moveTo>
                    <a:pt x="131" y="186"/>
                  </a:moveTo>
                  <a:lnTo>
                    <a:pt x="134" y="190"/>
                  </a:lnTo>
                  <a:lnTo>
                    <a:pt x="158" y="167"/>
                  </a:lnTo>
                  <a:lnTo>
                    <a:pt x="153" y="162"/>
                  </a:lnTo>
                  <a:lnTo>
                    <a:pt x="131" y="186"/>
                  </a:lnTo>
                  <a:moveTo>
                    <a:pt x="974" y="7"/>
                  </a:moveTo>
                  <a:lnTo>
                    <a:pt x="1007" y="7"/>
                  </a:lnTo>
                  <a:lnTo>
                    <a:pt x="1007" y="0"/>
                  </a:lnTo>
                  <a:lnTo>
                    <a:pt x="974" y="0"/>
                  </a:lnTo>
                  <a:lnTo>
                    <a:pt x="974" y="7"/>
                  </a:lnTo>
                  <a:moveTo>
                    <a:pt x="580" y="7"/>
                  </a:moveTo>
                  <a:lnTo>
                    <a:pt x="613" y="7"/>
                  </a:lnTo>
                  <a:lnTo>
                    <a:pt x="613" y="0"/>
                  </a:lnTo>
                  <a:lnTo>
                    <a:pt x="580" y="0"/>
                  </a:lnTo>
                  <a:lnTo>
                    <a:pt x="580" y="7"/>
                  </a:lnTo>
                  <a:moveTo>
                    <a:pt x="908" y="7"/>
                  </a:moveTo>
                  <a:lnTo>
                    <a:pt x="941" y="7"/>
                  </a:lnTo>
                  <a:lnTo>
                    <a:pt x="941" y="0"/>
                  </a:lnTo>
                  <a:lnTo>
                    <a:pt x="908" y="0"/>
                  </a:lnTo>
                  <a:lnTo>
                    <a:pt x="908" y="7"/>
                  </a:lnTo>
                  <a:moveTo>
                    <a:pt x="1039" y="7"/>
                  </a:moveTo>
                  <a:lnTo>
                    <a:pt x="1072" y="7"/>
                  </a:lnTo>
                  <a:lnTo>
                    <a:pt x="1072" y="0"/>
                  </a:lnTo>
                  <a:lnTo>
                    <a:pt x="1039" y="0"/>
                  </a:lnTo>
                  <a:lnTo>
                    <a:pt x="1039" y="7"/>
                  </a:lnTo>
                  <a:moveTo>
                    <a:pt x="843" y="7"/>
                  </a:moveTo>
                  <a:lnTo>
                    <a:pt x="876" y="7"/>
                  </a:lnTo>
                  <a:lnTo>
                    <a:pt x="876" y="0"/>
                  </a:lnTo>
                  <a:lnTo>
                    <a:pt x="843" y="0"/>
                  </a:lnTo>
                  <a:lnTo>
                    <a:pt x="843" y="7"/>
                  </a:lnTo>
                  <a:moveTo>
                    <a:pt x="1105" y="7"/>
                  </a:moveTo>
                  <a:lnTo>
                    <a:pt x="1139" y="7"/>
                  </a:lnTo>
                  <a:lnTo>
                    <a:pt x="1139" y="0"/>
                  </a:lnTo>
                  <a:lnTo>
                    <a:pt x="1105" y="0"/>
                  </a:lnTo>
                  <a:lnTo>
                    <a:pt x="1105" y="7"/>
                  </a:lnTo>
                  <a:moveTo>
                    <a:pt x="647" y="7"/>
                  </a:moveTo>
                  <a:lnTo>
                    <a:pt x="680" y="7"/>
                  </a:lnTo>
                  <a:lnTo>
                    <a:pt x="680" y="0"/>
                  </a:lnTo>
                  <a:lnTo>
                    <a:pt x="647" y="0"/>
                  </a:lnTo>
                  <a:lnTo>
                    <a:pt x="647" y="7"/>
                  </a:lnTo>
                  <a:moveTo>
                    <a:pt x="712" y="7"/>
                  </a:moveTo>
                  <a:lnTo>
                    <a:pt x="745" y="7"/>
                  </a:lnTo>
                  <a:lnTo>
                    <a:pt x="745" y="0"/>
                  </a:lnTo>
                  <a:lnTo>
                    <a:pt x="712" y="0"/>
                  </a:lnTo>
                  <a:lnTo>
                    <a:pt x="712" y="7"/>
                  </a:lnTo>
                  <a:moveTo>
                    <a:pt x="778" y="7"/>
                  </a:moveTo>
                  <a:lnTo>
                    <a:pt x="810" y="7"/>
                  </a:lnTo>
                  <a:lnTo>
                    <a:pt x="810" y="0"/>
                  </a:lnTo>
                  <a:lnTo>
                    <a:pt x="778" y="0"/>
                  </a:lnTo>
                  <a:lnTo>
                    <a:pt x="778" y="7"/>
                  </a:lnTo>
                  <a:moveTo>
                    <a:pt x="269" y="46"/>
                  </a:moveTo>
                  <a:lnTo>
                    <a:pt x="274" y="51"/>
                  </a:lnTo>
                  <a:lnTo>
                    <a:pt x="297" y="28"/>
                  </a:lnTo>
                  <a:lnTo>
                    <a:pt x="292" y="23"/>
                  </a:lnTo>
                  <a:lnTo>
                    <a:pt x="269" y="46"/>
                  </a:lnTo>
                  <a:moveTo>
                    <a:pt x="2811" y="7"/>
                  </a:moveTo>
                  <a:lnTo>
                    <a:pt x="2843" y="7"/>
                  </a:lnTo>
                  <a:lnTo>
                    <a:pt x="2843" y="0"/>
                  </a:lnTo>
                  <a:lnTo>
                    <a:pt x="2811" y="0"/>
                  </a:lnTo>
                  <a:lnTo>
                    <a:pt x="2811" y="7"/>
                  </a:lnTo>
                  <a:moveTo>
                    <a:pt x="2745" y="7"/>
                  </a:moveTo>
                  <a:lnTo>
                    <a:pt x="2778" y="7"/>
                  </a:lnTo>
                  <a:lnTo>
                    <a:pt x="2778" y="0"/>
                  </a:lnTo>
                  <a:lnTo>
                    <a:pt x="2745" y="0"/>
                  </a:lnTo>
                  <a:lnTo>
                    <a:pt x="2745" y="7"/>
                  </a:lnTo>
                  <a:moveTo>
                    <a:pt x="3007" y="7"/>
                  </a:moveTo>
                  <a:lnTo>
                    <a:pt x="3040" y="7"/>
                  </a:lnTo>
                  <a:lnTo>
                    <a:pt x="3040" y="0"/>
                  </a:lnTo>
                  <a:lnTo>
                    <a:pt x="3007" y="0"/>
                  </a:lnTo>
                  <a:lnTo>
                    <a:pt x="3007" y="7"/>
                  </a:lnTo>
                  <a:moveTo>
                    <a:pt x="3139" y="7"/>
                  </a:moveTo>
                  <a:lnTo>
                    <a:pt x="3172" y="7"/>
                  </a:lnTo>
                  <a:lnTo>
                    <a:pt x="3172" y="0"/>
                  </a:lnTo>
                  <a:lnTo>
                    <a:pt x="3139" y="0"/>
                  </a:lnTo>
                  <a:lnTo>
                    <a:pt x="3139" y="7"/>
                  </a:lnTo>
                  <a:moveTo>
                    <a:pt x="3072" y="7"/>
                  </a:moveTo>
                  <a:lnTo>
                    <a:pt x="3105" y="7"/>
                  </a:lnTo>
                  <a:lnTo>
                    <a:pt x="3105" y="0"/>
                  </a:lnTo>
                  <a:lnTo>
                    <a:pt x="3072" y="0"/>
                  </a:lnTo>
                  <a:lnTo>
                    <a:pt x="3072" y="7"/>
                  </a:lnTo>
                  <a:moveTo>
                    <a:pt x="2680" y="7"/>
                  </a:moveTo>
                  <a:lnTo>
                    <a:pt x="2713" y="7"/>
                  </a:lnTo>
                  <a:lnTo>
                    <a:pt x="2713" y="0"/>
                  </a:lnTo>
                  <a:lnTo>
                    <a:pt x="2680" y="0"/>
                  </a:lnTo>
                  <a:lnTo>
                    <a:pt x="2680" y="7"/>
                  </a:lnTo>
                  <a:moveTo>
                    <a:pt x="3401" y="7"/>
                  </a:moveTo>
                  <a:lnTo>
                    <a:pt x="3433" y="7"/>
                  </a:lnTo>
                  <a:lnTo>
                    <a:pt x="3433" y="0"/>
                  </a:lnTo>
                  <a:lnTo>
                    <a:pt x="3401" y="0"/>
                  </a:lnTo>
                  <a:lnTo>
                    <a:pt x="3401" y="7"/>
                  </a:lnTo>
                  <a:moveTo>
                    <a:pt x="2942" y="7"/>
                  </a:moveTo>
                  <a:lnTo>
                    <a:pt x="2974" y="7"/>
                  </a:lnTo>
                  <a:lnTo>
                    <a:pt x="2974" y="0"/>
                  </a:lnTo>
                  <a:lnTo>
                    <a:pt x="2942" y="0"/>
                  </a:lnTo>
                  <a:lnTo>
                    <a:pt x="2942" y="7"/>
                  </a:lnTo>
                  <a:moveTo>
                    <a:pt x="2876" y="7"/>
                  </a:moveTo>
                  <a:lnTo>
                    <a:pt x="2909" y="7"/>
                  </a:lnTo>
                  <a:lnTo>
                    <a:pt x="2909" y="0"/>
                  </a:lnTo>
                  <a:lnTo>
                    <a:pt x="2876" y="0"/>
                  </a:lnTo>
                  <a:lnTo>
                    <a:pt x="2876" y="7"/>
                  </a:lnTo>
                  <a:moveTo>
                    <a:pt x="3335" y="7"/>
                  </a:moveTo>
                  <a:lnTo>
                    <a:pt x="3368" y="7"/>
                  </a:lnTo>
                  <a:lnTo>
                    <a:pt x="3368" y="0"/>
                  </a:lnTo>
                  <a:lnTo>
                    <a:pt x="3335" y="0"/>
                  </a:lnTo>
                  <a:lnTo>
                    <a:pt x="3335" y="7"/>
                  </a:lnTo>
                  <a:moveTo>
                    <a:pt x="3270" y="7"/>
                  </a:moveTo>
                  <a:lnTo>
                    <a:pt x="3303" y="7"/>
                  </a:lnTo>
                  <a:lnTo>
                    <a:pt x="3303" y="0"/>
                  </a:lnTo>
                  <a:lnTo>
                    <a:pt x="3270" y="0"/>
                  </a:lnTo>
                  <a:lnTo>
                    <a:pt x="3270" y="7"/>
                  </a:lnTo>
                  <a:moveTo>
                    <a:pt x="2548" y="7"/>
                  </a:moveTo>
                  <a:lnTo>
                    <a:pt x="2580" y="7"/>
                  </a:lnTo>
                  <a:lnTo>
                    <a:pt x="2580" y="0"/>
                  </a:lnTo>
                  <a:lnTo>
                    <a:pt x="2548" y="0"/>
                  </a:lnTo>
                  <a:lnTo>
                    <a:pt x="2548" y="7"/>
                  </a:lnTo>
                  <a:moveTo>
                    <a:pt x="2482" y="7"/>
                  </a:moveTo>
                  <a:lnTo>
                    <a:pt x="2515" y="7"/>
                  </a:lnTo>
                  <a:lnTo>
                    <a:pt x="2515" y="0"/>
                  </a:lnTo>
                  <a:lnTo>
                    <a:pt x="2482" y="0"/>
                  </a:lnTo>
                  <a:lnTo>
                    <a:pt x="2482" y="7"/>
                  </a:lnTo>
                  <a:moveTo>
                    <a:pt x="2613" y="7"/>
                  </a:moveTo>
                  <a:lnTo>
                    <a:pt x="2647" y="7"/>
                  </a:lnTo>
                  <a:lnTo>
                    <a:pt x="2647" y="0"/>
                  </a:lnTo>
                  <a:lnTo>
                    <a:pt x="2613" y="0"/>
                  </a:lnTo>
                  <a:lnTo>
                    <a:pt x="2613" y="7"/>
                  </a:lnTo>
                  <a:moveTo>
                    <a:pt x="3205" y="7"/>
                  </a:moveTo>
                  <a:lnTo>
                    <a:pt x="3237" y="7"/>
                  </a:lnTo>
                  <a:lnTo>
                    <a:pt x="3237" y="0"/>
                  </a:lnTo>
                  <a:lnTo>
                    <a:pt x="3205" y="0"/>
                  </a:lnTo>
                  <a:lnTo>
                    <a:pt x="3205" y="7"/>
                  </a:lnTo>
                  <a:moveTo>
                    <a:pt x="3466" y="0"/>
                  </a:moveTo>
                  <a:lnTo>
                    <a:pt x="3466" y="7"/>
                  </a:lnTo>
                  <a:lnTo>
                    <a:pt x="3479" y="7"/>
                  </a:lnTo>
                  <a:lnTo>
                    <a:pt x="3479" y="20"/>
                  </a:lnTo>
                  <a:lnTo>
                    <a:pt x="3486" y="20"/>
                  </a:lnTo>
                  <a:lnTo>
                    <a:pt x="3486" y="0"/>
                  </a:lnTo>
                  <a:lnTo>
                    <a:pt x="3466" y="0"/>
                  </a:lnTo>
                  <a:moveTo>
                    <a:pt x="3479" y="206"/>
                  </a:moveTo>
                  <a:lnTo>
                    <a:pt x="3486" y="206"/>
                  </a:lnTo>
                  <a:lnTo>
                    <a:pt x="3486" y="175"/>
                  </a:lnTo>
                  <a:lnTo>
                    <a:pt x="3479" y="175"/>
                  </a:lnTo>
                  <a:lnTo>
                    <a:pt x="3479" y="206"/>
                  </a:lnTo>
                  <a:moveTo>
                    <a:pt x="3479" y="580"/>
                  </a:moveTo>
                  <a:lnTo>
                    <a:pt x="3486" y="580"/>
                  </a:lnTo>
                  <a:lnTo>
                    <a:pt x="3486" y="549"/>
                  </a:lnTo>
                  <a:lnTo>
                    <a:pt x="3479" y="549"/>
                  </a:lnTo>
                  <a:lnTo>
                    <a:pt x="3479" y="580"/>
                  </a:lnTo>
                  <a:moveTo>
                    <a:pt x="3479" y="518"/>
                  </a:moveTo>
                  <a:lnTo>
                    <a:pt x="3486" y="518"/>
                  </a:lnTo>
                  <a:lnTo>
                    <a:pt x="3486" y="487"/>
                  </a:lnTo>
                  <a:lnTo>
                    <a:pt x="3479" y="487"/>
                  </a:lnTo>
                  <a:lnTo>
                    <a:pt x="3479" y="518"/>
                  </a:lnTo>
                  <a:moveTo>
                    <a:pt x="3479" y="82"/>
                  </a:moveTo>
                  <a:lnTo>
                    <a:pt x="3486" y="82"/>
                  </a:lnTo>
                  <a:lnTo>
                    <a:pt x="3486" y="51"/>
                  </a:lnTo>
                  <a:lnTo>
                    <a:pt x="3479" y="51"/>
                  </a:lnTo>
                  <a:lnTo>
                    <a:pt x="3479" y="82"/>
                  </a:lnTo>
                  <a:moveTo>
                    <a:pt x="3479" y="456"/>
                  </a:moveTo>
                  <a:lnTo>
                    <a:pt x="3486" y="456"/>
                  </a:lnTo>
                  <a:lnTo>
                    <a:pt x="3486" y="425"/>
                  </a:lnTo>
                  <a:lnTo>
                    <a:pt x="3479" y="425"/>
                  </a:lnTo>
                  <a:lnTo>
                    <a:pt x="3479" y="456"/>
                  </a:lnTo>
                  <a:moveTo>
                    <a:pt x="3479" y="392"/>
                  </a:moveTo>
                  <a:lnTo>
                    <a:pt x="3486" y="392"/>
                  </a:lnTo>
                  <a:lnTo>
                    <a:pt x="3486" y="361"/>
                  </a:lnTo>
                  <a:lnTo>
                    <a:pt x="3479" y="361"/>
                  </a:lnTo>
                  <a:lnTo>
                    <a:pt x="3479" y="392"/>
                  </a:lnTo>
                  <a:moveTo>
                    <a:pt x="3479" y="330"/>
                  </a:moveTo>
                  <a:lnTo>
                    <a:pt x="3486" y="330"/>
                  </a:lnTo>
                  <a:lnTo>
                    <a:pt x="3486" y="299"/>
                  </a:lnTo>
                  <a:lnTo>
                    <a:pt x="3479" y="299"/>
                  </a:lnTo>
                  <a:lnTo>
                    <a:pt x="3479" y="330"/>
                  </a:lnTo>
                  <a:moveTo>
                    <a:pt x="3479" y="144"/>
                  </a:moveTo>
                  <a:lnTo>
                    <a:pt x="3486" y="144"/>
                  </a:lnTo>
                  <a:lnTo>
                    <a:pt x="3486" y="113"/>
                  </a:lnTo>
                  <a:lnTo>
                    <a:pt x="3479" y="113"/>
                  </a:lnTo>
                  <a:lnTo>
                    <a:pt x="3479" y="144"/>
                  </a:lnTo>
                  <a:moveTo>
                    <a:pt x="3479" y="268"/>
                  </a:moveTo>
                  <a:lnTo>
                    <a:pt x="3486" y="268"/>
                  </a:lnTo>
                  <a:lnTo>
                    <a:pt x="3486" y="237"/>
                  </a:lnTo>
                  <a:lnTo>
                    <a:pt x="3479" y="237"/>
                  </a:lnTo>
                  <a:lnTo>
                    <a:pt x="3479" y="268"/>
                  </a:lnTo>
                  <a:moveTo>
                    <a:pt x="3479" y="625"/>
                  </a:moveTo>
                  <a:lnTo>
                    <a:pt x="3466" y="625"/>
                  </a:lnTo>
                  <a:lnTo>
                    <a:pt x="3466" y="631"/>
                  </a:lnTo>
                  <a:lnTo>
                    <a:pt x="3486" y="631"/>
                  </a:lnTo>
                  <a:lnTo>
                    <a:pt x="3486" y="611"/>
                  </a:lnTo>
                  <a:lnTo>
                    <a:pt x="3479" y="611"/>
                  </a:lnTo>
                  <a:lnTo>
                    <a:pt x="3479" y="625"/>
                  </a:lnTo>
                  <a:moveTo>
                    <a:pt x="3401" y="631"/>
                  </a:moveTo>
                  <a:lnTo>
                    <a:pt x="3433" y="631"/>
                  </a:lnTo>
                  <a:lnTo>
                    <a:pt x="3433" y="625"/>
                  </a:lnTo>
                  <a:lnTo>
                    <a:pt x="3401" y="625"/>
                  </a:lnTo>
                  <a:lnTo>
                    <a:pt x="3401" y="631"/>
                  </a:lnTo>
                  <a:moveTo>
                    <a:pt x="712" y="631"/>
                  </a:moveTo>
                  <a:lnTo>
                    <a:pt x="745" y="631"/>
                  </a:lnTo>
                  <a:lnTo>
                    <a:pt x="745" y="625"/>
                  </a:lnTo>
                  <a:lnTo>
                    <a:pt x="712" y="625"/>
                  </a:lnTo>
                  <a:lnTo>
                    <a:pt x="712" y="631"/>
                  </a:lnTo>
                  <a:moveTo>
                    <a:pt x="778" y="631"/>
                  </a:moveTo>
                  <a:lnTo>
                    <a:pt x="810" y="631"/>
                  </a:lnTo>
                  <a:lnTo>
                    <a:pt x="810" y="625"/>
                  </a:lnTo>
                  <a:lnTo>
                    <a:pt x="778" y="625"/>
                  </a:lnTo>
                  <a:lnTo>
                    <a:pt x="778" y="631"/>
                  </a:lnTo>
                  <a:moveTo>
                    <a:pt x="843" y="631"/>
                  </a:moveTo>
                  <a:lnTo>
                    <a:pt x="876" y="631"/>
                  </a:lnTo>
                  <a:lnTo>
                    <a:pt x="876" y="625"/>
                  </a:lnTo>
                  <a:lnTo>
                    <a:pt x="843" y="625"/>
                  </a:lnTo>
                  <a:lnTo>
                    <a:pt x="843" y="631"/>
                  </a:lnTo>
                  <a:moveTo>
                    <a:pt x="908" y="631"/>
                  </a:moveTo>
                  <a:lnTo>
                    <a:pt x="941" y="631"/>
                  </a:lnTo>
                  <a:lnTo>
                    <a:pt x="941" y="625"/>
                  </a:lnTo>
                  <a:lnTo>
                    <a:pt x="908" y="625"/>
                  </a:lnTo>
                  <a:lnTo>
                    <a:pt x="908" y="631"/>
                  </a:lnTo>
                  <a:moveTo>
                    <a:pt x="3270" y="631"/>
                  </a:moveTo>
                  <a:lnTo>
                    <a:pt x="3303" y="631"/>
                  </a:lnTo>
                  <a:lnTo>
                    <a:pt x="3303" y="625"/>
                  </a:lnTo>
                  <a:lnTo>
                    <a:pt x="3270" y="625"/>
                  </a:lnTo>
                  <a:lnTo>
                    <a:pt x="3270" y="631"/>
                  </a:lnTo>
                  <a:moveTo>
                    <a:pt x="3335" y="631"/>
                  </a:moveTo>
                  <a:lnTo>
                    <a:pt x="3368" y="631"/>
                  </a:lnTo>
                  <a:lnTo>
                    <a:pt x="3368" y="625"/>
                  </a:lnTo>
                  <a:lnTo>
                    <a:pt x="3335" y="625"/>
                  </a:lnTo>
                  <a:lnTo>
                    <a:pt x="3335" y="631"/>
                  </a:lnTo>
                  <a:moveTo>
                    <a:pt x="515" y="631"/>
                  </a:moveTo>
                  <a:lnTo>
                    <a:pt x="547" y="631"/>
                  </a:lnTo>
                  <a:lnTo>
                    <a:pt x="547" y="625"/>
                  </a:lnTo>
                  <a:lnTo>
                    <a:pt x="515" y="625"/>
                  </a:lnTo>
                  <a:lnTo>
                    <a:pt x="515" y="631"/>
                  </a:lnTo>
                  <a:moveTo>
                    <a:pt x="647" y="631"/>
                  </a:moveTo>
                  <a:lnTo>
                    <a:pt x="680" y="631"/>
                  </a:lnTo>
                  <a:lnTo>
                    <a:pt x="680" y="625"/>
                  </a:lnTo>
                  <a:lnTo>
                    <a:pt x="647" y="625"/>
                  </a:lnTo>
                  <a:lnTo>
                    <a:pt x="647" y="631"/>
                  </a:lnTo>
                  <a:moveTo>
                    <a:pt x="269" y="584"/>
                  </a:moveTo>
                  <a:lnTo>
                    <a:pt x="292" y="608"/>
                  </a:lnTo>
                  <a:lnTo>
                    <a:pt x="297" y="603"/>
                  </a:lnTo>
                  <a:lnTo>
                    <a:pt x="274" y="580"/>
                  </a:lnTo>
                  <a:lnTo>
                    <a:pt x="269" y="584"/>
                  </a:lnTo>
                  <a:moveTo>
                    <a:pt x="222" y="538"/>
                  </a:moveTo>
                  <a:lnTo>
                    <a:pt x="247" y="561"/>
                  </a:lnTo>
                  <a:lnTo>
                    <a:pt x="250" y="556"/>
                  </a:lnTo>
                  <a:lnTo>
                    <a:pt x="227" y="533"/>
                  </a:lnTo>
                  <a:lnTo>
                    <a:pt x="222" y="538"/>
                  </a:lnTo>
                  <a:moveTo>
                    <a:pt x="176" y="492"/>
                  </a:moveTo>
                  <a:lnTo>
                    <a:pt x="199" y="515"/>
                  </a:lnTo>
                  <a:lnTo>
                    <a:pt x="204" y="510"/>
                  </a:lnTo>
                  <a:lnTo>
                    <a:pt x="181" y="487"/>
                  </a:lnTo>
                  <a:lnTo>
                    <a:pt x="176" y="492"/>
                  </a:lnTo>
                  <a:moveTo>
                    <a:pt x="83" y="399"/>
                  </a:moveTo>
                  <a:lnTo>
                    <a:pt x="106" y="422"/>
                  </a:lnTo>
                  <a:lnTo>
                    <a:pt x="111" y="417"/>
                  </a:lnTo>
                  <a:lnTo>
                    <a:pt x="88" y="394"/>
                  </a:lnTo>
                  <a:lnTo>
                    <a:pt x="83" y="399"/>
                  </a:lnTo>
                  <a:moveTo>
                    <a:pt x="37" y="353"/>
                  </a:moveTo>
                  <a:lnTo>
                    <a:pt x="60" y="376"/>
                  </a:lnTo>
                  <a:lnTo>
                    <a:pt x="65" y="371"/>
                  </a:lnTo>
                  <a:lnTo>
                    <a:pt x="42" y="348"/>
                  </a:lnTo>
                  <a:lnTo>
                    <a:pt x="37" y="353"/>
                  </a:lnTo>
                  <a:moveTo>
                    <a:pt x="131" y="445"/>
                  </a:moveTo>
                  <a:lnTo>
                    <a:pt x="153" y="469"/>
                  </a:lnTo>
                  <a:lnTo>
                    <a:pt x="158" y="464"/>
                  </a:lnTo>
                  <a:lnTo>
                    <a:pt x="134" y="441"/>
                  </a:lnTo>
                  <a:lnTo>
                    <a:pt x="131" y="445"/>
                  </a:lnTo>
                  <a:moveTo>
                    <a:pt x="974" y="631"/>
                  </a:moveTo>
                  <a:lnTo>
                    <a:pt x="1007" y="631"/>
                  </a:lnTo>
                  <a:lnTo>
                    <a:pt x="1007" y="625"/>
                  </a:lnTo>
                  <a:lnTo>
                    <a:pt x="974" y="625"/>
                  </a:lnTo>
                  <a:lnTo>
                    <a:pt x="974" y="631"/>
                  </a:lnTo>
                  <a:moveTo>
                    <a:pt x="580" y="631"/>
                  </a:moveTo>
                  <a:lnTo>
                    <a:pt x="613" y="631"/>
                  </a:lnTo>
                  <a:lnTo>
                    <a:pt x="613" y="625"/>
                  </a:lnTo>
                  <a:lnTo>
                    <a:pt x="580" y="625"/>
                  </a:lnTo>
                  <a:lnTo>
                    <a:pt x="580" y="631"/>
                  </a:lnTo>
                  <a:moveTo>
                    <a:pt x="319" y="631"/>
                  </a:moveTo>
                  <a:lnTo>
                    <a:pt x="351" y="631"/>
                  </a:lnTo>
                  <a:lnTo>
                    <a:pt x="351" y="625"/>
                  </a:lnTo>
                  <a:lnTo>
                    <a:pt x="319" y="625"/>
                  </a:lnTo>
                  <a:lnTo>
                    <a:pt x="319" y="631"/>
                  </a:lnTo>
                  <a:moveTo>
                    <a:pt x="449" y="631"/>
                  </a:moveTo>
                  <a:lnTo>
                    <a:pt x="482" y="631"/>
                  </a:lnTo>
                  <a:lnTo>
                    <a:pt x="482" y="625"/>
                  </a:lnTo>
                  <a:lnTo>
                    <a:pt x="449" y="625"/>
                  </a:lnTo>
                  <a:lnTo>
                    <a:pt x="449" y="631"/>
                  </a:lnTo>
                  <a:moveTo>
                    <a:pt x="384" y="631"/>
                  </a:moveTo>
                  <a:lnTo>
                    <a:pt x="417" y="631"/>
                  </a:lnTo>
                  <a:lnTo>
                    <a:pt x="417" y="625"/>
                  </a:lnTo>
                  <a:lnTo>
                    <a:pt x="384" y="625"/>
                  </a:lnTo>
                  <a:lnTo>
                    <a:pt x="384" y="631"/>
                  </a:lnTo>
                  <a:moveTo>
                    <a:pt x="3139" y="631"/>
                  </a:moveTo>
                  <a:lnTo>
                    <a:pt x="3172" y="631"/>
                  </a:lnTo>
                  <a:lnTo>
                    <a:pt x="3172" y="625"/>
                  </a:lnTo>
                  <a:lnTo>
                    <a:pt x="3139" y="625"/>
                  </a:lnTo>
                  <a:lnTo>
                    <a:pt x="3139" y="631"/>
                  </a:lnTo>
                  <a:moveTo>
                    <a:pt x="2680" y="631"/>
                  </a:moveTo>
                  <a:lnTo>
                    <a:pt x="2713" y="631"/>
                  </a:lnTo>
                  <a:lnTo>
                    <a:pt x="2713" y="625"/>
                  </a:lnTo>
                  <a:lnTo>
                    <a:pt x="2680" y="625"/>
                  </a:lnTo>
                  <a:lnTo>
                    <a:pt x="2680" y="631"/>
                  </a:lnTo>
                  <a:moveTo>
                    <a:pt x="2745" y="631"/>
                  </a:moveTo>
                  <a:lnTo>
                    <a:pt x="2778" y="631"/>
                  </a:lnTo>
                  <a:lnTo>
                    <a:pt x="2778" y="625"/>
                  </a:lnTo>
                  <a:lnTo>
                    <a:pt x="2745" y="625"/>
                  </a:lnTo>
                  <a:lnTo>
                    <a:pt x="2745" y="631"/>
                  </a:lnTo>
                  <a:moveTo>
                    <a:pt x="2023" y="631"/>
                  </a:moveTo>
                  <a:lnTo>
                    <a:pt x="2056" y="631"/>
                  </a:lnTo>
                  <a:lnTo>
                    <a:pt x="2056" y="625"/>
                  </a:lnTo>
                  <a:lnTo>
                    <a:pt x="2023" y="625"/>
                  </a:lnTo>
                  <a:lnTo>
                    <a:pt x="2023" y="631"/>
                  </a:lnTo>
                  <a:moveTo>
                    <a:pt x="2088" y="631"/>
                  </a:moveTo>
                  <a:lnTo>
                    <a:pt x="2123" y="631"/>
                  </a:lnTo>
                  <a:lnTo>
                    <a:pt x="2123" y="625"/>
                  </a:lnTo>
                  <a:lnTo>
                    <a:pt x="2088" y="625"/>
                  </a:lnTo>
                  <a:lnTo>
                    <a:pt x="2088" y="631"/>
                  </a:lnTo>
                  <a:moveTo>
                    <a:pt x="1958" y="631"/>
                  </a:moveTo>
                  <a:lnTo>
                    <a:pt x="1990" y="631"/>
                  </a:lnTo>
                  <a:lnTo>
                    <a:pt x="1990" y="625"/>
                  </a:lnTo>
                  <a:lnTo>
                    <a:pt x="1958" y="625"/>
                  </a:lnTo>
                  <a:lnTo>
                    <a:pt x="1958" y="631"/>
                  </a:lnTo>
                  <a:moveTo>
                    <a:pt x="1827" y="631"/>
                  </a:moveTo>
                  <a:lnTo>
                    <a:pt x="1860" y="631"/>
                  </a:lnTo>
                  <a:lnTo>
                    <a:pt x="1860" y="625"/>
                  </a:lnTo>
                  <a:lnTo>
                    <a:pt x="1827" y="625"/>
                  </a:lnTo>
                  <a:lnTo>
                    <a:pt x="1827" y="631"/>
                  </a:lnTo>
                  <a:moveTo>
                    <a:pt x="1762" y="631"/>
                  </a:moveTo>
                  <a:lnTo>
                    <a:pt x="1794" y="631"/>
                  </a:lnTo>
                  <a:lnTo>
                    <a:pt x="1794" y="625"/>
                  </a:lnTo>
                  <a:lnTo>
                    <a:pt x="1762" y="625"/>
                  </a:lnTo>
                  <a:lnTo>
                    <a:pt x="1762" y="631"/>
                  </a:lnTo>
                  <a:moveTo>
                    <a:pt x="2811" y="631"/>
                  </a:moveTo>
                  <a:lnTo>
                    <a:pt x="2843" y="631"/>
                  </a:lnTo>
                  <a:lnTo>
                    <a:pt x="2843" y="625"/>
                  </a:lnTo>
                  <a:lnTo>
                    <a:pt x="2811" y="625"/>
                  </a:lnTo>
                  <a:lnTo>
                    <a:pt x="2811" y="631"/>
                  </a:lnTo>
                  <a:moveTo>
                    <a:pt x="1892" y="631"/>
                  </a:moveTo>
                  <a:lnTo>
                    <a:pt x="1925" y="631"/>
                  </a:lnTo>
                  <a:lnTo>
                    <a:pt x="1925" y="625"/>
                  </a:lnTo>
                  <a:lnTo>
                    <a:pt x="1892" y="625"/>
                  </a:lnTo>
                  <a:lnTo>
                    <a:pt x="1892" y="631"/>
                  </a:lnTo>
                  <a:moveTo>
                    <a:pt x="2352" y="631"/>
                  </a:moveTo>
                  <a:lnTo>
                    <a:pt x="2384" y="631"/>
                  </a:lnTo>
                  <a:lnTo>
                    <a:pt x="2384" y="625"/>
                  </a:lnTo>
                  <a:lnTo>
                    <a:pt x="2352" y="625"/>
                  </a:lnTo>
                  <a:lnTo>
                    <a:pt x="2352" y="631"/>
                  </a:lnTo>
                  <a:moveTo>
                    <a:pt x="2548" y="631"/>
                  </a:moveTo>
                  <a:lnTo>
                    <a:pt x="2580" y="631"/>
                  </a:lnTo>
                  <a:lnTo>
                    <a:pt x="2580" y="625"/>
                  </a:lnTo>
                  <a:lnTo>
                    <a:pt x="2548" y="625"/>
                  </a:lnTo>
                  <a:lnTo>
                    <a:pt x="2548" y="631"/>
                  </a:lnTo>
                  <a:moveTo>
                    <a:pt x="2417" y="631"/>
                  </a:moveTo>
                  <a:lnTo>
                    <a:pt x="2450" y="631"/>
                  </a:lnTo>
                  <a:lnTo>
                    <a:pt x="2450" y="625"/>
                  </a:lnTo>
                  <a:lnTo>
                    <a:pt x="2417" y="625"/>
                  </a:lnTo>
                  <a:lnTo>
                    <a:pt x="2417" y="631"/>
                  </a:lnTo>
                  <a:moveTo>
                    <a:pt x="2286" y="631"/>
                  </a:moveTo>
                  <a:lnTo>
                    <a:pt x="2319" y="631"/>
                  </a:lnTo>
                  <a:lnTo>
                    <a:pt x="2319" y="625"/>
                  </a:lnTo>
                  <a:lnTo>
                    <a:pt x="2286" y="625"/>
                  </a:lnTo>
                  <a:lnTo>
                    <a:pt x="2286" y="631"/>
                  </a:lnTo>
                  <a:moveTo>
                    <a:pt x="2221" y="631"/>
                  </a:moveTo>
                  <a:lnTo>
                    <a:pt x="2253" y="631"/>
                  </a:lnTo>
                  <a:lnTo>
                    <a:pt x="2253" y="625"/>
                  </a:lnTo>
                  <a:lnTo>
                    <a:pt x="2221" y="625"/>
                  </a:lnTo>
                  <a:lnTo>
                    <a:pt x="2221" y="631"/>
                  </a:lnTo>
                  <a:moveTo>
                    <a:pt x="2155" y="631"/>
                  </a:moveTo>
                  <a:lnTo>
                    <a:pt x="2188" y="631"/>
                  </a:lnTo>
                  <a:lnTo>
                    <a:pt x="2188" y="625"/>
                  </a:lnTo>
                  <a:lnTo>
                    <a:pt x="2155" y="625"/>
                  </a:lnTo>
                  <a:lnTo>
                    <a:pt x="2155" y="631"/>
                  </a:lnTo>
                  <a:moveTo>
                    <a:pt x="2613" y="631"/>
                  </a:moveTo>
                  <a:lnTo>
                    <a:pt x="2647" y="631"/>
                  </a:lnTo>
                  <a:lnTo>
                    <a:pt x="2647" y="625"/>
                  </a:lnTo>
                  <a:lnTo>
                    <a:pt x="2613" y="625"/>
                  </a:lnTo>
                  <a:lnTo>
                    <a:pt x="2613" y="631"/>
                  </a:lnTo>
                  <a:moveTo>
                    <a:pt x="1368" y="631"/>
                  </a:moveTo>
                  <a:lnTo>
                    <a:pt x="1400" y="631"/>
                  </a:lnTo>
                  <a:lnTo>
                    <a:pt x="1400" y="625"/>
                  </a:lnTo>
                  <a:lnTo>
                    <a:pt x="1368" y="625"/>
                  </a:lnTo>
                  <a:lnTo>
                    <a:pt x="1368" y="631"/>
                  </a:lnTo>
                  <a:moveTo>
                    <a:pt x="1302" y="631"/>
                  </a:moveTo>
                  <a:lnTo>
                    <a:pt x="1335" y="631"/>
                  </a:lnTo>
                  <a:lnTo>
                    <a:pt x="1335" y="625"/>
                  </a:lnTo>
                  <a:lnTo>
                    <a:pt x="1302" y="625"/>
                  </a:lnTo>
                  <a:lnTo>
                    <a:pt x="1302" y="631"/>
                  </a:lnTo>
                  <a:moveTo>
                    <a:pt x="1237" y="631"/>
                  </a:moveTo>
                  <a:lnTo>
                    <a:pt x="1270" y="631"/>
                  </a:lnTo>
                  <a:lnTo>
                    <a:pt x="1270" y="625"/>
                  </a:lnTo>
                  <a:lnTo>
                    <a:pt x="1237" y="625"/>
                  </a:lnTo>
                  <a:lnTo>
                    <a:pt x="1237" y="631"/>
                  </a:lnTo>
                  <a:moveTo>
                    <a:pt x="3072" y="631"/>
                  </a:moveTo>
                  <a:lnTo>
                    <a:pt x="3105" y="631"/>
                  </a:lnTo>
                  <a:lnTo>
                    <a:pt x="3105" y="625"/>
                  </a:lnTo>
                  <a:lnTo>
                    <a:pt x="3072" y="625"/>
                  </a:lnTo>
                  <a:lnTo>
                    <a:pt x="3072" y="631"/>
                  </a:lnTo>
                  <a:moveTo>
                    <a:pt x="1039" y="631"/>
                  </a:moveTo>
                  <a:lnTo>
                    <a:pt x="1072" y="631"/>
                  </a:lnTo>
                  <a:lnTo>
                    <a:pt x="1072" y="625"/>
                  </a:lnTo>
                  <a:lnTo>
                    <a:pt x="1039" y="625"/>
                  </a:lnTo>
                  <a:lnTo>
                    <a:pt x="1039" y="631"/>
                  </a:lnTo>
                  <a:moveTo>
                    <a:pt x="2482" y="631"/>
                  </a:moveTo>
                  <a:lnTo>
                    <a:pt x="2515" y="631"/>
                  </a:lnTo>
                  <a:lnTo>
                    <a:pt x="2515" y="625"/>
                  </a:lnTo>
                  <a:lnTo>
                    <a:pt x="2482" y="625"/>
                  </a:lnTo>
                  <a:lnTo>
                    <a:pt x="2482" y="631"/>
                  </a:lnTo>
                  <a:moveTo>
                    <a:pt x="3205" y="631"/>
                  </a:moveTo>
                  <a:lnTo>
                    <a:pt x="3237" y="631"/>
                  </a:lnTo>
                  <a:lnTo>
                    <a:pt x="3237" y="625"/>
                  </a:lnTo>
                  <a:lnTo>
                    <a:pt x="3205" y="625"/>
                  </a:lnTo>
                  <a:lnTo>
                    <a:pt x="3205" y="631"/>
                  </a:lnTo>
                  <a:moveTo>
                    <a:pt x="1105" y="631"/>
                  </a:moveTo>
                  <a:lnTo>
                    <a:pt x="1139" y="631"/>
                  </a:lnTo>
                  <a:lnTo>
                    <a:pt x="1139" y="625"/>
                  </a:lnTo>
                  <a:lnTo>
                    <a:pt x="1105" y="625"/>
                  </a:lnTo>
                  <a:lnTo>
                    <a:pt x="1105" y="631"/>
                  </a:lnTo>
                  <a:moveTo>
                    <a:pt x="1172" y="631"/>
                  </a:moveTo>
                  <a:lnTo>
                    <a:pt x="1204" y="631"/>
                  </a:lnTo>
                  <a:lnTo>
                    <a:pt x="1204" y="625"/>
                  </a:lnTo>
                  <a:lnTo>
                    <a:pt x="1172" y="625"/>
                  </a:lnTo>
                  <a:lnTo>
                    <a:pt x="1172" y="631"/>
                  </a:lnTo>
                  <a:moveTo>
                    <a:pt x="2942" y="631"/>
                  </a:moveTo>
                  <a:lnTo>
                    <a:pt x="2974" y="631"/>
                  </a:lnTo>
                  <a:lnTo>
                    <a:pt x="2974" y="625"/>
                  </a:lnTo>
                  <a:lnTo>
                    <a:pt x="2942" y="625"/>
                  </a:lnTo>
                  <a:lnTo>
                    <a:pt x="2942" y="631"/>
                  </a:lnTo>
                  <a:moveTo>
                    <a:pt x="2876" y="631"/>
                  </a:moveTo>
                  <a:lnTo>
                    <a:pt x="2909" y="631"/>
                  </a:lnTo>
                  <a:lnTo>
                    <a:pt x="2909" y="625"/>
                  </a:lnTo>
                  <a:lnTo>
                    <a:pt x="2876" y="625"/>
                  </a:lnTo>
                  <a:lnTo>
                    <a:pt x="2876" y="631"/>
                  </a:lnTo>
                  <a:moveTo>
                    <a:pt x="1631" y="631"/>
                  </a:moveTo>
                  <a:lnTo>
                    <a:pt x="1664" y="631"/>
                  </a:lnTo>
                  <a:lnTo>
                    <a:pt x="1664" y="625"/>
                  </a:lnTo>
                  <a:lnTo>
                    <a:pt x="1631" y="625"/>
                  </a:lnTo>
                  <a:lnTo>
                    <a:pt x="1631" y="631"/>
                  </a:lnTo>
                  <a:moveTo>
                    <a:pt x="1696" y="631"/>
                  </a:moveTo>
                  <a:lnTo>
                    <a:pt x="1729" y="631"/>
                  </a:lnTo>
                  <a:lnTo>
                    <a:pt x="1729" y="625"/>
                  </a:lnTo>
                  <a:lnTo>
                    <a:pt x="1696" y="625"/>
                  </a:lnTo>
                  <a:lnTo>
                    <a:pt x="1696" y="631"/>
                  </a:lnTo>
                  <a:moveTo>
                    <a:pt x="1564" y="631"/>
                  </a:moveTo>
                  <a:lnTo>
                    <a:pt x="1597" y="631"/>
                  </a:lnTo>
                  <a:lnTo>
                    <a:pt x="1597" y="625"/>
                  </a:lnTo>
                  <a:lnTo>
                    <a:pt x="1564" y="625"/>
                  </a:lnTo>
                  <a:lnTo>
                    <a:pt x="1564" y="631"/>
                  </a:lnTo>
                  <a:moveTo>
                    <a:pt x="3007" y="631"/>
                  </a:moveTo>
                  <a:lnTo>
                    <a:pt x="3040" y="631"/>
                  </a:lnTo>
                  <a:lnTo>
                    <a:pt x="3040" y="625"/>
                  </a:lnTo>
                  <a:lnTo>
                    <a:pt x="3007" y="625"/>
                  </a:lnTo>
                  <a:lnTo>
                    <a:pt x="3007" y="631"/>
                  </a:lnTo>
                  <a:moveTo>
                    <a:pt x="1498" y="631"/>
                  </a:moveTo>
                  <a:lnTo>
                    <a:pt x="1531" y="631"/>
                  </a:lnTo>
                  <a:lnTo>
                    <a:pt x="1531" y="625"/>
                  </a:lnTo>
                  <a:lnTo>
                    <a:pt x="1498" y="625"/>
                  </a:lnTo>
                  <a:lnTo>
                    <a:pt x="1498" y="631"/>
                  </a:lnTo>
                  <a:moveTo>
                    <a:pt x="1433" y="631"/>
                  </a:moveTo>
                  <a:lnTo>
                    <a:pt x="1466" y="631"/>
                  </a:lnTo>
                  <a:lnTo>
                    <a:pt x="1466" y="625"/>
                  </a:lnTo>
                  <a:lnTo>
                    <a:pt x="1433" y="625"/>
                  </a:lnTo>
                  <a:lnTo>
                    <a:pt x="1433" y="631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13" id="13"/>
          <p:cNvGrpSpPr/>
          <p:nvPr/>
        </p:nvGrpSpPr>
        <p:grpSpPr>
          <a:xfrm>
            <a:off x="5883463" y="3260505"/>
            <a:ext cx="4313207" cy="858075"/>
            <a:chOff x="5349110" y="3753979"/>
            <a:chExt cx="4313207" cy="858075"/>
          </a:xfrm>
        </p:grpSpPr>
        <p:sp>
          <p:nvSpPr>
            <p:cNvPr name="Freeform 14" id="14"/>
            <p:cNvSpPr/>
            <p:nvPr/>
          </p:nvSpPr>
          <p:spPr>
            <a:xfrm>
              <a:off x="5349110" y="3753979"/>
              <a:ext cx="4313207" cy="858075"/>
            </a:xfrm>
            <a:custGeom>
              <a:avLst/>
              <a:gdLst/>
              <a:ahLst/>
              <a:cxnLst/>
              <a:rect r="r" b="b" t="t" l="l"/>
              <a:pathLst>
                <a:path w="2196" h="437" stroke="true" fill="norm" extrusionOk="true">
                  <a:moveTo>
                    <a:pt x="219" y="437"/>
                  </a:moveTo>
                  <a:cubicBezTo>
                    <a:pt x="2196" y="437"/>
                    <a:pt x="2196" y="437"/>
                    <a:pt x="2196" y="437"/>
                  </a:cubicBezTo>
                  <a:cubicBezTo>
                    <a:pt x="2196" y="0"/>
                    <a:pt x="2196" y="0"/>
                    <a:pt x="2196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134" y="85"/>
                    <a:pt x="85" y="133"/>
                    <a:pt x="0" y="218"/>
                  </a:cubicBezTo>
                  <a:cubicBezTo>
                    <a:pt x="85" y="303"/>
                    <a:pt x="134" y="352"/>
                    <a:pt x="219" y="437"/>
                  </a:cubicBezTo>
                </a:path>
              </a:pathLst>
            </a:custGeom>
            <a:gradFill>
              <a:gsLst>
                <a:gs pos="0">
                  <a:srgbClr val="C00000">
                    <a:lumMod val="60000"/>
                    <a:lumOff val="40000"/>
                  </a:srgbClr>
                </a:gs>
                <a:gs pos="67000">
                  <a:srgbClr val="C00000"/>
                </a:gs>
              </a:gsLst>
              <a:lin ang="10800000"/>
            </a:gra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5422419" y="3804454"/>
              <a:ext cx="4189423" cy="755923"/>
            </a:xfrm>
            <a:custGeom>
              <a:avLst/>
              <a:gdLst/>
              <a:ahLst/>
              <a:cxnLst/>
              <a:rect r="r" b="b" t="t" l="l"/>
              <a:pathLst>
                <a:path w="3486" h="629" stroke="true" fill="norm" extrusionOk="true">
                  <a:moveTo>
                    <a:pt x="19" y="306"/>
                  </a:moveTo>
                  <a:lnTo>
                    <a:pt x="10" y="314"/>
                  </a:lnTo>
                  <a:lnTo>
                    <a:pt x="19" y="324"/>
                  </a:lnTo>
                  <a:lnTo>
                    <a:pt x="15" y="329"/>
                  </a:lnTo>
                  <a:lnTo>
                    <a:pt x="0" y="314"/>
                  </a:lnTo>
                  <a:lnTo>
                    <a:pt x="15" y="301"/>
                  </a:lnTo>
                  <a:lnTo>
                    <a:pt x="19" y="306"/>
                  </a:lnTo>
                  <a:close/>
                  <a:moveTo>
                    <a:pt x="2221" y="7"/>
                  </a:moveTo>
                  <a:lnTo>
                    <a:pt x="2253" y="7"/>
                  </a:lnTo>
                  <a:lnTo>
                    <a:pt x="2253" y="0"/>
                  </a:lnTo>
                  <a:lnTo>
                    <a:pt x="2221" y="0"/>
                  </a:lnTo>
                  <a:lnTo>
                    <a:pt x="2221" y="7"/>
                  </a:lnTo>
                  <a:close/>
                  <a:moveTo>
                    <a:pt x="2286" y="7"/>
                  </a:moveTo>
                  <a:lnTo>
                    <a:pt x="2319" y="7"/>
                  </a:lnTo>
                  <a:lnTo>
                    <a:pt x="2319" y="0"/>
                  </a:lnTo>
                  <a:lnTo>
                    <a:pt x="2286" y="0"/>
                  </a:lnTo>
                  <a:lnTo>
                    <a:pt x="2286" y="7"/>
                  </a:lnTo>
                  <a:close/>
                  <a:moveTo>
                    <a:pt x="2088" y="7"/>
                  </a:moveTo>
                  <a:lnTo>
                    <a:pt x="2123" y="7"/>
                  </a:lnTo>
                  <a:lnTo>
                    <a:pt x="2123" y="0"/>
                  </a:lnTo>
                  <a:lnTo>
                    <a:pt x="2088" y="0"/>
                  </a:lnTo>
                  <a:lnTo>
                    <a:pt x="2088" y="7"/>
                  </a:lnTo>
                  <a:close/>
                  <a:moveTo>
                    <a:pt x="876" y="0"/>
                  </a:moveTo>
                  <a:lnTo>
                    <a:pt x="843" y="0"/>
                  </a:lnTo>
                  <a:lnTo>
                    <a:pt x="843" y="7"/>
                  </a:lnTo>
                  <a:lnTo>
                    <a:pt x="876" y="7"/>
                  </a:lnTo>
                  <a:lnTo>
                    <a:pt x="876" y="0"/>
                  </a:lnTo>
                  <a:close/>
                  <a:moveTo>
                    <a:pt x="351" y="0"/>
                  </a:moveTo>
                  <a:lnTo>
                    <a:pt x="319" y="0"/>
                  </a:lnTo>
                  <a:lnTo>
                    <a:pt x="319" y="7"/>
                  </a:lnTo>
                  <a:lnTo>
                    <a:pt x="351" y="7"/>
                  </a:lnTo>
                  <a:lnTo>
                    <a:pt x="351" y="0"/>
                  </a:lnTo>
                  <a:close/>
                  <a:moveTo>
                    <a:pt x="1204" y="0"/>
                  </a:moveTo>
                  <a:lnTo>
                    <a:pt x="1172" y="0"/>
                  </a:lnTo>
                  <a:lnTo>
                    <a:pt x="1172" y="7"/>
                  </a:lnTo>
                  <a:lnTo>
                    <a:pt x="1204" y="7"/>
                  </a:lnTo>
                  <a:lnTo>
                    <a:pt x="1204" y="0"/>
                  </a:lnTo>
                  <a:close/>
                  <a:moveTo>
                    <a:pt x="2155" y="7"/>
                  </a:moveTo>
                  <a:lnTo>
                    <a:pt x="2188" y="7"/>
                  </a:lnTo>
                  <a:lnTo>
                    <a:pt x="2188" y="0"/>
                  </a:lnTo>
                  <a:lnTo>
                    <a:pt x="2155" y="0"/>
                  </a:lnTo>
                  <a:lnTo>
                    <a:pt x="2155" y="7"/>
                  </a:lnTo>
                  <a:close/>
                  <a:moveTo>
                    <a:pt x="250" y="74"/>
                  </a:moveTo>
                  <a:lnTo>
                    <a:pt x="247" y="69"/>
                  </a:lnTo>
                  <a:lnTo>
                    <a:pt x="222" y="92"/>
                  </a:lnTo>
                  <a:lnTo>
                    <a:pt x="227" y="97"/>
                  </a:lnTo>
                  <a:lnTo>
                    <a:pt x="250" y="74"/>
                  </a:lnTo>
                  <a:close/>
                  <a:moveTo>
                    <a:pt x="2548" y="7"/>
                  </a:moveTo>
                  <a:lnTo>
                    <a:pt x="2580" y="7"/>
                  </a:lnTo>
                  <a:lnTo>
                    <a:pt x="2580" y="0"/>
                  </a:lnTo>
                  <a:lnTo>
                    <a:pt x="2548" y="0"/>
                  </a:lnTo>
                  <a:lnTo>
                    <a:pt x="2548" y="7"/>
                  </a:lnTo>
                  <a:close/>
                  <a:moveTo>
                    <a:pt x="1139" y="0"/>
                  </a:moveTo>
                  <a:lnTo>
                    <a:pt x="1105" y="0"/>
                  </a:lnTo>
                  <a:lnTo>
                    <a:pt x="1105" y="7"/>
                  </a:lnTo>
                  <a:lnTo>
                    <a:pt x="1139" y="7"/>
                  </a:lnTo>
                  <a:lnTo>
                    <a:pt x="1139" y="0"/>
                  </a:lnTo>
                  <a:close/>
                  <a:moveTo>
                    <a:pt x="2352" y="7"/>
                  </a:moveTo>
                  <a:lnTo>
                    <a:pt x="2384" y="7"/>
                  </a:lnTo>
                  <a:lnTo>
                    <a:pt x="2384" y="0"/>
                  </a:lnTo>
                  <a:lnTo>
                    <a:pt x="2352" y="0"/>
                  </a:lnTo>
                  <a:lnTo>
                    <a:pt x="2352" y="7"/>
                  </a:lnTo>
                  <a:close/>
                  <a:moveTo>
                    <a:pt x="2613" y="7"/>
                  </a:moveTo>
                  <a:lnTo>
                    <a:pt x="2647" y="7"/>
                  </a:lnTo>
                  <a:lnTo>
                    <a:pt x="2647" y="0"/>
                  </a:lnTo>
                  <a:lnTo>
                    <a:pt x="2613" y="0"/>
                  </a:lnTo>
                  <a:lnTo>
                    <a:pt x="2613" y="7"/>
                  </a:lnTo>
                  <a:close/>
                  <a:moveTo>
                    <a:pt x="204" y="119"/>
                  </a:moveTo>
                  <a:lnTo>
                    <a:pt x="199" y="114"/>
                  </a:lnTo>
                  <a:lnTo>
                    <a:pt x="176" y="139"/>
                  </a:lnTo>
                  <a:lnTo>
                    <a:pt x="181" y="142"/>
                  </a:lnTo>
                  <a:lnTo>
                    <a:pt x="204" y="119"/>
                  </a:lnTo>
                  <a:close/>
                  <a:moveTo>
                    <a:pt x="2482" y="7"/>
                  </a:moveTo>
                  <a:lnTo>
                    <a:pt x="2515" y="7"/>
                  </a:lnTo>
                  <a:lnTo>
                    <a:pt x="2515" y="0"/>
                  </a:lnTo>
                  <a:lnTo>
                    <a:pt x="2482" y="0"/>
                  </a:lnTo>
                  <a:lnTo>
                    <a:pt x="2482" y="7"/>
                  </a:lnTo>
                  <a:close/>
                  <a:moveTo>
                    <a:pt x="2417" y="7"/>
                  </a:moveTo>
                  <a:lnTo>
                    <a:pt x="2450" y="7"/>
                  </a:lnTo>
                  <a:lnTo>
                    <a:pt x="2450" y="0"/>
                  </a:lnTo>
                  <a:lnTo>
                    <a:pt x="2417" y="0"/>
                  </a:lnTo>
                  <a:lnTo>
                    <a:pt x="2417" y="7"/>
                  </a:lnTo>
                  <a:close/>
                  <a:moveTo>
                    <a:pt x="297" y="26"/>
                  </a:moveTo>
                  <a:lnTo>
                    <a:pt x="292" y="23"/>
                  </a:lnTo>
                  <a:lnTo>
                    <a:pt x="269" y="46"/>
                  </a:lnTo>
                  <a:lnTo>
                    <a:pt x="274" y="51"/>
                  </a:lnTo>
                  <a:lnTo>
                    <a:pt x="297" y="26"/>
                  </a:lnTo>
                  <a:close/>
                  <a:moveTo>
                    <a:pt x="613" y="0"/>
                  </a:moveTo>
                  <a:lnTo>
                    <a:pt x="580" y="0"/>
                  </a:lnTo>
                  <a:lnTo>
                    <a:pt x="580" y="7"/>
                  </a:lnTo>
                  <a:lnTo>
                    <a:pt x="613" y="7"/>
                  </a:lnTo>
                  <a:lnTo>
                    <a:pt x="613" y="0"/>
                  </a:lnTo>
                  <a:close/>
                  <a:moveTo>
                    <a:pt x="1400" y="0"/>
                  </a:moveTo>
                  <a:lnTo>
                    <a:pt x="1368" y="0"/>
                  </a:lnTo>
                  <a:lnTo>
                    <a:pt x="1368" y="7"/>
                  </a:lnTo>
                  <a:lnTo>
                    <a:pt x="1400" y="7"/>
                  </a:lnTo>
                  <a:lnTo>
                    <a:pt x="1400" y="0"/>
                  </a:lnTo>
                  <a:close/>
                  <a:moveTo>
                    <a:pt x="1631" y="7"/>
                  </a:moveTo>
                  <a:lnTo>
                    <a:pt x="1664" y="7"/>
                  </a:lnTo>
                  <a:lnTo>
                    <a:pt x="1664" y="0"/>
                  </a:lnTo>
                  <a:lnTo>
                    <a:pt x="1631" y="0"/>
                  </a:lnTo>
                  <a:lnTo>
                    <a:pt x="1631" y="7"/>
                  </a:lnTo>
                  <a:close/>
                  <a:moveTo>
                    <a:pt x="1696" y="7"/>
                  </a:moveTo>
                  <a:lnTo>
                    <a:pt x="1729" y="7"/>
                  </a:lnTo>
                  <a:lnTo>
                    <a:pt x="1729" y="0"/>
                  </a:lnTo>
                  <a:lnTo>
                    <a:pt x="1696" y="0"/>
                  </a:lnTo>
                  <a:lnTo>
                    <a:pt x="1696" y="7"/>
                  </a:lnTo>
                  <a:close/>
                  <a:moveTo>
                    <a:pt x="680" y="0"/>
                  </a:moveTo>
                  <a:lnTo>
                    <a:pt x="647" y="0"/>
                  </a:lnTo>
                  <a:lnTo>
                    <a:pt x="647" y="7"/>
                  </a:lnTo>
                  <a:lnTo>
                    <a:pt x="680" y="7"/>
                  </a:lnTo>
                  <a:lnTo>
                    <a:pt x="680" y="0"/>
                  </a:lnTo>
                  <a:close/>
                  <a:moveTo>
                    <a:pt x="1302" y="7"/>
                  </a:moveTo>
                  <a:lnTo>
                    <a:pt x="1335" y="7"/>
                  </a:lnTo>
                  <a:lnTo>
                    <a:pt x="1335" y="0"/>
                  </a:lnTo>
                  <a:lnTo>
                    <a:pt x="1302" y="0"/>
                  </a:lnTo>
                  <a:lnTo>
                    <a:pt x="1302" y="7"/>
                  </a:lnTo>
                  <a:close/>
                  <a:moveTo>
                    <a:pt x="1007" y="0"/>
                  </a:moveTo>
                  <a:lnTo>
                    <a:pt x="974" y="0"/>
                  </a:lnTo>
                  <a:lnTo>
                    <a:pt x="974" y="7"/>
                  </a:lnTo>
                  <a:lnTo>
                    <a:pt x="1007" y="7"/>
                  </a:lnTo>
                  <a:lnTo>
                    <a:pt x="1007" y="0"/>
                  </a:lnTo>
                  <a:close/>
                  <a:moveTo>
                    <a:pt x="1498" y="7"/>
                  </a:moveTo>
                  <a:lnTo>
                    <a:pt x="1531" y="7"/>
                  </a:lnTo>
                  <a:lnTo>
                    <a:pt x="1531" y="0"/>
                  </a:lnTo>
                  <a:lnTo>
                    <a:pt x="1498" y="0"/>
                  </a:lnTo>
                  <a:lnTo>
                    <a:pt x="1498" y="7"/>
                  </a:lnTo>
                  <a:close/>
                  <a:moveTo>
                    <a:pt x="1827" y="7"/>
                  </a:moveTo>
                  <a:lnTo>
                    <a:pt x="1860" y="7"/>
                  </a:lnTo>
                  <a:lnTo>
                    <a:pt x="1860" y="0"/>
                  </a:lnTo>
                  <a:lnTo>
                    <a:pt x="1827" y="0"/>
                  </a:lnTo>
                  <a:lnTo>
                    <a:pt x="1827" y="7"/>
                  </a:lnTo>
                  <a:close/>
                  <a:moveTo>
                    <a:pt x="1958" y="7"/>
                  </a:moveTo>
                  <a:lnTo>
                    <a:pt x="1990" y="7"/>
                  </a:lnTo>
                  <a:lnTo>
                    <a:pt x="1990" y="0"/>
                  </a:lnTo>
                  <a:lnTo>
                    <a:pt x="1958" y="0"/>
                  </a:lnTo>
                  <a:lnTo>
                    <a:pt x="1958" y="7"/>
                  </a:lnTo>
                  <a:close/>
                  <a:moveTo>
                    <a:pt x="2023" y="7"/>
                  </a:moveTo>
                  <a:lnTo>
                    <a:pt x="2056" y="7"/>
                  </a:lnTo>
                  <a:lnTo>
                    <a:pt x="2056" y="0"/>
                  </a:lnTo>
                  <a:lnTo>
                    <a:pt x="2023" y="0"/>
                  </a:lnTo>
                  <a:lnTo>
                    <a:pt x="2023" y="7"/>
                  </a:lnTo>
                  <a:close/>
                  <a:moveTo>
                    <a:pt x="482" y="0"/>
                  </a:moveTo>
                  <a:lnTo>
                    <a:pt x="449" y="0"/>
                  </a:lnTo>
                  <a:lnTo>
                    <a:pt x="449" y="7"/>
                  </a:lnTo>
                  <a:lnTo>
                    <a:pt x="482" y="7"/>
                  </a:lnTo>
                  <a:lnTo>
                    <a:pt x="482" y="0"/>
                  </a:lnTo>
                  <a:close/>
                  <a:moveTo>
                    <a:pt x="810" y="0"/>
                  </a:moveTo>
                  <a:lnTo>
                    <a:pt x="778" y="0"/>
                  </a:lnTo>
                  <a:lnTo>
                    <a:pt x="778" y="7"/>
                  </a:lnTo>
                  <a:lnTo>
                    <a:pt x="810" y="7"/>
                  </a:lnTo>
                  <a:lnTo>
                    <a:pt x="810" y="0"/>
                  </a:lnTo>
                  <a:close/>
                  <a:moveTo>
                    <a:pt x="1892" y="7"/>
                  </a:moveTo>
                  <a:lnTo>
                    <a:pt x="1925" y="7"/>
                  </a:lnTo>
                  <a:lnTo>
                    <a:pt x="1925" y="0"/>
                  </a:lnTo>
                  <a:lnTo>
                    <a:pt x="1892" y="0"/>
                  </a:lnTo>
                  <a:lnTo>
                    <a:pt x="1892" y="7"/>
                  </a:lnTo>
                  <a:close/>
                  <a:moveTo>
                    <a:pt x="417" y="0"/>
                  </a:moveTo>
                  <a:lnTo>
                    <a:pt x="384" y="0"/>
                  </a:lnTo>
                  <a:lnTo>
                    <a:pt x="384" y="7"/>
                  </a:lnTo>
                  <a:lnTo>
                    <a:pt x="417" y="7"/>
                  </a:lnTo>
                  <a:lnTo>
                    <a:pt x="417" y="0"/>
                  </a:lnTo>
                  <a:close/>
                  <a:moveTo>
                    <a:pt x="547" y="0"/>
                  </a:moveTo>
                  <a:lnTo>
                    <a:pt x="515" y="0"/>
                  </a:lnTo>
                  <a:lnTo>
                    <a:pt x="515" y="7"/>
                  </a:lnTo>
                  <a:lnTo>
                    <a:pt x="547" y="7"/>
                  </a:lnTo>
                  <a:lnTo>
                    <a:pt x="547" y="0"/>
                  </a:lnTo>
                  <a:close/>
                  <a:moveTo>
                    <a:pt x="65" y="258"/>
                  </a:moveTo>
                  <a:lnTo>
                    <a:pt x="60" y="253"/>
                  </a:lnTo>
                  <a:lnTo>
                    <a:pt x="37" y="278"/>
                  </a:lnTo>
                  <a:lnTo>
                    <a:pt x="42" y="281"/>
                  </a:lnTo>
                  <a:lnTo>
                    <a:pt x="65" y="258"/>
                  </a:lnTo>
                  <a:close/>
                  <a:moveTo>
                    <a:pt x="3205" y="7"/>
                  </a:moveTo>
                  <a:lnTo>
                    <a:pt x="3237" y="7"/>
                  </a:lnTo>
                  <a:lnTo>
                    <a:pt x="3237" y="0"/>
                  </a:lnTo>
                  <a:lnTo>
                    <a:pt x="3205" y="0"/>
                  </a:lnTo>
                  <a:lnTo>
                    <a:pt x="3205" y="7"/>
                  </a:lnTo>
                  <a:close/>
                  <a:moveTo>
                    <a:pt x="1466" y="0"/>
                  </a:moveTo>
                  <a:lnTo>
                    <a:pt x="1433" y="0"/>
                  </a:lnTo>
                  <a:lnTo>
                    <a:pt x="1433" y="7"/>
                  </a:lnTo>
                  <a:lnTo>
                    <a:pt x="1466" y="7"/>
                  </a:lnTo>
                  <a:lnTo>
                    <a:pt x="1466" y="0"/>
                  </a:lnTo>
                  <a:close/>
                  <a:moveTo>
                    <a:pt x="745" y="0"/>
                  </a:moveTo>
                  <a:lnTo>
                    <a:pt x="712" y="0"/>
                  </a:lnTo>
                  <a:lnTo>
                    <a:pt x="712" y="7"/>
                  </a:lnTo>
                  <a:lnTo>
                    <a:pt x="745" y="7"/>
                  </a:lnTo>
                  <a:lnTo>
                    <a:pt x="745" y="0"/>
                  </a:lnTo>
                  <a:close/>
                  <a:moveTo>
                    <a:pt x="3072" y="7"/>
                  </a:moveTo>
                  <a:lnTo>
                    <a:pt x="3105" y="7"/>
                  </a:lnTo>
                  <a:lnTo>
                    <a:pt x="3105" y="0"/>
                  </a:lnTo>
                  <a:lnTo>
                    <a:pt x="3072" y="0"/>
                  </a:lnTo>
                  <a:lnTo>
                    <a:pt x="3072" y="7"/>
                  </a:lnTo>
                  <a:close/>
                  <a:moveTo>
                    <a:pt x="3139" y="7"/>
                  </a:moveTo>
                  <a:lnTo>
                    <a:pt x="3172" y="7"/>
                  </a:lnTo>
                  <a:lnTo>
                    <a:pt x="3172" y="0"/>
                  </a:lnTo>
                  <a:lnTo>
                    <a:pt x="3139" y="0"/>
                  </a:lnTo>
                  <a:lnTo>
                    <a:pt x="3139" y="7"/>
                  </a:lnTo>
                  <a:close/>
                  <a:moveTo>
                    <a:pt x="1270" y="0"/>
                  </a:moveTo>
                  <a:lnTo>
                    <a:pt x="1237" y="0"/>
                  </a:lnTo>
                  <a:lnTo>
                    <a:pt x="1237" y="7"/>
                  </a:lnTo>
                  <a:lnTo>
                    <a:pt x="1270" y="7"/>
                  </a:lnTo>
                  <a:lnTo>
                    <a:pt x="1270" y="0"/>
                  </a:lnTo>
                  <a:close/>
                  <a:moveTo>
                    <a:pt x="2680" y="7"/>
                  </a:moveTo>
                  <a:lnTo>
                    <a:pt x="2713" y="7"/>
                  </a:lnTo>
                  <a:lnTo>
                    <a:pt x="2713" y="0"/>
                  </a:lnTo>
                  <a:lnTo>
                    <a:pt x="2680" y="0"/>
                  </a:lnTo>
                  <a:lnTo>
                    <a:pt x="2680" y="7"/>
                  </a:lnTo>
                  <a:close/>
                  <a:moveTo>
                    <a:pt x="1794" y="0"/>
                  </a:moveTo>
                  <a:lnTo>
                    <a:pt x="1762" y="0"/>
                  </a:lnTo>
                  <a:lnTo>
                    <a:pt x="1762" y="7"/>
                  </a:lnTo>
                  <a:lnTo>
                    <a:pt x="1794" y="7"/>
                  </a:lnTo>
                  <a:lnTo>
                    <a:pt x="1794" y="0"/>
                  </a:lnTo>
                  <a:close/>
                  <a:moveTo>
                    <a:pt x="3270" y="7"/>
                  </a:moveTo>
                  <a:lnTo>
                    <a:pt x="3303" y="7"/>
                  </a:lnTo>
                  <a:lnTo>
                    <a:pt x="3303" y="0"/>
                  </a:lnTo>
                  <a:lnTo>
                    <a:pt x="3270" y="0"/>
                  </a:lnTo>
                  <a:lnTo>
                    <a:pt x="3270" y="7"/>
                  </a:lnTo>
                  <a:close/>
                  <a:moveTo>
                    <a:pt x="3335" y="7"/>
                  </a:moveTo>
                  <a:lnTo>
                    <a:pt x="3368" y="7"/>
                  </a:lnTo>
                  <a:lnTo>
                    <a:pt x="3368" y="0"/>
                  </a:lnTo>
                  <a:lnTo>
                    <a:pt x="3335" y="0"/>
                  </a:lnTo>
                  <a:lnTo>
                    <a:pt x="3335" y="7"/>
                  </a:lnTo>
                  <a:close/>
                  <a:moveTo>
                    <a:pt x="1597" y="0"/>
                  </a:moveTo>
                  <a:lnTo>
                    <a:pt x="1564" y="0"/>
                  </a:lnTo>
                  <a:lnTo>
                    <a:pt x="1564" y="7"/>
                  </a:lnTo>
                  <a:lnTo>
                    <a:pt x="1597" y="7"/>
                  </a:lnTo>
                  <a:lnTo>
                    <a:pt x="1597" y="0"/>
                  </a:lnTo>
                  <a:close/>
                  <a:moveTo>
                    <a:pt x="3401" y="7"/>
                  </a:moveTo>
                  <a:lnTo>
                    <a:pt x="3433" y="7"/>
                  </a:lnTo>
                  <a:lnTo>
                    <a:pt x="3433" y="0"/>
                  </a:lnTo>
                  <a:lnTo>
                    <a:pt x="3401" y="0"/>
                  </a:lnTo>
                  <a:lnTo>
                    <a:pt x="3401" y="7"/>
                  </a:lnTo>
                  <a:close/>
                  <a:moveTo>
                    <a:pt x="3007" y="7"/>
                  </a:moveTo>
                  <a:lnTo>
                    <a:pt x="3040" y="7"/>
                  </a:lnTo>
                  <a:lnTo>
                    <a:pt x="3040" y="0"/>
                  </a:lnTo>
                  <a:lnTo>
                    <a:pt x="3007" y="0"/>
                  </a:lnTo>
                  <a:lnTo>
                    <a:pt x="3007" y="7"/>
                  </a:lnTo>
                  <a:close/>
                  <a:moveTo>
                    <a:pt x="158" y="167"/>
                  </a:moveTo>
                  <a:lnTo>
                    <a:pt x="153" y="162"/>
                  </a:lnTo>
                  <a:lnTo>
                    <a:pt x="131" y="185"/>
                  </a:lnTo>
                  <a:lnTo>
                    <a:pt x="134" y="190"/>
                  </a:lnTo>
                  <a:lnTo>
                    <a:pt x="158" y="167"/>
                  </a:lnTo>
                  <a:close/>
                  <a:moveTo>
                    <a:pt x="2745" y="7"/>
                  </a:moveTo>
                  <a:lnTo>
                    <a:pt x="2778" y="7"/>
                  </a:lnTo>
                  <a:lnTo>
                    <a:pt x="2778" y="0"/>
                  </a:lnTo>
                  <a:lnTo>
                    <a:pt x="2745" y="0"/>
                  </a:lnTo>
                  <a:lnTo>
                    <a:pt x="2745" y="7"/>
                  </a:lnTo>
                  <a:close/>
                  <a:moveTo>
                    <a:pt x="2811" y="7"/>
                  </a:moveTo>
                  <a:lnTo>
                    <a:pt x="2843" y="7"/>
                  </a:lnTo>
                  <a:lnTo>
                    <a:pt x="2843" y="0"/>
                  </a:lnTo>
                  <a:lnTo>
                    <a:pt x="2811" y="0"/>
                  </a:lnTo>
                  <a:lnTo>
                    <a:pt x="2811" y="7"/>
                  </a:lnTo>
                  <a:close/>
                  <a:moveTo>
                    <a:pt x="941" y="0"/>
                  </a:moveTo>
                  <a:lnTo>
                    <a:pt x="908" y="0"/>
                  </a:lnTo>
                  <a:lnTo>
                    <a:pt x="908" y="7"/>
                  </a:lnTo>
                  <a:lnTo>
                    <a:pt x="941" y="7"/>
                  </a:lnTo>
                  <a:lnTo>
                    <a:pt x="941" y="0"/>
                  </a:lnTo>
                  <a:close/>
                  <a:moveTo>
                    <a:pt x="1072" y="0"/>
                  </a:moveTo>
                  <a:lnTo>
                    <a:pt x="1039" y="0"/>
                  </a:lnTo>
                  <a:lnTo>
                    <a:pt x="1039" y="7"/>
                  </a:lnTo>
                  <a:lnTo>
                    <a:pt x="1072" y="7"/>
                  </a:lnTo>
                  <a:lnTo>
                    <a:pt x="1072" y="0"/>
                  </a:lnTo>
                  <a:close/>
                  <a:moveTo>
                    <a:pt x="2876" y="7"/>
                  </a:moveTo>
                  <a:lnTo>
                    <a:pt x="2909" y="7"/>
                  </a:lnTo>
                  <a:lnTo>
                    <a:pt x="2909" y="0"/>
                  </a:lnTo>
                  <a:lnTo>
                    <a:pt x="2876" y="0"/>
                  </a:lnTo>
                  <a:lnTo>
                    <a:pt x="2876" y="7"/>
                  </a:lnTo>
                  <a:close/>
                  <a:moveTo>
                    <a:pt x="2942" y="7"/>
                  </a:moveTo>
                  <a:lnTo>
                    <a:pt x="2974" y="7"/>
                  </a:lnTo>
                  <a:lnTo>
                    <a:pt x="2974" y="0"/>
                  </a:lnTo>
                  <a:lnTo>
                    <a:pt x="2942" y="0"/>
                  </a:lnTo>
                  <a:lnTo>
                    <a:pt x="2942" y="7"/>
                  </a:lnTo>
                  <a:close/>
                  <a:moveTo>
                    <a:pt x="111" y="213"/>
                  </a:moveTo>
                  <a:lnTo>
                    <a:pt x="106" y="208"/>
                  </a:lnTo>
                  <a:lnTo>
                    <a:pt x="83" y="231"/>
                  </a:lnTo>
                  <a:lnTo>
                    <a:pt x="88" y="235"/>
                  </a:lnTo>
                  <a:lnTo>
                    <a:pt x="111" y="213"/>
                  </a:lnTo>
                  <a:close/>
                  <a:moveTo>
                    <a:pt x="3466" y="0"/>
                  </a:moveTo>
                  <a:lnTo>
                    <a:pt x="3466" y="7"/>
                  </a:lnTo>
                  <a:lnTo>
                    <a:pt x="3479" y="7"/>
                  </a:lnTo>
                  <a:lnTo>
                    <a:pt x="3479" y="20"/>
                  </a:lnTo>
                  <a:lnTo>
                    <a:pt x="3486" y="20"/>
                  </a:lnTo>
                  <a:lnTo>
                    <a:pt x="3486" y="0"/>
                  </a:lnTo>
                  <a:lnTo>
                    <a:pt x="3466" y="0"/>
                  </a:lnTo>
                  <a:close/>
                  <a:moveTo>
                    <a:pt x="3479" y="268"/>
                  </a:moveTo>
                  <a:lnTo>
                    <a:pt x="3486" y="268"/>
                  </a:lnTo>
                  <a:lnTo>
                    <a:pt x="3486" y="237"/>
                  </a:lnTo>
                  <a:lnTo>
                    <a:pt x="3479" y="237"/>
                  </a:lnTo>
                  <a:lnTo>
                    <a:pt x="3479" y="268"/>
                  </a:lnTo>
                  <a:close/>
                  <a:moveTo>
                    <a:pt x="3479" y="330"/>
                  </a:moveTo>
                  <a:lnTo>
                    <a:pt x="3486" y="330"/>
                  </a:lnTo>
                  <a:lnTo>
                    <a:pt x="3486" y="299"/>
                  </a:lnTo>
                  <a:lnTo>
                    <a:pt x="3479" y="299"/>
                  </a:lnTo>
                  <a:lnTo>
                    <a:pt x="3479" y="330"/>
                  </a:lnTo>
                  <a:close/>
                  <a:moveTo>
                    <a:pt x="3479" y="392"/>
                  </a:moveTo>
                  <a:lnTo>
                    <a:pt x="3486" y="392"/>
                  </a:lnTo>
                  <a:lnTo>
                    <a:pt x="3486" y="361"/>
                  </a:lnTo>
                  <a:lnTo>
                    <a:pt x="3479" y="361"/>
                  </a:lnTo>
                  <a:lnTo>
                    <a:pt x="3479" y="392"/>
                  </a:lnTo>
                  <a:close/>
                  <a:moveTo>
                    <a:pt x="3479" y="82"/>
                  </a:moveTo>
                  <a:lnTo>
                    <a:pt x="3486" y="82"/>
                  </a:lnTo>
                  <a:lnTo>
                    <a:pt x="3486" y="51"/>
                  </a:lnTo>
                  <a:lnTo>
                    <a:pt x="3479" y="51"/>
                  </a:lnTo>
                  <a:lnTo>
                    <a:pt x="3479" y="82"/>
                  </a:lnTo>
                  <a:close/>
                  <a:moveTo>
                    <a:pt x="3479" y="206"/>
                  </a:moveTo>
                  <a:lnTo>
                    <a:pt x="3486" y="206"/>
                  </a:lnTo>
                  <a:lnTo>
                    <a:pt x="3486" y="175"/>
                  </a:lnTo>
                  <a:lnTo>
                    <a:pt x="3479" y="175"/>
                  </a:lnTo>
                  <a:lnTo>
                    <a:pt x="3479" y="206"/>
                  </a:lnTo>
                  <a:close/>
                  <a:moveTo>
                    <a:pt x="3479" y="144"/>
                  </a:moveTo>
                  <a:lnTo>
                    <a:pt x="3486" y="144"/>
                  </a:lnTo>
                  <a:lnTo>
                    <a:pt x="3486" y="113"/>
                  </a:lnTo>
                  <a:lnTo>
                    <a:pt x="3479" y="113"/>
                  </a:lnTo>
                  <a:lnTo>
                    <a:pt x="3479" y="144"/>
                  </a:lnTo>
                  <a:close/>
                  <a:moveTo>
                    <a:pt x="3479" y="454"/>
                  </a:moveTo>
                  <a:lnTo>
                    <a:pt x="3486" y="454"/>
                  </a:lnTo>
                  <a:lnTo>
                    <a:pt x="3486" y="423"/>
                  </a:lnTo>
                  <a:lnTo>
                    <a:pt x="3479" y="423"/>
                  </a:lnTo>
                  <a:lnTo>
                    <a:pt x="3479" y="454"/>
                  </a:lnTo>
                  <a:close/>
                  <a:moveTo>
                    <a:pt x="3479" y="579"/>
                  </a:moveTo>
                  <a:lnTo>
                    <a:pt x="3486" y="579"/>
                  </a:lnTo>
                  <a:lnTo>
                    <a:pt x="3486" y="548"/>
                  </a:lnTo>
                  <a:lnTo>
                    <a:pt x="3479" y="548"/>
                  </a:lnTo>
                  <a:lnTo>
                    <a:pt x="3479" y="579"/>
                  </a:lnTo>
                  <a:close/>
                  <a:moveTo>
                    <a:pt x="3479" y="517"/>
                  </a:moveTo>
                  <a:lnTo>
                    <a:pt x="3486" y="517"/>
                  </a:lnTo>
                  <a:lnTo>
                    <a:pt x="3486" y="486"/>
                  </a:lnTo>
                  <a:lnTo>
                    <a:pt x="3479" y="486"/>
                  </a:lnTo>
                  <a:lnTo>
                    <a:pt x="3479" y="517"/>
                  </a:lnTo>
                  <a:close/>
                  <a:moveTo>
                    <a:pt x="3479" y="623"/>
                  </a:moveTo>
                  <a:lnTo>
                    <a:pt x="3466" y="623"/>
                  </a:lnTo>
                  <a:lnTo>
                    <a:pt x="3466" y="629"/>
                  </a:lnTo>
                  <a:lnTo>
                    <a:pt x="3486" y="629"/>
                  </a:lnTo>
                  <a:lnTo>
                    <a:pt x="3486" y="610"/>
                  </a:lnTo>
                  <a:lnTo>
                    <a:pt x="3479" y="610"/>
                  </a:lnTo>
                  <a:lnTo>
                    <a:pt x="3479" y="623"/>
                  </a:lnTo>
                  <a:close/>
                  <a:moveTo>
                    <a:pt x="778" y="629"/>
                  </a:moveTo>
                  <a:lnTo>
                    <a:pt x="810" y="629"/>
                  </a:lnTo>
                  <a:lnTo>
                    <a:pt x="810" y="623"/>
                  </a:lnTo>
                  <a:lnTo>
                    <a:pt x="778" y="623"/>
                  </a:lnTo>
                  <a:lnTo>
                    <a:pt x="778" y="629"/>
                  </a:lnTo>
                  <a:close/>
                  <a:moveTo>
                    <a:pt x="908" y="629"/>
                  </a:moveTo>
                  <a:lnTo>
                    <a:pt x="941" y="629"/>
                  </a:lnTo>
                  <a:lnTo>
                    <a:pt x="941" y="623"/>
                  </a:lnTo>
                  <a:lnTo>
                    <a:pt x="908" y="623"/>
                  </a:lnTo>
                  <a:lnTo>
                    <a:pt x="908" y="629"/>
                  </a:lnTo>
                  <a:close/>
                  <a:moveTo>
                    <a:pt x="843" y="629"/>
                  </a:moveTo>
                  <a:lnTo>
                    <a:pt x="876" y="629"/>
                  </a:lnTo>
                  <a:lnTo>
                    <a:pt x="876" y="623"/>
                  </a:lnTo>
                  <a:lnTo>
                    <a:pt x="843" y="623"/>
                  </a:lnTo>
                  <a:lnTo>
                    <a:pt x="843" y="629"/>
                  </a:lnTo>
                  <a:close/>
                  <a:moveTo>
                    <a:pt x="712" y="629"/>
                  </a:moveTo>
                  <a:lnTo>
                    <a:pt x="745" y="629"/>
                  </a:lnTo>
                  <a:lnTo>
                    <a:pt x="745" y="623"/>
                  </a:lnTo>
                  <a:lnTo>
                    <a:pt x="712" y="623"/>
                  </a:lnTo>
                  <a:lnTo>
                    <a:pt x="712" y="629"/>
                  </a:lnTo>
                  <a:close/>
                  <a:moveTo>
                    <a:pt x="131" y="445"/>
                  </a:moveTo>
                  <a:lnTo>
                    <a:pt x="153" y="468"/>
                  </a:lnTo>
                  <a:lnTo>
                    <a:pt x="158" y="463"/>
                  </a:lnTo>
                  <a:lnTo>
                    <a:pt x="134" y="440"/>
                  </a:lnTo>
                  <a:lnTo>
                    <a:pt x="131" y="445"/>
                  </a:lnTo>
                  <a:close/>
                  <a:moveTo>
                    <a:pt x="176" y="490"/>
                  </a:moveTo>
                  <a:lnTo>
                    <a:pt x="199" y="513"/>
                  </a:lnTo>
                  <a:lnTo>
                    <a:pt x="204" y="508"/>
                  </a:lnTo>
                  <a:lnTo>
                    <a:pt x="181" y="486"/>
                  </a:lnTo>
                  <a:lnTo>
                    <a:pt x="176" y="490"/>
                  </a:lnTo>
                  <a:close/>
                  <a:moveTo>
                    <a:pt x="222" y="538"/>
                  </a:moveTo>
                  <a:lnTo>
                    <a:pt x="247" y="561"/>
                  </a:lnTo>
                  <a:lnTo>
                    <a:pt x="250" y="556"/>
                  </a:lnTo>
                  <a:lnTo>
                    <a:pt x="227" y="533"/>
                  </a:lnTo>
                  <a:lnTo>
                    <a:pt x="222" y="538"/>
                  </a:lnTo>
                  <a:close/>
                  <a:moveTo>
                    <a:pt x="83" y="397"/>
                  </a:moveTo>
                  <a:lnTo>
                    <a:pt x="106" y="422"/>
                  </a:lnTo>
                  <a:lnTo>
                    <a:pt x="111" y="417"/>
                  </a:lnTo>
                  <a:lnTo>
                    <a:pt x="88" y="394"/>
                  </a:lnTo>
                  <a:lnTo>
                    <a:pt x="83" y="397"/>
                  </a:lnTo>
                  <a:close/>
                  <a:moveTo>
                    <a:pt x="269" y="584"/>
                  </a:moveTo>
                  <a:lnTo>
                    <a:pt x="292" y="606"/>
                  </a:lnTo>
                  <a:lnTo>
                    <a:pt x="297" y="602"/>
                  </a:lnTo>
                  <a:lnTo>
                    <a:pt x="274" y="579"/>
                  </a:lnTo>
                  <a:lnTo>
                    <a:pt x="269" y="584"/>
                  </a:lnTo>
                  <a:close/>
                  <a:moveTo>
                    <a:pt x="37" y="351"/>
                  </a:moveTo>
                  <a:lnTo>
                    <a:pt x="60" y="374"/>
                  </a:lnTo>
                  <a:lnTo>
                    <a:pt x="65" y="369"/>
                  </a:lnTo>
                  <a:lnTo>
                    <a:pt x="42" y="347"/>
                  </a:lnTo>
                  <a:lnTo>
                    <a:pt x="37" y="351"/>
                  </a:lnTo>
                  <a:close/>
                  <a:moveTo>
                    <a:pt x="384" y="629"/>
                  </a:moveTo>
                  <a:lnTo>
                    <a:pt x="417" y="629"/>
                  </a:lnTo>
                  <a:lnTo>
                    <a:pt x="417" y="623"/>
                  </a:lnTo>
                  <a:lnTo>
                    <a:pt x="384" y="623"/>
                  </a:lnTo>
                  <a:lnTo>
                    <a:pt x="384" y="629"/>
                  </a:lnTo>
                  <a:close/>
                  <a:moveTo>
                    <a:pt x="319" y="629"/>
                  </a:moveTo>
                  <a:lnTo>
                    <a:pt x="351" y="629"/>
                  </a:lnTo>
                  <a:lnTo>
                    <a:pt x="351" y="623"/>
                  </a:lnTo>
                  <a:lnTo>
                    <a:pt x="319" y="623"/>
                  </a:lnTo>
                  <a:lnTo>
                    <a:pt x="319" y="629"/>
                  </a:lnTo>
                  <a:close/>
                  <a:moveTo>
                    <a:pt x="580" y="629"/>
                  </a:moveTo>
                  <a:lnTo>
                    <a:pt x="613" y="629"/>
                  </a:lnTo>
                  <a:lnTo>
                    <a:pt x="613" y="623"/>
                  </a:lnTo>
                  <a:lnTo>
                    <a:pt x="580" y="623"/>
                  </a:lnTo>
                  <a:lnTo>
                    <a:pt x="580" y="629"/>
                  </a:lnTo>
                  <a:close/>
                  <a:moveTo>
                    <a:pt x="515" y="629"/>
                  </a:moveTo>
                  <a:lnTo>
                    <a:pt x="547" y="629"/>
                  </a:lnTo>
                  <a:lnTo>
                    <a:pt x="547" y="623"/>
                  </a:lnTo>
                  <a:lnTo>
                    <a:pt x="515" y="623"/>
                  </a:lnTo>
                  <a:lnTo>
                    <a:pt x="515" y="629"/>
                  </a:lnTo>
                  <a:close/>
                  <a:moveTo>
                    <a:pt x="647" y="629"/>
                  </a:moveTo>
                  <a:lnTo>
                    <a:pt x="680" y="629"/>
                  </a:lnTo>
                  <a:lnTo>
                    <a:pt x="680" y="623"/>
                  </a:lnTo>
                  <a:lnTo>
                    <a:pt x="647" y="623"/>
                  </a:lnTo>
                  <a:lnTo>
                    <a:pt x="647" y="629"/>
                  </a:lnTo>
                  <a:close/>
                  <a:moveTo>
                    <a:pt x="449" y="629"/>
                  </a:moveTo>
                  <a:lnTo>
                    <a:pt x="482" y="629"/>
                  </a:lnTo>
                  <a:lnTo>
                    <a:pt x="482" y="623"/>
                  </a:lnTo>
                  <a:lnTo>
                    <a:pt x="449" y="623"/>
                  </a:lnTo>
                  <a:lnTo>
                    <a:pt x="449" y="629"/>
                  </a:lnTo>
                  <a:close/>
                  <a:moveTo>
                    <a:pt x="2286" y="629"/>
                  </a:moveTo>
                  <a:lnTo>
                    <a:pt x="2319" y="629"/>
                  </a:lnTo>
                  <a:lnTo>
                    <a:pt x="2319" y="623"/>
                  </a:lnTo>
                  <a:lnTo>
                    <a:pt x="2286" y="623"/>
                  </a:lnTo>
                  <a:lnTo>
                    <a:pt x="2286" y="629"/>
                  </a:lnTo>
                  <a:close/>
                  <a:moveTo>
                    <a:pt x="2680" y="629"/>
                  </a:moveTo>
                  <a:lnTo>
                    <a:pt x="2713" y="629"/>
                  </a:lnTo>
                  <a:lnTo>
                    <a:pt x="2713" y="623"/>
                  </a:lnTo>
                  <a:lnTo>
                    <a:pt x="2680" y="623"/>
                  </a:lnTo>
                  <a:lnTo>
                    <a:pt x="2680" y="629"/>
                  </a:lnTo>
                  <a:close/>
                  <a:moveTo>
                    <a:pt x="2745" y="629"/>
                  </a:moveTo>
                  <a:lnTo>
                    <a:pt x="2778" y="629"/>
                  </a:lnTo>
                  <a:lnTo>
                    <a:pt x="2778" y="623"/>
                  </a:lnTo>
                  <a:lnTo>
                    <a:pt x="2745" y="623"/>
                  </a:lnTo>
                  <a:lnTo>
                    <a:pt x="2745" y="629"/>
                  </a:lnTo>
                  <a:close/>
                  <a:moveTo>
                    <a:pt x="2811" y="629"/>
                  </a:moveTo>
                  <a:lnTo>
                    <a:pt x="2843" y="629"/>
                  </a:lnTo>
                  <a:lnTo>
                    <a:pt x="2843" y="623"/>
                  </a:lnTo>
                  <a:lnTo>
                    <a:pt x="2811" y="623"/>
                  </a:lnTo>
                  <a:lnTo>
                    <a:pt x="2811" y="629"/>
                  </a:lnTo>
                  <a:close/>
                  <a:moveTo>
                    <a:pt x="2221" y="629"/>
                  </a:moveTo>
                  <a:lnTo>
                    <a:pt x="2253" y="629"/>
                  </a:lnTo>
                  <a:lnTo>
                    <a:pt x="2253" y="623"/>
                  </a:lnTo>
                  <a:lnTo>
                    <a:pt x="2221" y="623"/>
                  </a:lnTo>
                  <a:lnTo>
                    <a:pt x="2221" y="629"/>
                  </a:lnTo>
                  <a:close/>
                  <a:moveTo>
                    <a:pt x="2482" y="629"/>
                  </a:moveTo>
                  <a:lnTo>
                    <a:pt x="2515" y="629"/>
                  </a:lnTo>
                  <a:lnTo>
                    <a:pt x="2515" y="623"/>
                  </a:lnTo>
                  <a:lnTo>
                    <a:pt x="2482" y="623"/>
                  </a:lnTo>
                  <a:lnTo>
                    <a:pt x="2482" y="629"/>
                  </a:lnTo>
                  <a:close/>
                  <a:moveTo>
                    <a:pt x="2417" y="629"/>
                  </a:moveTo>
                  <a:lnTo>
                    <a:pt x="2450" y="629"/>
                  </a:lnTo>
                  <a:lnTo>
                    <a:pt x="2450" y="623"/>
                  </a:lnTo>
                  <a:lnTo>
                    <a:pt x="2417" y="623"/>
                  </a:lnTo>
                  <a:lnTo>
                    <a:pt x="2417" y="629"/>
                  </a:lnTo>
                  <a:close/>
                  <a:moveTo>
                    <a:pt x="2548" y="629"/>
                  </a:moveTo>
                  <a:lnTo>
                    <a:pt x="2580" y="629"/>
                  </a:lnTo>
                  <a:lnTo>
                    <a:pt x="2580" y="623"/>
                  </a:lnTo>
                  <a:lnTo>
                    <a:pt x="2548" y="623"/>
                  </a:lnTo>
                  <a:lnTo>
                    <a:pt x="2548" y="629"/>
                  </a:lnTo>
                  <a:close/>
                  <a:moveTo>
                    <a:pt x="2352" y="629"/>
                  </a:moveTo>
                  <a:lnTo>
                    <a:pt x="2384" y="629"/>
                  </a:lnTo>
                  <a:lnTo>
                    <a:pt x="2384" y="623"/>
                  </a:lnTo>
                  <a:lnTo>
                    <a:pt x="2352" y="623"/>
                  </a:lnTo>
                  <a:lnTo>
                    <a:pt x="2352" y="629"/>
                  </a:lnTo>
                  <a:close/>
                  <a:moveTo>
                    <a:pt x="2876" y="629"/>
                  </a:moveTo>
                  <a:lnTo>
                    <a:pt x="2909" y="629"/>
                  </a:lnTo>
                  <a:lnTo>
                    <a:pt x="2909" y="623"/>
                  </a:lnTo>
                  <a:lnTo>
                    <a:pt x="2876" y="623"/>
                  </a:lnTo>
                  <a:lnTo>
                    <a:pt x="2876" y="629"/>
                  </a:lnTo>
                  <a:close/>
                  <a:moveTo>
                    <a:pt x="2613" y="629"/>
                  </a:moveTo>
                  <a:lnTo>
                    <a:pt x="2647" y="629"/>
                  </a:lnTo>
                  <a:lnTo>
                    <a:pt x="2647" y="623"/>
                  </a:lnTo>
                  <a:lnTo>
                    <a:pt x="2613" y="623"/>
                  </a:lnTo>
                  <a:lnTo>
                    <a:pt x="2613" y="629"/>
                  </a:lnTo>
                  <a:close/>
                  <a:moveTo>
                    <a:pt x="3270" y="629"/>
                  </a:moveTo>
                  <a:lnTo>
                    <a:pt x="3303" y="629"/>
                  </a:lnTo>
                  <a:lnTo>
                    <a:pt x="3303" y="623"/>
                  </a:lnTo>
                  <a:lnTo>
                    <a:pt x="3270" y="623"/>
                  </a:lnTo>
                  <a:lnTo>
                    <a:pt x="3270" y="629"/>
                  </a:lnTo>
                  <a:close/>
                  <a:moveTo>
                    <a:pt x="3205" y="629"/>
                  </a:moveTo>
                  <a:lnTo>
                    <a:pt x="3237" y="629"/>
                  </a:lnTo>
                  <a:lnTo>
                    <a:pt x="3237" y="623"/>
                  </a:lnTo>
                  <a:lnTo>
                    <a:pt x="3205" y="623"/>
                  </a:lnTo>
                  <a:lnTo>
                    <a:pt x="3205" y="629"/>
                  </a:lnTo>
                  <a:close/>
                  <a:moveTo>
                    <a:pt x="3335" y="629"/>
                  </a:moveTo>
                  <a:lnTo>
                    <a:pt x="3368" y="629"/>
                  </a:lnTo>
                  <a:lnTo>
                    <a:pt x="3368" y="623"/>
                  </a:lnTo>
                  <a:lnTo>
                    <a:pt x="3335" y="623"/>
                  </a:lnTo>
                  <a:lnTo>
                    <a:pt x="3335" y="629"/>
                  </a:lnTo>
                  <a:close/>
                  <a:moveTo>
                    <a:pt x="3401" y="629"/>
                  </a:moveTo>
                  <a:lnTo>
                    <a:pt x="3433" y="629"/>
                  </a:lnTo>
                  <a:lnTo>
                    <a:pt x="3433" y="623"/>
                  </a:lnTo>
                  <a:lnTo>
                    <a:pt x="3401" y="623"/>
                  </a:lnTo>
                  <a:lnTo>
                    <a:pt x="3401" y="629"/>
                  </a:lnTo>
                  <a:close/>
                  <a:moveTo>
                    <a:pt x="3007" y="629"/>
                  </a:moveTo>
                  <a:lnTo>
                    <a:pt x="3040" y="629"/>
                  </a:lnTo>
                  <a:lnTo>
                    <a:pt x="3040" y="623"/>
                  </a:lnTo>
                  <a:lnTo>
                    <a:pt x="3007" y="623"/>
                  </a:lnTo>
                  <a:lnTo>
                    <a:pt x="3007" y="629"/>
                  </a:lnTo>
                  <a:close/>
                  <a:moveTo>
                    <a:pt x="3139" y="629"/>
                  </a:moveTo>
                  <a:lnTo>
                    <a:pt x="3172" y="629"/>
                  </a:lnTo>
                  <a:lnTo>
                    <a:pt x="3172" y="623"/>
                  </a:lnTo>
                  <a:lnTo>
                    <a:pt x="3139" y="623"/>
                  </a:lnTo>
                  <a:lnTo>
                    <a:pt x="3139" y="629"/>
                  </a:lnTo>
                  <a:close/>
                  <a:moveTo>
                    <a:pt x="2942" y="629"/>
                  </a:moveTo>
                  <a:lnTo>
                    <a:pt x="2974" y="629"/>
                  </a:lnTo>
                  <a:lnTo>
                    <a:pt x="2974" y="623"/>
                  </a:lnTo>
                  <a:lnTo>
                    <a:pt x="2942" y="623"/>
                  </a:lnTo>
                  <a:lnTo>
                    <a:pt x="2942" y="629"/>
                  </a:lnTo>
                  <a:close/>
                  <a:moveTo>
                    <a:pt x="3072" y="629"/>
                  </a:moveTo>
                  <a:lnTo>
                    <a:pt x="3105" y="629"/>
                  </a:lnTo>
                  <a:lnTo>
                    <a:pt x="3105" y="623"/>
                  </a:lnTo>
                  <a:lnTo>
                    <a:pt x="3072" y="623"/>
                  </a:lnTo>
                  <a:lnTo>
                    <a:pt x="3072" y="629"/>
                  </a:lnTo>
                  <a:close/>
                  <a:moveTo>
                    <a:pt x="1105" y="629"/>
                  </a:moveTo>
                  <a:lnTo>
                    <a:pt x="1139" y="629"/>
                  </a:lnTo>
                  <a:lnTo>
                    <a:pt x="1139" y="623"/>
                  </a:lnTo>
                  <a:lnTo>
                    <a:pt x="1105" y="623"/>
                  </a:lnTo>
                  <a:lnTo>
                    <a:pt x="1105" y="629"/>
                  </a:lnTo>
                  <a:close/>
                  <a:moveTo>
                    <a:pt x="1368" y="629"/>
                  </a:moveTo>
                  <a:lnTo>
                    <a:pt x="1400" y="629"/>
                  </a:lnTo>
                  <a:lnTo>
                    <a:pt x="1400" y="623"/>
                  </a:lnTo>
                  <a:lnTo>
                    <a:pt x="1368" y="623"/>
                  </a:lnTo>
                  <a:lnTo>
                    <a:pt x="1368" y="629"/>
                  </a:lnTo>
                  <a:close/>
                  <a:moveTo>
                    <a:pt x="1564" y="629"/>
                  </a:moveTo>
                  <a:lnTo>
                    <a:pt x="1597" y="629"/>
                  </a:lnTo>
                  <a:lnTo>
                    <a:pt x="1597" y="623"/>
                  </a:lnTo>
                  <a:lnTo>
                    <a:pt x="1564" y="623"/>
                  </a:lnTo>
                  <a:lnTo>
                    <a:pt x="1564" y="629"/>
                  </a:lnTo>
                  <a:close/>
                  <a:moveTo>
                    <a:pt x="1498" y="629"/>
                  </a:moveTo>
                  <a:lnTo>
                    <a:pt x="1531" y="629"/>
                  </a:lnTo>
                  <a:lnTo>
                    <a:pt x="1531" y="623"/>
                  </a:lnTo>
                  <a:lnTo>
                    <a:pt x="1498" y="623"/>
                  </a:lnTo>
                  <a:lnTo>
                    <a:pt x="1498" y="629"/>
                  </a:lnTo>
                  <a:close/>
                  <a:moveTo>
                    <a:pt x="1302" y="629"/>
                  </a:moveTo>
                  <a:lnTo>
                    <a:pt x="1335" y="629"/>
                  </a:lnTo>
                  <a:lnTo>
                    <a:pt x="1335" y="623"/>
                  </a:lnTo>
                  <a:lnTo>
                    <a:pt x="1302" y="623"/>
                  </a:lnTo>
                  <a:lnTo>
                    <a:pt x="1302" y="629"/>
                  </a:lnTo>
                  <a:close/>
                  <a:moveTo>
                    <a:pt x="1433" y="629"/>
                  </a:moveTo>
                  <a:lnTo>
                    <a:pt x="1466" y="629"/>
                  </a:lnTo>
                  <a:lnTo>
                    <a:pt x="1466" y="623"/>
                  </a:lnTo>
                  <a:lnTo>
                    <a:pt x="1433" y="623"/>
                  </a:lnTo>
                  <a:lnTo>
                    <a:pt x="1433" y="629"/>
                  </a:lnTo>
                  <a:close/>
                  <a:moveTo>
                    <a:pt x="1237" y="629"/>
                  </a:moveTo>
                  <a:lnTo>
                    <a:pt x="1270" y="629"/>
                  </a:lnTo>
                  <a:lnTo>
                    <a:pt x="1270" y="623"/>
                  </a:lnTo>
                  <a:lnTo>
                    <a:pt x="1237" y="623"/>
                  </a:lnTo>
                  <a:lnTo>
                    <a:pt x="1237" y="629"/>
                  </a:lnTo>
                  <a:close/>
                  <a:moveTo>
                    <a:pt x="974" y="629"/>
                  </a:moveTo>
                  <a:lnTo>
                    <a:pt x="1007" y="629"/>
                  </a:lnTo>
                  <a:lnTo>
                    <a:pt x="1007" y="623"/>
                  </a:lnTo>
                  <a:lnTo>
                    <a:pt x="974" y="623"/>
                  </a:lnTo>
                  <a:lnTo>
                    <a:pt x="974" y="629"/>
                  </a:lnTo>
                  <a:close/>
                  <a:moveTo>
                    <a:pt x="1039" y="629"/>
                  </a:moveTo>
                  <a:lnTo>
                    <a:pt x="1072" y="629"/>
                  </a:lnTo>
                  <a:lnTo>
                    <a:pt x="1072" y="623"/>
                  </a:lnTo>
                  <a:lnTo>
                    <a:pt x="1039" y="623"/>
                  </a:lnTo>
                  <a:lnTo>
                    <a:pt x="1039" y="629"/>
                  </a:lnTo>
                  <a:close/>
                  <a:moveTo>
                    <a:pt x="1172" y="629"/>
                  </a:moveTo>
                  <a:lnTo>
                    <a:pt x="1204" y="629"/>
                  </a:lnTo>
                  <a:lnTo>
                    <a:pt x="1204" y="623"/>
                  </a:lnTo>
                  <a:lnTo>
                    <a:pt x="1172" y="623"/>
                  </a:lnTo>
                  <a:lnTo>
                    <a:pt x="1172" y="629"/>
                  </a:lnTo>
                  <a:close/>
                  <a:moveTo>
                    <a:pt x="1827" y="629"/>
                  </a:moveTo>
                  <a:lnTo>
                    <a:pt x="1860" y="629"/>
                  </a:lnTo>
                  <a:lnTo>
                    <a:pt x="1860" y="623"/>
                  </a:lnTo>
                  <a:lnTo>
                    <a:pt x="1827" y="623"/>
                  </a:lnTo>
                  <a:lnTo>
                    <a:pt x="1827" y="629"/>
                  </a:lnTo>
                  <a:close/>
                  <a:moveTo>
                    <a:pt x="1958" y="629"/>
                  </a:moveTo>
                  <a:lnTo>
                    <a:pt x="1990" y="629"/>
                  </a:lnTo>
                  <a:lnTo>
                    <a:pt x="1990" y="623"/>
                  </a:lnTo>
                  <a:lnTo>
                    <a:pt x="1958" y="623"/>
                  </a:lnTo>
                  <a:lnTo>
                    <a:pt x="1958" y="629"/>
                  </a:lnTo>
                  <a:close/>
                  <a:moveTo>
                    <a:pt x="2023" y="629"/>
                  </a:moveTo>
                  <a:lnTo>
                    <a:pt x="2056" y="629"/>
                  </a:lnTo>
                  <a:lnTo>
                    <a:pt x="2056" y="623"/>
                  </a:lnTo>
                  <a:lnTo>
                    <a:pt x="2023" y="623"/>
                  </a:lnTo>
                  <a:lnTo>
                    <a:pt x="2023" y="629"/>
                  </a:lnTo>
                  <a:close/>
                  <a:moveTo>
                    <a:pt x="2088" y="629"/>
                  </a:moveTo>
                  <a:lnTo>
                    <a:pt x="2123" y="629"/>
                  </a:lnTo>
                  <a:lnTo>
                    <a:pt x="2123" y="623"/>
                  </a:lnTo>
                  <a:lnTo>
                    <a:pt x="2088" y="623"/>
                  </a:lnTo>
                  <a:lnTo>
                    <a:pt x="2088" y="629"/>
                  </a:lnTo>
                  <a:close/>
                  <a:moveTo>
                    <a:pt x="1892" y="629"/>
                  </a:moveTo>
                  <a:lnTo>
                    <a:pt x="1925" y="629"/>
                  </a:lnTo>
                  <a:lnTo>
                    <a:pt x="1925" y="623"/>
                  </a:lnTo>
                  <a:lnTo>
                    <a:pt x="1892" y="623"/>
                  </a:lnTo>
                  <a:lnTo>
                    <a:pt x="1892" y="629"/>
                  </a:lnTo>
                  <a:close/>
                  <a:moveTo>
                    <a:pt x="1762" y="629"/>
                  </a:moveTo>
                  <a:lnTo>
                    <a:pt x="1794" y="629"/>
                  </a:lnTo>
                  <a:lnTo>
                    <a:pt x="1794" y="623"/>
                  </a:lnTo>
                  <a:lnTo>
                    <a:pt x="1762" y="623"/>
                  </a:lnTo>
                  <a:lnTo>
                    <a:pt x="1762" y="629"/>
                  </a:lnTo>
                  <a:close/>
                  <a:moveTo>
                    <a:pt x="2155" y="629"/>
                  </a:moveTo>
                  <a:lnTo>
                    <a:pt x="2188" y="629"/>
                  </a:lnTo>
                  <a:lnTo>
                    <a:pt x="2188" y="623"/>
                  </a:lnTo>
                  <a:lnTo>
                    <a:pt x="2155" y="623"/>
                  </a:lnTo>
                  <a:lnTo>
                    <a:pt x="2155" y="629"/>
                  </a:lnTo>
                  <a:close/>
                  <a:moveTo>
                    <a:pt x="1696" y="629"/>
                  </a:moveTo>
                  <a:lnTo>
                    <a:pt x="1729" y="629"/>
                  </a:lnTo>
                  <a:lnTo>
                    <a:pt x="1729" y="623"/>
                  </a:lnTo>
                  <a:lnTo>
                    <a:pt x="1696" y="623"/>
                  </a:lnTo>
                  <a:lnTo>
                    <a:pt x="1696" y="629"/>
                  </a:lnTo>
                  <a:close/>
                  <a:moveTo>
                    <a:pt x="1631" y="629"/>
                  </a:moveTo>
                  <a:lnTo>
                    <a:pt x="1664" y="629"/>
                  </a:lnTo>
                  <a:lnTo>
                    <a:pt x="1664" y="623"/>
                  </a:lnTo>
                  <a:lnTo>
                    <a:pt x="1631" y="623"/>
                  </a:lnTo>
                  <a:lnTo>
                    <a:pt x="1631" y="6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5422419" y="3804454"/>
              <a:ext cx="4189423" cy="755923"/>
            </a:xfrm>
            <a:custGeom>
              <a:avLst/>
              <a:gdLst/>
              <a:ahLst/>
              <a:cxnLst/>
              <a:rect r="r" b="b" t="t" l="l"/>
              <a:pathLst>
                <a:path w="3486" h="629" stroke="true" fill="norm" extrusionOk="true">
                  <a:moveTo>
                    <a:pt x="19" y="306"/>
                  </a:moveTo>
                  <a:lnTo>
                    <a:pt x="10" y="314"/>
                  </a:lnTo>
                  <a:lnTo>
                    <a:pt x="19" y="324"/>
                  </a:lnTo>
                  <a:lnTo>
                    <a:pt x="15" y="329"/>
                  </a:lnTo>
                  <a:lnTo>
                    <a:pt x="0" y="314"/>
                  </a:lnTo>
                  <a:lnTo>
                    <a:pt x="15" y="301"/>
                  </a:lnTo>
                  <a:lnTo>
                    <a:pt x="19" y="306"/>
                  </a:lnTo>
                  <a:moveTo>
                    <a:pt x="2221" y="7"/>
                  </a:moveTo>
                  <a:lnTo>
                    <a:pt x="2253" y="7"/>
                  </a:lnTo>
                  <a:lnTo>
                    <a:pt x="2253" y="0"/>
                  </a:lnTo>
                  <a:lnTo>
                    <a:pt x="2221" y="0"/>
                  </a:lnTo>
                  <a:lnTo>
                    <a:pt x="2221" y="7"/>
                  </a:lnTo>
                  <a:moveTo>
                    <a:pt x="2286" y="7"/>
                  </a:moveTo>
                  <a:lnTo>
                    <a:pt x="2319" y="7"/>
                  </a:lnTo>
                  <a:lnTo>
                    <a:pt x="2319" y="0"/>
                  </a:lnTo>
                  <a:lnTo>
                    <a:pt x="2286" y="0"/>
                  </a:lnTo>
                  <a:lnTo>
                    <a:pt x="2286" y="7"/>
                  </a:lnTo>
                  <a:moveTo>
                    <a:pt x="2088" y="7"/>
                  </a:moveTo>
                  <a:lnTo>
                    <a:pt x="2123" y="7"/>
                  </a:lnTo>
                  <a:lnTo>
                    <a:pt x="2123" y="0"/>
                  </a:lnTo>
                  <a:lnTo>
                    <a:pt x="2088" y="0"/>
                  </a:lnTo>
                  <a:lnTo>
                    <a:pt x="2088" y="7"/>
                  </a:lnTo>
                  <a:moveTo>
                    <a:pt x="876" y="0"/>
                  </a:moveTo>
                  <a:lnTo>
                    <a:pt x="843" y="0"/>
                  </a:lnTo>
                  <a:lnTo>
                    <a:pt x="843" y="7"/>
                  </a:lnTo>
                  <a:lnTo>
                    <a:pt x="876" y="7"/>
                  </a:lnTo>
                  <a:lnTo>
                    <a:pt x="876" y="0"/>
                  </a:lnTo>
                  <a:moveTo>
                    <a:pt x="351" y="0"/>
                  </a:moveTo>
                  <a:lnTo>
                    <a:pt x="319" y="0"/>
                  </a:lnTo>
                  <a:lnTo>
                    <a:pt x="319" y="7"/>
                  </a:lnTo>
                  <a:lnTo>
                    <a:pt x="351" y="7"/>
                  </a:lnTo>
                  <a:lnTo>
                    <a:pt x="351" y="0"/>
                  </a:lnTo>
                  <a:moveTo>
                    <a:pt x="1204" y="0"/>
                  </a:moveTo>
                  <a:lnTo>
                    <a:pt x="1172" y="0"/>
                  </a:lnTo>
                  <a:lnTo>
                    <a:pt x="1172" y="7"/>
                  </a:lnTo>
                  <a:lnTo>
                    <a:pt x="1204" y="7"/>
                  </a:lnTo>
                  <a:lnTo>
                    <a:pt x="1204" y="0"/>
                  </a:lnTo>
                  <a:moveTo>
                    <a:pt x="2155" y="7"/>
                  </a:moveTo>
                  <a:lnTo>
                    <a:pt x="2188" y="7"/>
                  </a:lnTo>
                  <a:lnTo>
                    <a:pt x="2188" y="0"/>
                  </a:lnTo>
                  <a:lnTo>
                    <a:pt x="2155" y="0"/>
                  </a:lnTo>
                  <a:lnTo>
                    <a:pt x="2155" y="7"/>
                  </a:lnTo>
                  <a:moveTo>
                    <a:pt x="250" y="74"/>
                  </a:moveTo>
                  <a:lnTo>
                    <a:pt x="247" y="69"/>
                  </a:lnTo>
                  <a:lnTo>
                    <a:pt x="222" y="92"/>
                  </a:lnTo>
                  <a:lnTo>
                    <a:pt x="227" y="97"/>
                  </a:lnTo>
                  <a:lnTo>
                    <a:pt x="250" y="74"/>
                  </a:lnTo>
                  <a:moveTo>
                    <a:pt x="2548" y="7"/>
                  </a:moveTo>
                  <a:lnTo>
                    <a:pt x="2580" y="7"/>
                  </a:lnTo>
                  <a:lnTo>
                    <a:pt x="2580" y="0"/>
                  </a:lnTo>
                  <a:lnTo>
                    <a:pt x="2548" y="0"/>
                  </a:lnTo>
                  <a:lnTo>
                    <a:pt x="2548" y="7"/>
                  </a:lnTo>
                  <a:moveTo>
                    <a:pt x="1139" y="0"/>
                  </a:moveTo>
                  <a:lnTo>
                    <a:pt x="1105" y="0"/>
                  </a:lnTo>
                  <a:lnTo>
                    <a:pt x="1105" y="7"/>
                  </a:lnTo>
                  <a:lnTo>
                    <a:pt x="1139" y="7"/>
                  </a:lnTo>
                  <a:lnTo>
                    <a:pt x="1139" y="0"/>
                  </a:lnTo>
                  <a:moveTo>
                    <a:pt x="2352" y="7"/>
                  </a:moveTo>
                  <a:lnTo>
                    <a:pt x="2384" y="7"/>
                  </a:lnTo>
                  <a:lnTo>
                    <a:pt x="2384" y="0"/>
                  </a:lnTo>
                  <a:lnTo>
                    <a:pt x="2352" y="0"/>
                  </a:lnTo>
                  <a:lnTo>
                    <a:pt x="2352" y="7"/>
                  </a:lnTo>
                  <a:moveTo>
                    <a:pt x="2613" y="7"/>
                  </a:moveTo>
                  <a:lnTo>
                    <a:pt x="2647" y="7"/>
                  </a:lnTo>
                  <a:lnTo>
                    <a:pt x="2647" y="0"/>
                  </a:lnTo>
                  <a:lnTo>
                    <a:pt x="2613" y="0"/>
                  </a:lnTo>
                  <a:lnTo>
                    <a:pt x="2613" y="7"/>
                  </a:lnTo>
                  <a:moveTo>
                    <a:pt x="204" y="119"/>
                  </a:moveTo>
                  <a:lnTo>
                    <a:pt x="199" y="114"/>
                  </a:lnTo>
                  <a:lnTo>
                    <a:pt x="176" y="139"/>
                  </a:lnTo>
                  <a:lnTo>
                    <a:pt x="181" y="142"/>
                  </a:lnTo>
                  <a:lnTo>
                    <a:pt x="204" y="119"/>
                  </a:lnTo>
                  <a:moveTo>
                    <a:pt x="2482" y="7"/>
                  </a:moveTo>
                  <a:lnTo>
                    <a:pt x="2515" y="7"/>
                  </a:lnTo>
                  <a:lnTo>
                    <a:pt x="2515" y="0"/>
                  </a:lnTo>
                  <a:lnTo>
                    <a:pt x="2482" y="0"/>
                  </a:lnTo>
                  <a:lnTo>
                    <a:pt x="2482" y="7"/>
                  </a:lnTo>
                  <a:moveTo>
                    <a:pt x="2417" y="7"/>
                  </a:moveTo>
                  <a:lnTo>
                    <a:pt x="2450" y="7"/>
                  </a:lnTo>
                  <a:lnTo>
                    <a:pt x="2450" y="0"/>
                  </a:lnTo>
                  <a:lnTo>
                    <a:pt x="2417" y="0"/>
                  </a:lnTo>
                  <a:lnTo>
                    <a:pt x="2417" y="7"/>
                  </a:lnTo>
                  <a:moveTo>
                    <a:pt x="297" y="26"/>
                  </a:moveTo>
                  <a:lnTo>
                    <a:pt x="292" y="23"/>
                  </a:lnTo>
                  <a:lnTo>
                    <a:pt x="269" y="46"/>
                  </a:lnTo>
                  <a:lnTo>
                    <a:pt x="274" y="51"/>
                  </a:lnTo>
                  <a:lnTo>
                    <a:pt x="297" y="26"/>
                  </a:lnTo>
                  <a:moveTo>
                    <a:pt x="613" y="0"/>
                  </a:moveTo>
                  <a:lnTo>
                    <a:pt x="580" y="0"/>
                  </a:lnTo>
                  <a:lnTo>
                    <a:pt x="580" y="7"/>
                  </a:lnTo>
                  <a:lnTo>
                    <a:pt x="613" y="7"/>
                  </a:lnTo>
                  <a:lnTo>
                    <a:pt x="613" y="0"/>
                  </a:lnTo>
                  <a:moveTo>
                    <a:pt x="1400" y="0"/>
                  </a:moveTo>
                  <a:lnTo>
                    <a:pt x="1368" y="0"/>
                  </a:lnTo>
                  <a:lnTo>
                    <a:pt x="1368" y="7"/>
                  </a:lnTo>
                  <a:lnTo>
                    <a:pt x="1400" y="7"/>
                  </a:lnTo>
                  <a:lnTo>
                    <a:pt x="1400" y="0"/>
                  </a:lnTo>
                  <a:moveTo>
                    <a:pt x="1631" y="7"/>
                  </a:moveTo>
                  <a:lnTo>
                    <a:pt x="1664" y="7"/>
                  </a:lnTo>
                  <a:lnTo>
                    <a:pt x="1664" y="0"/>
                  </a:lnTo>
                  <a:lnTo>
                    <a:pt x="1631" y="0"/>
                  </a:lnTo>
                  <a:lnTo>
                    <a:pt x="1631" y="7"/>
                  </a:lnTo>
                  <a:moveTo>
                    <a:pt x="1696" y="7"/>
                  </a:moveTo>
                  <a:lnTo>
                    <a:pt x="1729" y="7"/>
                  </a:lnTo>
                  <a:lnTo>
                    <a:pt x="1729" y="0"/>
                  </a:lnTo>
                  <a:lnTo>
                    <a:pt x="1696" y="0"/>
                  </a:lnTo>
                  <a:lnTo>
                    <a:pt x="1696" y="7"/>
                  </a:lnTo>
                  <a:moveTo>
                    <a:pt x="680" y="0"/>
                  </a:moveTo>
                  <a:lnTo>
                    <a:pt x="647" y="0"/>
                  </a:lnTo>
                  <a:lnTo>
                    <a:pt x="647" y="7"/>
                  </a:lnTo>
                  <a:lnTo>
                    <a:pt x="680" y="7"/>
                  </a:lnTo>
                  <a:lnTo>
                    <a:pt x="680" y="0"/>
                  </a:lnTo>
                  <a:moveTo>
                    <a:pt x="1302" y="7"/>
                  </a:moveTo>
                  <a:lnTo>
                    <a:pt x="1335" y="7"/>
                  </a:lnTo>
                  <a:lnTo>
                    <a:pt x="1335" y="0"/>
                  </a:lnTo>
                  <a:lnTo>
                    <a:pt x="1302" y="0"/>
                  </a:lnTo>
                  <a:lnTo>
                    <a:pt x="1302" y="7"/>
                  </a:lnTo>
                  <a:moveTo>
                    <a:pt x="1007" y="0"/>
                  </a:moveTo>
                  <a:lnTo>
                    <a:pt x="974" y="0"/>
                  </a:lnTo>
                  <a:lnTo>
                    <a:pt x="974" y="7"/>
                  </a:lnTo>
                  <a:lnTo>
                    <a:pt x="1007" y="7"/>
                  </a:lnTo>
                  <a:lnTo>
                    <a:pt x="1007" y="0"/>
                  </a:lnTo>
                  <a:moveTo>
                    <a:pt x="1498" y="7"/>
                  </a:moveTo>
                  <a:lnTo>
                    <a:pt x="1531" y="7"/>
                  </a:lnTo>
                  <a:lnTo>
                    <a:pt x="1531" y="0"/>
                  </a:lnTo>
                  <a:lnTo>
                    <a:pt x="1498" y="0"/>
                  </a:lnTo>
                  <a:lnTo>
                    <a:pt x="1498" y="7"/>
                  </a:lnTo>
                  <a:moveTo>
                    <a:pt x="1827" y="7"/>
                  </a:moveTo>
                  <a:lnTo>
                    <a:pt x="1860" y="7"/>
                  </a:lnTo>
                  <a:lnTo>
                    <a:pt x="1860" y="0"/>
                  </a:lnTo>
                  <a:lnTo>
                    <a:pt x="1827" y="0"/>
                  </a:lnTo>
                  <a:lnTo>
                    <a:pt x="1827" y="7"/>
                  </a:lnTo>
                  <a:moveTo>
                    <a:pt x="1958" y="7"/>
                  </a:moveTo>
                  <a:lnTo>
                    <a:pt x="1990" y="7"/>
                  </a:lnTo>
                  <a:lnTo>
                    <a:pt x="1990" y="0"/>
                  </a:lnTo>
                  <a:lnTo>
                    <a:pt x="1958" y="0"/>
                  </a:lnTo>
                  <a:lnTo>
                    <a:pt x="1958" y="7"/>
                  </a:lnTo>
                  <a:moveTo>
                    <a:pt x="2023" y="7"/>
                  </a:moveTo>
                  <a:lnTo>
                    <a:pt x="2056" y="7"/>
                  </a:lnTo>
                  <a:lnTo>
                    <a:pt x="2056" y="0"/>
                  </a:lnTo>
                  <a:lnTo>
                    <a:pt x="2023" y="0"/>
                  </a:lnTo>
                  <a:lnTo>
                    <a:pt x="2023" y="7"/>
                  </a:lnTo>
                  <a:moveTo>
                    <a:pt x="482" y="0"/>
                  </a:moveTo>
                  <a:lnTo>
                    <a:pt x="449" y="0"/>
                  </a:lnTo>
                  <a:lnTo>
                    <a:pt x="449" y="7"/>
                  </a:lnTo>
                  <a:lnTo>
                    <a:pt x="482" y="7"/>
                  </a:lnTo>
                  <a:lnTo>
                    <a:pt x="482" y="0"/>
                  </a:lnTo>
                  <a:moveTo>
                    <a:pt x="810" y="0"/>
                  </a:moveTo>
                  <a:lnTo>
                    <a:pt x="778" y="0"/>
                  </a:lnTo>
                  <a:lnTo>
                    <a:pt x="778" y="7"/>
                  </a:lnTo>
                  <a:lnTo>
                    <a:pt x="810" y="7"/>
                  </a:lnTo>
                  <a:lnTo>
                    <a:pt x="810" y="0"/>
                  </a:lnTo>
                  <a:moveTo>
                    <a:pt x="1892" y="7"/>
                  </a:moveTo>
                  <a:lnTo>
                    <a:pt x="1925" y="7"/>
                  </a:lnTo>
                  <a:lnTo>
                    <a:pt x="1925" y="0"/>
                  </a:lnTo>
                  <a:lnTo>
                    <a:pt x="1892" y="0"/>
                  </a:lnTo>
                  <a:lnTo>
                    <a:pt x="1892" y="7"/>
                  </a:lnTo>
                  <a:moveTo>
                    <a:pt x="417" y="0"/>
                  </a:moveTo>
                  <a:lnTo>
                    <a:pt x="384" y="0"/>
                  </a:lnTo>
                  <a:lnTo>
                    <a:pt x="384" y="7"/>
                  </a:lnTo>
                  <a:lnTo>
                    <a:pt x="417" y="7"/>
                  </a:lnTo>
                  <a:lnTo>
                    <a:pt x="417" y="0"/>
                  </a:lnTo>
                  <a:moveTo>
                    <a:pt x="547" y="0"/>
                  </a:moveTo>
                  <a:lnTo>
                    <a:pt x="515" y="0"/>
                  </a:lnTo>
                  <a:lnTo>
                    <a:pt x="515" y="7"/>
                  </a:lnTo>
                  <a:lnTo>
                    <a:pt x="547" y="7"/>
                  </a:lnTo>
                  <a:lnTo>
                    <a:pt x="547" y="0"/>
                  </a:lnTo>
                  <a:moveTo>
                    <a:pt x="65" y="258"/>
                  </a:moveTo>
                  <a:lnTo>
                    <a:pt x="60" y="253"/>
                  </a:lnTo>
                  <a:lnTo>
                    <a:pt x="37" y="278"/>
                  </a:lnTo>
                  <a:lnTo>
                    <a:pt x="42" y="281"/>
                  </a:lnTo>
                  <a:lnTo>
                    <a:pt x="65" y="258"/>
                  </a:lnTo>
                  <a:moveTo>
                    <a:pt x="3205" y="7"/>
                  </a:moveTo>
                  <a:lnTo>
                    <a:pt x="3237" y="7"/>
                  </a:lnTo>
                  <a:lnTo>
                    <a:pt x="3237" y="0"/>
                  </a:lnTo>
                  <a:lnTo>
                    <a:pt x="3205" y="0"/>
                  </a:lnTo>
                  <a:lnTo>
                    <a:pt x="3205" y="7"/>
                  </a:lnTo>
                  <a:moveTo>
                    <a:pt x="1466" y="0"/>
                  </a:moveTo>
                  <a:lnTo>
                    <a:pt x="1433" y="0"/>
                  </a:lnTo>
                  <a:lnTo>
                    <a:pt x="1433" y="7"/>
                  </a:lnTo>
                  <a:lnTo>
                    <a:pt x="1466" y="7"/>
                  </a:lnTo>
                  <a:lnTo>
                    <a:pt x="1466" y="0"/>
                  </a:lnTo>
                  <a:moveTo>
                    <a:pt x="745" y="0"/>
                  </a:moveTo>
                  <a:lnTo>
                    <a:pt x="712" y="0"/>
                  </a:lnTo>
                  <a:lnTo>
                    <a:pt x="712" y="7"/>
                  </a:lnTo>
                  <a:lnTo>
                    <a:pt x="745" y="7"/>
                  </a:lnTo>
                  <a:lnTo>
                    <a:pt x="745" y="0"/>
                  </a:lnTo>
                  <a:moveTo>
                    <a:pt x="3072" y="7"/>
                  </a:moveTo>
                  <a:lnTo>
                    <a:pt x="3105" y="7"/>
                  </a:lnTo>
                  <a:lnTo>
                    <a:pt x="3105" y="0"/>
                  </a:lnTo>
                  <a:lnTo>
                    <a:pt x="3072" y="0"/>
                  </a:lnTo>
                  <a:lnTo>
                    <a:pt x="3072" y="7"/>
                  </a:lnTo>
                  <a:moveTo>
                    <a:pt x="3139" y="7"/>
                  </a:moveTo>
                  <a:lnTo>
                    <a:pt x="3172" y="7"/>
                  </a:lnTo>
                  <a:lnTo>
                    <a:pt x="3172" y="0"/>
                  </a:lnTo>
                  <a:lnTo>
                    <a:pt x="3139" y="0"/>
                  </a:lnTo>
                  <a:lnTo>
                    <a:pt x="3139" y="7"/>
                  </a:lnTo>
                  <a:moveTo>
                    <a:pt x="1270" y="0"/>
                  </a:moveTo>
                  <a:lnTo>
                    <a:pt x="1237" y="0"/>
                  </a:lnTo>
                  <a:lnTo>
                    <a:pt x="1237" y="7"/>
                  </a:lnTo>
                  <a:lnTo>
                    <a:pt x="1270" y="7"/>
                  </a:lnTo>
                  <a:lnTo>
                    <a:pt x="1270" y="0"/>
                  </a:lnTo>
                  <a:moveTo>
                    <a:pt x="2680" y="7"/>
                  </a:moveTo>
                  <a:lnTo>
                    <a:pt x="2713" y="7"/>
                  </a:lnTo>
                  <a:lnTo>
                    <a:pt x="2713" y="0"/>
                  </a:lnTo>
                  <a:lnTo>
                    <a:pt x="2680" y="0"/>
                  </a:lnTo>
                  <a:lnTo>
                    <a:pt x="2680" y="7"/>
                  </a:lnTo>
                  <a:moveTo>
                    <a:pt x="1794" y="0"/>
                  </a:moveTo>
                  <a:lnTo>
                    <a:pt x="1762" y="0"/>
                  </a:lnTo>
                  <a:lnTo>
                    <a:pt x="1762" y="7"/>
                  </a:lnTo>
                  <a:lnTo>
                    <a:pt x="1794" y="7"/>
                  </a:lnTo>
                  <a:lnTo>
                    <a:pt x="1794" y="0"/>
                  </a:lnTo>
                  <a:moveTo>
                    <a:pt x="3270" y="7"/>
                  </a:moveTo>
                  <a:lnTo>
                    <a:pt x="3303" y="7"/>
                  </a:lnTo>
                  <a:lnTo>
                    <a:pt x="3303" y="0"/>
                  </a:lnTo>
                  <a:lnTo>
                    <a:pt x="3270" y="0"/>
                  </a:lnTo>
                  <a:lnTo>
                    <a:pt x="3270" y="7"/>
                  </a:lnTo>
                  <a:moveTo>
                    <a:pt x="3335" y="7"/>
                  </a:moveTo>
                  <a:lnTo>
                    <a:pt x="3368" y="7"/>
                  </a:lnTo>
                  <a:lnTo>
                    <a:pt x="3368" y="0"/>
                  </a:lnTo>
                  <a:lnTo>
                    <a:pt x="3335" y="0"/>
                  </a:lnTo>
                  <a:lnTo>
                    <a:pt x="3335" y="7"/>
                  </a:lnTo>
                  <a:moveTo>
                    <a:pt x="1597" y="0"/>
                  </a:moveTo>
                  <a:lnTo>
                    <a:pt x="1564" y="0"/>
                  </a:lnTo>
                  <a:lnTo>
                    <a:pt x="1564" y="7"/>
                  </a:lnTo>
                  <a:lnTo>
                    <a:pt x="1597" y="7"/>
                  </a:lnTo>
                  <a:lnTo>
                    <a:pt x="1597" y="0"/>
                  </a:lnTo>
                  <a:moveTo>
                    <a:pt x="3401" y="7"/>
                  </a:moveTo>
                  <a:lnTo>
                    <a:pt x="3433" y="7"/>
                  </a:lnTo>
                  <a:lnTo>
                    <a:pt x="3433" y="0"/>
                  </a:lnTo>
                  <a:lnTo>
                    <a:pt x="3401" y="0"/>
                  </a:lnTo>
                  <a:lnTo>
                    <a:pt x="3401" y="7"/>
                  </a:lnTo>
                  <a:moveTo>
                    <a:pt x="3007" y="7"/>
                  </a:moveTo>
                  <a:lnTo>
                    <a:pt x="3040" y="7"/>
                  </a:lnTo>
                  <a:lnTo>
                    <a:pt x="3040" y="0"/>
                  </a:lnTo>
                  <a:lnTo>
                    <a:pt x="3007" y="0"/>
                  </a:lnTo>
                  <a:lnTo>
                    <a:pt x="3007" y="7"/>
                  </a:lnTo>
                  <a:moveTo>
                    <a:pt x="158" y="167"/>
                  </a:moveTo>
                  <a:lnTo>
                    <a:pt x="153" y="162"/>
                  </a:lnTo>
                  <a:lnTo>
                    <a:pt x="131" y="185"/>
                  </a:lnTo>
                  <a:lnTo>
                    <a:pt x="134" y="190"/>
                  </a:lnTo>
                  <a:lnTo>
                    <a:pt x="158" y="167"/>
                  </a:lnTo>
                  <a:moveTo>
                    <a:pt x="2745" y="7"/>
                  </a:moveTo>
                  <a:lnTo>
                    <a:pt x="2778" y="7"/>
                  </a:lnTo>
                  <a:lnTo>
                    <a:pt x="2778" y="0"/>
                  </a:lnTo>
                  <a:lnTo>
                    <a:pt x="2745" y="0"/>
                  </a:lnTo>
                  <a:lnTo>
                    <a:pt x="2745" y="7"/>
                  </a:lnTo>
                  <a:moveTo>
                    <a:pt x="2811" y="7"/>
                  </a:moveTo>
                  <a:lnTo>
                    <a:pt x="2843" y="7"/>
                  </a:lnTo>
                  <a:lnTo>
                    <a:pt x="2843" y="0"/>
                  </a:lnTo>
                  <a:lnTo>
                    <a:pt x="2811" y="0"/>
                  </a:lnTo>
                  <a:lnTo>
                    <a:pt x="2811" y="7"/>
                  </a:lnTo>
                  <a:moveTo>
                    <a:pt x="941" y="0"/>
                  </a:moveTo>
                  <a:lnTo>
                    <a:pt x="908" y="0"/>
                  </a:lnTo>
                  <a:lnTo>
                    <a:pt x="908" y="7"/>
                  </a:lnTo>
                  <a:lnTo>
                    <a:pt x="941" y="7"/>
                  </a:lnTo>
                  <a:lnTo>
                    <a:pt x="941" y="0"/>
                  </a:lnTo>
                  <a:moveTo>
                    <a:pt x="1072" y="0"/>
                  </a:moveTo>
                  <a:lnTo>
                    <a:pt x="1039" y="0"/>
                  </a:lnTo>
                  <a:lnTo>
                    <a:pt x="1039" y="7"/>
                  </a:lnTo>
                  <a:lnTo>
                    <a:pt x="1072" y="7"/>
                  </a:lnTo>
                  <a:lnTo>
                    <a:pt x="1072" y="0"/>
                  </a:lnTo>
                  <a:moveTo>
                    <a:pt x="2876" y="7"/>
                  </a:moveTo>
                  <a:lnTo>
                    <a:pt x="2909" y="7"/>
                  </a:lnTo>
                  <a:lnTo>
                    <a:pt x="2909" y="0"/>
                  </a:lnTo>
                  <a:lnTo>
                    <a:pt x="2876" y="0"/>
                  </a:lnTo>
                  <a:lnTo>
                    <a:pt x="2876" y="7"/>
                  </a:lnTo>
                  <a:moveTo>
                    <a:pt x="2942" y="7"/>
                  </a:moveTo>
                  <a:lnTo>
                    <a:pt x="2974" y="7"/>
                  </a:lnTo>
                  <a:lnTo>
                    <a:pt x="2974" y="0"/>
                  </a:lnTo>
                  <a:lnTo>
                    <a:pt x="2942" y="0"/>
                  </a:lnTo>
                  <a:lnTo>
                    <a:pt x="2942" y="7"/>
                  </a:lnTo>
                  <a:moveTo>
                    <a:pt x="111" y="213"/>
                  </a:moveTo>
                  <a:lnTo>
                    <a:pt x="106" y="208"/>
                  </a:lnTo>
                  <a:lnTo>
                    <a:pt x="83" y="231"/>
                  </a:lnTo>
                  <a:lnTo>
                    <a:pt x="88" y="235"/>
                  </a:lnTo>
                  <a:lnTo>
                    <a:pt x="111" y="213"/>
                  </a:lnTo>
                  <a:moveTo>
                    <a:pt x="3466" y="0"/>
                  </a:moveTo>
                  <a:lnTo>
                    <a:pt x="3466" y="7"/>
                  </a:lnTo>
                  <a:lnTo>
                    <a:pt x="3479" y="7"/>
                  </a:lnTo>
                  <a:lnTo>
                    <a:pt x="3479" y="20"/>
                  </a:lnTo>
                  <a:lnTo>
                    <a:pt x="3486" y="20"/>
                  </a:lnTo>
                  <a:lnTo>
                    <a:pt x="3486" y="0"/>
                  </a:lnTo>
                  <a:lnTo>
                    <a:pt x="3466" y="0"/>
                  </a:lnTo>
                  <a:moveTo>
                    <a:pt x="3479" y="268"/>
                  </a:moveTo>
                  <a:lnTo>
                    <a:pt x="3486" y="268"/>
                  </a:lnTo>
                  <a:lnTo>
                    <a:pt x="3486" y="237"/>
                  </a:lnTo>
                  <a:lnTo>
                    <a:pt x="3479" y="237"/>
                  </a:lnTo>
                  <a:lnTo>
                    <a:pt x="3479" y="268"/>
                  </a:lnTo>
                  <a:moveTo>
                    <a:pt x="3479" y="330"/>
                  </a:moveTo>
                  <a:lnTo>
                    <a:pt x="3486" y="330"/>
                  </a:lnTo>
                  <a:lnTo>
                    <a:pt x="3486" y="299"/>
                  </a:lnTo>
                  <a:lnTo>
                    <a:pt x="3479" y="299"/>
                  </a:lnTo>
                  <a:lnTo>
                    <a:pt x="3479" y="330"/>
                  </a:lnTo>
                  <a:moveTo>
                    <a:pt x="3479" y="392"/>
                  </a:moveTo>
                  <a:lnTo>
                    <a:pt x="3486" y="392"/>
                  </a:lnTo>
                  <a:lnTo>
                    <a:pt x="3486" y="361"/>
                  </a:lnTo>
                  <a:lnTo>
                    <a:pt x="3479" y="361"/>
                  </a:lnTo>
                  <a:lnTo>
                    <a:pt x="3479" y="392"/>
                  </a:lnTo>
                  <a:moveTo>
                    <a:pt x="3479" y="82"/>
                  </a:moveTo>
                  <a:lnTo>
                    <a:pt x="3486" y="82"/>
                  </a:lnTo>
                  <a:lnTo>
                    <a:pt x="3486" y="51"/>
                  </a:lnTo>
                  <a:lnTo>
                    <a:pt x="3479" y="51"/>
                  </a:lnTo>
                  <a:lnTo>
                    <a:pt x="3479" y="82"/>
                  </a:lnTo>
                  <a:moveTo>
                    <a:pt x="3479" y="206"/>
                  </a:moveTo>
                  <a:lnTo>
                    <a:pt x="3486" y="206"/>
                  </a:lnTo>
                  <a:lnTo>
                    <a:pt x="3486" y="175"/>
                  </a:lnTo>
                  <a:lnTo>
                    <a:pt x="3479" y="175"/>
                  </a:lnTo>
                  <a:lnTo>
                    <a:pt x="3479" y="206"/>
                  </a:lnTo>
                  <a:moveTo>
                    <a:pt x="3479" y="144"/>
                  </a:moveTo>
                  <a:lnTo>
                    <a:pt x="3486" y="144"/>
                  </a:lnTo>
                  <a:lnTo>
                    <a:pt x="3486" y="113"/>
                  </a:lnTo>
                  <a:lnTo>
                    <a:pt x="3479" y="113"/>
                  </a:lnTo>
                  <a:lnTo>
                    <a:pt x="3479" y="144"/>
                  </a:lnTo>
                  <a:moveTo>
                    <a:pt x="3479" y="454"/>
                  </a:moveTo>
                  <a:lnTo>
                    <a:pt x="3486" y="454"/>
                  </a:lnTo>
                  <a:lnTo>
                    <a:pt x="3486" y="423"/>
                  </a:lnTo>
                  <a:lnTo>
                    <a:pt x="3479" y="423"/>
                  </a:lnTo>
                  <a:lnTo>
                    <a:pt x="3479" y="454"/>
                  </a:lnTo>
                  <a:moveTo>
                    <a:pt x="3479" y="579"/>
                  </a:moveTo>
                  <a:lnTo>
                    <a:pt x="3486" y="579"/>
                  </a:lnTo>
                  <a:lnTo>
                    <a:pt x="3486" y="548"/>
                  </a:lnTo>
                  <a:lnTo>
                    <a:pt x="3479" y="548"/>
                  </a:lnTo>
                  <a:lnTo>
                    <a:pt x="3479" y="579"/>
                  </a:lnTo>
                  <a:moveTo>
                    <a:pt x="3479" y="517"/>
                  </a:moveTo>
                  <a:lnTo>
                    <a:pt x="3486" y="517"/>
                  </a:lnTo>
                  <a:lnTo>
                    <a:pt x="3486" y="486"/>
                  </a:lnTo>
                  <a:lnTo>
                    <a:pt x="3479" y="486"/>
                  </a:lnTo>
                  <a:lnTo>
                    <a:pt x="3479" y="517"/>
                  </a:lnTo>
                  <a:moveTo>
                    <a:pt x="3479" y="623"/>
                  </a:moveTo>
                  <a:lnTo>
                    <a:pt x="3466" y="623"/>
                  </a:lnTo>
                  <a:lnTo>
                    <a:pt x="3466" y="629"/>
                  </a:lnTo>
                  <a:lnTo>
                    <a:pt x="3486" y="629"/>
                  </a:lnTo>
                  <a:lnTo>
                    <a:pt x="3486" y="610"/>
                  </a:lnTo>
                  <a:lnTo>
                    <a:pt x="3479" y="610"/>
                  </a:lnTo>
                  <a:lnTo>
                    <a:pt x="3479" y="623"/>
                  </a:lnTo>
                  <a:moveTo>
                    <a:pt x="778" y="629"/>
                  </a:moveTo>
                  <a:lnTo>
                    <a:pt x="810" y="629"/>
                  </a:lnTo>
                  <a:lnTo>
                    <a:pt x="810" y="623"/>
                  </a:lnTo>
                  <a:lnTo>
                    <a:pt x="778" y="623"/>
                  </a:lnTo>
                  <a:lnTo>
                    <a:pt x="778" y="629"/>
                  </a:lnTo>
                  <a:moveTo>
                    <a:pt x="908" y="629"/>
                  </a:moveTo>
                  <a:lnTo>
                    <a:pt x="941" y="629"/>
                  </a:lnTo>
                  <a:lnTo>
                    <a:pt x="941" y="623"/>
                  </a:lnTo>
                  <a:lnTo>
                    <a:pt x="908" y="623"/>
                  </a:lnTo>
                  <a:lnTo>
                    <a:pt x="908" y="629"/>
                  </a:lnTo>
                  <a:moveTo>
                    <a:pt x="843" y="629"/>
                  </a:moveTo>
                  <a:lnTo>
                    <a:pt x="876" y="629"/>
                  </a:lnTo>
                  <a:lnTo>
                    <a:pt x="876" y="623"/>
                  </a:lnTo>
                  <a:lnTo>
                    <a:pt x="843" y="623"/>
                  </a:lnTo>
                  <a:lnTo>
                    <a:pt x="843" y="629"/>
                  </a:lnTo>
                  <a:moveTo>
                    <a:pt x="712" y="629"/>
                  </a:moveTo>
                  <a:lnTo>
                    <a:pt x="745" y="629"/>
                  </a:lnTo>
                  <a:lnTo>
                    <a:pt x="745" y="623"/>
                  </a:lnTo>
                  <a:lnTo>
                    <a:pt x="712" y="623"/>
                  </a:lnTo>
                  <a:lnTo>
                    <a:pt x="712" y="629"/>
                  </a:lnTo>
                  <a:moveTo>
                    <a:pt x="131" y="445"/>
                  </a:moveTo>
                  <a:lnTo>
                    <a:pt x="153" y="468"/>
                  </a:lnTo>
                  <a:lnTo>
                    <a:pt x="158" y="463"/>
                  </a:lnTo>
                  <a:lnTo>
                    <a:pt x="134" y="440"/>
                  </a:lnTo>
                  <a:lnTo>
                    <a:pt x="131" y="445"/>
                  </a:lnTo>
                  <a:moveTo>
                    <a:pt x="176" y="490"/>
                  </a:moveTo>
                  <a:lnTo>
                    <a:pt x="199" y="513"/>
                  </a:lnTo>
                  <a:lnTo>
                    <a:pt x="204" y="508"/>
                  </a:lnTo>
                  <a:lnTo>
                    <a:pt x="181" y="486"/>
                  </a:lnTo>
                  <a:lnTo>
                    <a:pt x="176" y="490"/>
                  </a:lnTo>
                  <a:moveTo>
                    <a:pt x="222" y="538"/>
                  </a:moveTo>
                  <a:lnTo>
                    <a:pt x="247" y="561"/>
                  </a:lnTo>
                  <a:lnTo>
                    <a:pt x="250" y="556"/>
                  </a:lnTo>
                  <a:lnTo>
                    <a:pt x="227" y="533"/>
                  </a:lnTo>
                  <a:lnTo>
                    <a:pt x="222" y="538"/>
                  </a:lnTo>
                  <a:moveTo>
                    <a:pt x="83" y="397"/>
                  </a:moveTo>
                  <a:lnTo>
                    <a:pt x="106" y="422"/>
                  </a:lnTo>
                  <a:lnTo>
                    <a:pt x="111" y="417"/>
                  </a:lnTo>
                  <a:lnTo>
                    <a:pt x="88" y="394"/>
                  </a:lnTo>
                  <a:lnTo>
                    <a:pt x="83" y="397"/>
                  </a:lnTo>
                  <a:moveTo>
                    <a:pt x="269" y="584"/>
                  </a:moveTo>
                  <a:lnTo>
                    <a:pt x="292" y="606"/>
                  </a:lnTo>
                  <a:lnTo>
                    <a:pt x="297" y="602"/>
                  </a:lnTo>
                  <a:lnTo>
                    <a:pt x="274" y="579"/>
                  </a:lnTo>
                  <a:lnTo>
                    <a:pt x="269" y="584"/>
                  </a:lnTo>
                  <a:moveTo>
                    <a:pt x="37" y="351"/>
                  </a:moveTo>
                  <a:lnTo>
                    <a:pt x="60" y="374"/>
                  </a:lnTo>
                  <a:lnTo>
                    <a:pt x="65" y="369"/>
                  </a:lnTo>
                  <a:lnTo>
                    <a:pt x="42" y="347"/>
                  </a:lnTo>
                  <a:lnTo>
                    <a:pt x="37" y="351"/>
                  </a:lnTo>
                  <a:moveTo>
                    <a:pt x="384" y="629"/>
                  </a:moveTo>
                  <a:lnTo>
                    <a:pt x="417" y="629"/>
                  </a:lnTo>
                  <a:lnTo>
                    <a:pt x="417" y="623"/>
                  </a:lnTo>
                  <a:lnTo>
                    <a:pt x="384" y="623"/>
                  </a:lnTo>
                  <a:lnTo>
                    <a:pt x="384" y="629"/>
                  </a:lnTo>
                  <a:moveTo>
                    <a:pt x="319" y="629"/>
                  </a:moveTo>
                  <a:lnTo>
                    <a:pt x="351" y="629"/>
                  </a:lnTo>
                  <a:lnTo>
                    <a:pt x="351" y="623"/>
                  </a:lnTo>
                  <a:lnTo>
                    <a:pt x="319" y="623"/>
                  </a:lnTo>
                  <a:lnTo>
                    <a:pt x="319" y="629"/>
                  </a:lnTo>
                  <a:moveTo>
                    <a:pt x="580" y="629"/>
                  </a:moveTo>
                  <a:lnTo>
                    <a:pt x="613" y="629"/>
                  </a:lnTo>
                  <a:lnTo>
                    <a:pt x="613" y="623"/>
                  </a:lnTo>
                  <a:lnTo>
                    <a:pt x="580" y="623"/>
                  </a:lnTo>
                  <a:lnTo>
                    <a:pt x="580" y="629"/>
                  </a:lnTo>
                  <a:moveTo>
                    <a:pt x="515" y="629"/>
                  </a:moveTo>
                  <a:lnTo>
                    <a:pt x="547" y="629"/>
                  </a:lnTo>
                  <a:lnTo>
                    <a:pt x="547" y="623"/>
                  </a:lnTo>
                  <a:lnTo>
                    <a:pt x="515" y="623"/>
                  </a:lnTo>
                  <a:lnTo>
                    <a:pt x="515" y="629"/>
                  </a:lnTo>
                  <a:moveTo>
                    <a:pt x="647" y="629"/>
                  </a:moveTo>
                  <a:lnTo>
                    <a:pt x="680" y="629"/>
                  </a:lnTo>
                  <a:lnTo>
                    <a:pt x="680" y="623"/>
                  </a:lnTo>
                  <a:lnTo>
                    <a:pt x="647" y="623"/>
                  </a:lnTo>
                  <a:lnTo>
                    <a:pt x="647" y="629"/>
                  </a:lnTo>
                  <a:moveTo>
                    <a:pt x="449" y="629"/>
                  </a:moveTo>
                  <a:lnTo>
                    <a:pt x="482" y="629"/>
                  </a:lnTo>
                  <a:lnTo>
                    <a:pt x="482" y="623"/>
                  </a:lnTo>
                  <a:lnTo>
                    <a:pt x="449" y="623"/>
                  </a:lnTo>
                  <a:lnTo>
                    <a:pt x="449" y="629"/>
                  </a:lnTo>
                  <a:moveTo>
                    <a:pt x="2286" y="629"/>
                  </a:moveTo>
                  <a:lnTo>
                    <a:pt x="2319" y="629"/>
                  </a:lnTo>
                  <a:lnTo>
                    <a:pt x="2319" y="623"/>
                  </a:lnTo>
                  <a:lnTo>
                    <a:pt x="2286" y="623"/>
                  </a:lnTo>
                  <a:lnTo>
                    <a:pt x="2286" y="629"/>
                  </a:lnTo>
                  <a:moveTo>
                    <a:pt x="2680" y="629"/>
                  </a:moveTo>
                  <a:lnTo>
                    <a:pt x="2713" y="629"/>
                  </a:lnTo>
                  <a:lnTo>
                    <a:pt x="2713" y="623"/>
                  </a:lnTo>
                  <a:lnTo>
                    <a:pt x="2680" y="623"/>
                  </a:lnTo>
                  <a:lnTo>
                    <a:pt x="2680" y="629"/>
                  </a:lnTo>
                  <a:moveTo>
                    <a:pt x="2745" y="629"/>
                  </a:moveTo>
                  <a:lnTo>
                    <a:pt x="2778" y="629"/>
                  </a:lnTo>
                  <a:lnTo>
                    <a:pt x="2778" y="623"/>
                  </a:lnTo>
                  <a:lnTo>
                    <a:pt x="2745" y="623"/>
                  </a:lnTo>
                  <a:lnTo>
                    <a:pt x="2745" y="629"/>
                  </a:lnTo>
                  <a:moveTo>
                    <a:pt x="2811" y="629"/>
                  </a:moveTo>
                  <a:lnTo>
                    <a:pt x="2843" y="629"/>
                  </a:lnTo>
                  <a:lnTo>
                    <a:pt x="2843" y="623"/>
                  </a:lnTo>
                  <a:lnTo>
                    <a:pt x="2811" y="623"/>
                  </a:lnTo>
                  <a:lnTo>
                    <a:pt x="2811" y="629"/>
                  </a:lnTo>
                  <a:moveTo>
                    <a:pt x="2221" y="629"/>
                  </a:moveTo>
                  <a:lnTo>
                    <a:pt x="2253" y="629"/>
                  </a:lnTo>
                  <a:lnTo>
                    <a:pt x="2253" y="623"/>
                  </a:lnTo>
                  <a:lnTo>
                    <a:pt x="2221" y="623"/>
                  </a:lnTo>
                  <a:lnTo>
                    <a:pt x="2221" y="629"/>
                  </a:lnTo>
                  <a:moveTo>
                    <a:pt x="2482" y="629"/>
                  </a:moveTo>
                  <a:lnTo>
                    <a:pt x="2515" y="629"/>
                  </a:lnTo>
                  <a:lnTo>
                    <a:pt x="2515" y="623"/>
                  </a:lnTo>
                  <a:lnTo>
                    <a:pt x="2482" y="623"/>
                  </a:lnTo>
                  <a:lnTo>
                    <a:pt x="2482" y="629"/>
                  </a:lnTo>
                  <a:moveTo>
                    <a:pt x="2417" y="629"/>
                  </a:moveTo>
                  <a:lnTo>
                    <a:pt x="2450" y="629"/>
                  </a:lnTo>
                  <a:lnTo>
                    <a:pt x="2450" y="623"/>
                  </a:lnTo>
                  <a:lnTo>
                    <a:pt x="2417" y="623"/>
                  </a:lnTo>
                  <a:lnTo>
                    <a:pt x="2417" y="629"/>
                  </a:lnTo>
                  <a:moveTo>
                    <a:pt x="2548" y="629"/>
                  </a:moveTo>
                  <a:lnTo>
                    <a:pt x="2580" y="629"/>
                  </a:lnTo>
                  <a:lnTo>
                    <a:pt x="2580" y="623"/>
                  </a:lnTo>
                  <a:lnTo>
                    <a:pt x="2548" y="623"/>
                  </a:lnTo>
                  <a:lnTo>
                    <a:pt x="2548" y="629"/>
                  </a:lnTo>
                  <a:moveTo>
                    <a:pt x="2352" y="629"/>
                  </a:moveTo>
                  <a:lnTo>
                    <a:pt x="2384" y="629"/>
                  </a:lnTo>
                  <a:lnTo>
                    <a:pt x="2384" y="623"/>
                  </a:lnTo>
                  <a:lnTo>
                    <a:pt x="2352" y="623"/>
                  </a:lnTo>
                  <a:lnTo>
                    <a:pt x="2352" y="629"/>
                  </a:lnTo>
                  <a:moveTo>
                    <a:pt x="2876" y="629"/>
                  </a:moveTo>
                  <a:lnTo>
                    <a:pt x="2909" y="629"/>
                  </a:lnTo>
                  <a:lnTo>
                    <a:pt x="2909" y="623"/>
                  </a:lnTo>
                  <a:lnTo>
                    <a:pt x="2876" y="623"/>
                  </a:lnTo>
                  <a:lnTo>
                    <a:pt x="2876" y="629"/>
                  </a:lnTo>
                  <a:moveTo>
                    <a:pt x="2613" y="629"/>
                  </a:moveTo>
                  <a:lnTo>
                    <a:pt x="2647" y="629"/>
                  </a:lnTo>
                  <a:lnTo>
                    <a:pt x="2647" y="623"/>
                  </a:lnTo>
                  <a:lnTo>
                    <a:pt x="2613" y="623"/>
                  </a:lnTo>
                  <a:lnTo>
                    <a:pt x="2613" y="629"/>
                  </a:lnTo>
                  <a:moveTo>
                    <a:pt x="3270" y="629"/>
                  </a:moveTo>
                  <a:lnTo>
                    <a:pt x="3303" y="629"/>
                  </a:lnTo>
                  <a:lnTo>
                    <a:pt x="3303" y="623"/>
                  </a:lnTo>
                  <a:lnTo>
                    <a:pt x="3270" y="623"/>
                  </a:lnTo>
                  <a:lnTo>
                    <a:pt x="3270" y="629"/>
                  </a:lnTo>
                  <a:moveTo>
                    <a:pt x="3205" y="629"/>
                  </a:moveTo>
                  <a:lnTo>
                    <a:pt x="3237" y="629"/>
                  </a:lnTo>
                  <a:lnTo>
                    <a:pt x="3237" y="623"/>
                  </a:lnTo>
                  <a:lnTo>
                    <a:pt x="3205" y="623"/>
                  </a:lnTo>
                  <a:lnTo>
                    <a:pt x="3205" y="629"/>
                  </a:lnTo>
                  <a:moveTo>
                    <a:pt x="3335" y="629"/>
                  </a:moveTo>
                  <a:lnTo>
                    <a:pt x="3368" y="629"/>
                  </a:lnTo>
                  <a:lnTo>
                    <a:pt x="3368" y="623"/>
                  </a:lnTo>
                  <a:lnTo>
                    <a:pt x="3335" y="623"/>
                  </a:lnTo>
                  <a:lnTo>
                    <a:pt x="3335" y="629"/>
                  </a:lnTo>
                  <a:moveTo>
                    <a:pt x="3401" y="629"/>
                  </a:moveTo>
                  <a:lnTo>
                    <a:pt x="3433" y="629"/>
                  </a:lnTo>
                  <a:lnTo>
                    <a:pt x="3433" y="623"/>
                  </a:lnTo>
                  <a:lnTo>
                    <a:pt x="3401" y="623"/>
                  </a:lnTo>
                  <a:lnTo>
                    <a:pt x="3401" y="629"/>
                  </a:lnTo>
                  <a:moveTo>
                    <a:pt x="3007" y="629"/>
                  </a:moveTo>
                  <a:lnTo>
                    <a:pt x="3040" y="629"/>
                  </a:lnTo>
                  <a:lnTo>
                    <a:pt x="3040" y="623"/>
                  </a:lnTo>
                  <a:lnTo>
                    <a:pt x="3007" y="623"/>
                  </a:lnTo>
                  <a:lnTo>
                    <a:pt x="3007" y="629"/>
                  </a:lnTo>
                  <a:moveTo>
                    <a:pt x="3139" y="629"/>
                  </a:moveTo>
                  <a:lnTo>
                    <a:pt x="3172" y="629"/>
                  </a:lnTo>
                  <a:lnTo>
                    <a:pt x="3172" y="623"/>
                  </a:lnTo>
                  <a:lnTo>
                    <a:pt x="3139" y="623"/>
                  </a:lnTo>
                  <a:lnTo>
                    <a:pt x="3139" y="629"/>
                  </a:lnTo>
                  <a:moveTo>
                    <a:pt x="2942" y="629"/>
                  </a:moveTo>
                  <a:lnTo>
                    <a:pt x="2974" y="629"/>
                  </a:lnTo>
                  <a:lnTo>
                    <a:pt x="2974" y="623"/>
                  </a:lnTo>
                  <a:lnTo>
                    <a:pt x="2942" y="623"/>
                  </a:lnTo>
                  <a:lnTo>
                    <a:pt x="2942" y="629"/>
                  </a:lnTo>
                  <a:moveTo>
                    <a:pt x="3072" y="629"/>
                  </a:moveTo>
                  <a:lnTo>
                    <a:pt x="3105" y="629"/>
                  </a:lnTo>
                  <a:lnTo>
                    <a:pt x="3105" y="623"/>
                  </a:lnTo>
                  <a:lnTo>
                    <a:pt x="3072" y="623"/>
                  </a:lnTo>
                  <a:lnTo>
                    <a:pt x="3072" y="629"/>
                  </a:lnTo>
                  <a:moveTo>
                    <a:pt x="1105" y="629"/>
                  </a:moveTo>
                  <a:lnTo>
                    <a:pt x="1139" y="629"/>
                  </a:lnTo>
                  <a:lnTo>
                    <a:pt x="1139" y="623"/>
                  </a:lnTo>
                  <a:lnTo>
                    <a:pt x="1105" y="623"/>
                  </a:lnTo>
                  <a:lnTo>
                    <a:pt x="1105" y="629"/>
                  </a:lnTo>
                  <a:moveTo>
                    <a:pt x="1368" y="629"/>
                  </a:moveTo>
                  <a:lnTo>
                    <a:pt x="1400" y="629"/>
                  </a:lnTo>
                  <a:lnTo>
                    <a:pt x="1400" y="623"/>
                  </a:lnTo>
                  <a:lnTo>
                    <a:pt x="1368" y="623"/>
                  </a:lnTo>
                  <a:lnTo>
                    <a:pt x="1368" y="629"/>
                  </a:lnTo>
                  <a:moveTo>
                    <a:pt x="1564" y="629"/>
                  </a:moveTo>
                  <a:lnTo>
                    <a:pt x="1597" y="629"/>
                  </a:lnTo>
                  <a:lnTo>
                    <a:pt x="1597" y="623"/>
                  </a:lnTo>
                  <a:lnTo>
                    <a:pt x="1564" y="623"/>
                  </a:lnTo>
                  <a:lnTo>
                    <a:pt x="1564" y="629"/>
                  </a:lnTo>
                  <a:moveTo>
                    <a:pt x="1498" y="629"/>
                  </a:moveTo>
                  <a:lnTo>
                    <a:pt x="1531" y="629"/>
                  </a:lnTo>
                  <a:lnTo>
                    <a:pt x="1531" y="623"/>
                  </a:lnTo>
                  <a:lnTo>
                    <a:pt x="1498" y="623"/>
                  </a:lnTo>
                  <a:lnTo>
                    <a:pt x="1498" y="629"/>
                  </a:lnTo>
                  <a:moveTo>
                    <a:pt x="1302" y="629"/>
                  </a:moveTo>
                  <a:lnTo>
                    <a:pt x="1335" y="629"/>
                  </a:lnTo>
                  <a:lnTo>
                    <a:pt x="1335" y="623"/>
                  </a:lnTo>
                  <a:lnTo>
                    <a:pt x="1302" y="623"/>
                  </a:lnTo>
                  <a:lnTo>
                    <a:pt x="1302" y="629"/>
                  </a:lnTo>
                  <a:moveTo>
                    <a:pt x="1433" y="629"/>
                  </a:moveTo>
                  <a:lnTo>
                    <a:pt x="1466" y="629"/>
                  </a:lnTo>
                  <a:lnTo>
                    <a:pt x="1466" y="623"/>
                  </a:lnTo>
                  <a:lnTo>
                    <a:pt x="1433" y="623"/>
                  </a:lnTo>
                  <a:lnTo>
                    <a:pt x="1433" y="629"/>
                  </a:lnTo>
                  <a:moveTo>
                    <a:pt x="1237" y="629"/>
                  </a:moveTo>
                  <a:lnTo>
                    <a:pt x="1270" y="629"/>
                  </a:lnTo>
                  <a:lnTo>
                    <a:pt x="1270" y="623"/>
                  </a:lnTo>
                  <a:lnTo>
                    <a:pt x="1237" y="623"/>
                  </a:lnTo>
                  <a:lnTo>
                    <a:pt x="1237" y="629"/>
                  </a:lnTo>
                  <a:moveTo>
                    <a:pt x="974" y="629"/>
                  </a:moveTo>
                  <a:lnTo>
                    <a:pt x="1007" y="629"/>
                  </a:lnTo>
                  <a:lnTo>
                    <a:pt x="1007" y="623"/>
                  </a:lnTo>
                  <a:lnTo>
                    <a:pt x="974" y="623"/>
                  </a:lnTo>
                  <a:lnTo>
                    <a:pt x="974" y="629"/>
                  </a:lnTo>
                  <a:moveTo>
                    <a:pt x="1039" y="629"/>
                  </a:moveTo>
                  <a:lnTo>
                    <a:pt x="1072" y="629"/>
                  </a:lnTo>
                  <a:lnTo>
                    <a:pt x="1072" y="623"/>
                  </a:lnTo>
                  <a:lnTo>
                    <a:pt x="1039" y="623"/>
                  </a:lnTo>
                  <a:lnTo>
                    <a:pt x="1039" y="629"/>
                  </a:lnTo>
                  <a:moveTo>
                    <a:pt x="1172" y="629"/>
                  </a:moveTo>
                  <a:lnTo>
                    <a:pt x="1204" y="629"/>
                  </a:lnTo>
                  <a:lnTo>
                    <a:pt x="1204" y="623"/>
                  </a:lnTo>
                  <a:lnTo>
                    <a:pt x="1172" y="623"/>
                  </a:lnTo>
                  <a:lnTo>
                    <a:pt x="1172" y="629"/>
                  </a:lnTo>
                  <a:moveTo>
                    <a:pt x="1827" y="629"/>
                  </a:moveTo>
                  <a:lnTo>
                    <a:pt x="1860" y="629"/>
                  </a:lnTo>
                  <a:lnTo>
                    <a:pt x="1860" y="623"/>
                  </a:lnTo>
                  <a:lnTo>
                    <a:pt x="1827" y="623"/>
                  </a:lnTo>
                  <a:lnTo>
                    <a:pt x="1827" y="629"/>
                  </a:lnTo>
                  <a:moveTo>
                    <a:pt x="1958" y="629"/>
                  </a:moveTo>
                  <a:lnTo>
                    <a:pt x="1990" y="629"/>
                  </a:lnTo>
                  <a:lnTo>
                    <a:pt x="1990" y="623"/>
                  </a:lnTo>
                  <a:lnTo>
                    <a:pt x="1958" y="623"/>
                  </a:lnTo>
                  <a:lnTo>
                    <a:pt x="1958" y="629"/>
                  </a:lnTo>
                  <a:moveTo>
                    <a:pt x="2023" y="629"/>
                  </a:moveTo>
                  <a:lnTo>
                    <a:pt x="2056" y="629"/>
                  </a:lnTo>
                  <a:lnTo>
                    <a:pt x="2056" y="623"/>
                  </a:lnTo>
                  <a:lnTo>
                    <a:pt x="2023" y="623"/>
                  </a:lnTo>
                  <a:lnTo>
                    <a:pt x="2023" y="629"/>
                  </a:lnTo>
                  <a:moveTo>
                    <a:pt x="2088" y="629"/>
                  </a:moveTo>
                  <a:lnTo>
                    <a:pt x="2123" y="629"/>
                  </a:lnTo>
                  <a:lnTo>
                    <a:pt x="2123" y="623"/>
                  </a:lnTo>
                  <a:lnTo>
                    <a:pt x="2088" y="623"/>
                  </a:lnTo>
                  <a:lnTo>
                    <a:pt x="2088" y="629"/>
                  </a:lnTo>
                  <a:moveTo>
                    <a:pt x="1892" y="629"/>
                  </a:moveTo>
                  <a:lnTo>
                    <a:pt x="1925" y="629"/>
                  </a:lnTo>
                  <a:lnTo>
                    <a:pt x="1925" y="623"/>
                  </a:lnTo>
                  <a:lnTo>
                    <a:pt x="1892" y="623"/>
                  </a:lnTo>
                  <a:lnTo>
                    <a:pt x="1892" y="629"/>
                  </a:lnTo>
                  <a:moveTo>
                    <a:pt x="1762" y="629"/>
                  </a:moveTo>
                  <a:lnTo>
                    <a:pt x="1794" y="629"/>
                  </a:lnTo>
                  <a:lnTo>
                    <a:pt x="1794" y="623"/>
                  </a:lnTo>
                  <a:lnTo>
                    <a:pt x="1762" y="623"/>
                  </a:lnTo>
                  <a:lnTo>
                    <a:pt x="1762" y="629"/>
                  </a:lnTo>
                  <a:moveTo>
                    <a:pt x="2155" y="629"/>
                  </a:moveTo>
                  <a:lnTo>
                    <a:pt x="2188" y="629"/>
                  </a:lnTo>
                  <a:lnTo>
                    <a:pt x="2188" y="623"/>
                  </a:lnTo>
                  <a:lnTo>
                    <a:pt x="2155" y="623"/>
                  </a:lnTo>
                  <a:lnTo>
                    <a:pt x="2155" y="629"/>
                  </a:lnTo>
                  <a:moveTo>
                    <a:pt x="1696" y="629"/>
                  </a:moveTo>
                  <a:lnTo>
                    <a:pt x="1729" y="629"/>
                  </a:lnTo>
                  <a:lnTo>
                    <a:pt x="1729" y="623"/>
                  </a:lnTo>
                  <a:lnTo>
                    <a:pt x="1696" y="623"/>
                  </a:lnTo>
                  <a:lnTo>
                    <a:pt x="1696" y="629"/>
                  </a:lnTo>
                  <a:moveTo>
                    <a:pt x="1631" y="629"/>
                  </a:moveTo>
                  <a:lnTo>
                    <a:pt x="1664" y="629"/>
                  </a:lnTo>
                  <a:lnTo>
                    <a:pt x="1664" y="623"/>
                  </a:lnTo>
                  <a:lnTo>
                    <a:pt x="1631" y="623"/>
                  </a:lnTo>
                  <a:lnTo>
                    <a:pt x="1631" y="629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5920118" y="4396274"/>
            <a:ext cx="4313207" cy="859277"/>
            <a:chOff x="5349110" y="4613255"/>
            <a:chExt cx="4313207" cy="859277"/>
          </a:xfrm>
        </p:grpSpPr>
        <p:sp>
          <p:nvSpPr>
            <p:cNvPr name="Freeform 18" id="18"/>
            <p:cNvSpPr/>
            <p:nvPr/>
          </p:nvSpPr>
          <p:spPr>
            <a:xfrm>
              <a:off x="5349110" y="4613255"/>
              <a:ext cx="4313207" cy="859277"/>
            </a:xfrm>
            <a:custGeom>
              <a:avLst/>
              <a:gdLst/>
              <a:ahLst/>
              <a:cxnLst/>
              <a:rect r="r" b="b" t="t" l="l"/>
              <a:pathLst>
                <a:path w="2196" h="437" stroke="true" fill="norm" extrusionOk="true">
                  <a:moveTo>
                    <a:pt x="219" y="437"/>
                  </a:moveTo>
                  <a:cubicBezTo>
                    <a:pt x="2196" y="437"/>
                    <a:pt x="2196" y="437"/>
                    <a:pt x="2196" y="437"/>
                  </a:cubicBezTo>
                  <a:cubicBezTo>
                    <a:pt x="2196" y="0"/>
                    <a:pt x="2196" y="0"/>
                    <a:pt x="2196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134" y="85"/>
                    <a:pt x="85" y="133"/>
                    <a:pt x="0" y="218"/>
                  </a:cubicBezTo>
                  <a:cubicBezTo>
                    <a:pt x="85" y="304"/>
                    <a:pt x="134" y="352"/>
                    <a:pt x="219" y="437"/>
                  </a:cubicBezTo>
                </a:path>
              </a:pathLst>
            </a:custGeom>
            <a:gradFill>
              <a:gsLst>
                <a:gs pos="0">
                  <a:srgbClr val="C00000">
                    <a:lumMod val="60000"/>
                    <a:lumOff val="40000"/>
                  </a:srgbClr>
                </a:gs>
                <a:gs pos="67000">
                  <a:srgbClr val="C00000"/>
                </a:gs>
              </a:gsLst>
              <a:lin ang="10800000"/>
            </a:gra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9" id="19"/>
            <p:cNvSpPr/>
            <p:nvPr/>
          </p:nvSpPr>
          <p:spPr>
            <a:xfrm>
              <a:off x="5422419" y="4664933"/>
              <a:ext cx="4189423" cy="755923"/>
            </a:xfrm>
            <a:custGeom>
              <a:avLst/>
              <a:gdLst/>
              <a:ahLst/>
              <a:cxnLst/>
              <a:rect r="r" b="b" t="t" l="l"/>
              <a:pathLst>
                <a:path w="3486" h="629" stroke="true" fill="norm" extrusionOk="true">
                  <a:moveTo>
                    <a:pt x="19" y="306"/>
                  </a:moveTo>
                  <a:lnTo>
                    <a:pt x="10" y="314"/>
                  </a:lnTo>
                  <a:lnTo>
                    <a:pt x="19" y="324"/>
                  </a:lnTo>
                  <a:lnTo>
                    <a:pt x="15" y="329"/>
                  </a:lnTo>
                  <a:lnTo>
                    <a:pt x="0" y="314"/>
                  </a:lnTo>
                  <a:lnTo>
                    <a:pt x="15" y="301"/>
                  </a:lnTo>
                  <a:lnTo>
                    <a:pt x="19" y="306"/>
                  </a:lnTo>
                  <a:close/>
                  <a:moveTo>
                    <a:pt x="2155" y="7"/>
                  </a:moveTo>
                  <a:lnTo>
                    <a:pt x="2188" y="7"/>
                  </a:lnTo>
                  <a:lnTo>
                    <a:pt x="2188" y="0"/>
                  </a:lnTo>
                  <a:lnTo>
                    <a:pt x="2155" y="0"/>
                  </a:lnTo>
                  <a:lnTo>
                    <a:pt x="2155" y="7"/>
                  </a:lnTo>
                  <a:close/>
                  <a:moveTo>
                    <a:pt x="2088" y="7"/>
                  </a:moveTo>
                  <a:lnTo>
                    <a:pt x="2123" y="7"/>
                  </a:lnTo>
                  <a:lnTo>
                    <a:pt x="2123" y="0"/>
                  </a:lnTo>
                  <a:lnTo>
                    <a:pt x="2088" y="0"/>
                  </a:lnTo>
                  <a:lnTo>
                    <a:pt x="2088" y="7"/>
                  </a:lnTo>
                  <a:close/>
                  <a:moveTo>
                    <a:pt x="417" y="0"/>
                  </a:moveTo>
                  <a:lnTo>
                    <a:pt x="384" y="0"/>
                  </a:lnTo>
                  <a:lnTo>
                    <a:pt x="384" y="7"/>
                  </a:lnTo>
                  <a:lnTo>
                    <a:pt x="417" y="7"/>
                  </a:lnTo>
                  <a:lnTo>
                    <a:pt x="417" y="0"/>
                  </a:lnTo>
                  <a:close/>
                  <a:moveTo>
                    <a:pt x="1007" y="0"/>
                  </a:moveTo>
                  <a:lnTo>
                    <a:pt x="974" y="0"/>
                  </a:lnTo>
                  <a:lnTo>
                    <a:pt x="974" y="7"/>
                  </a:lnTo>
                  <a:lnTo>
                    <a:pt x="1007" y="7"/>
                  </a:lnTo>
                  <a:lnTo>
                    <a:pt x="1007" y="0"/>
                  </a:lnTo>
                  <a:close/>
                  <a:moveTo>
                    <a:pt x="2023" y="7"/>
                  </a:moveTo>
                  <a:lnTo>
                    <a:pt x="2056" y="7"/>
                  </a:lnTo>
                  <a:lnTo>
                    <a:pt x="2056" y="0"/>
                  </a:lnTo>
                  <a:lnTo>
                    <a:pt x="2023" y="0"/>
                  </a:lnTo>
                  <a:lnTo>
                    <a:pt x="2023" y="7"/>
                  </a:lnTo>
                  <a:close/>
                  <a:moveTo>
                    <a:pt x="2548" y="7"/>
                  </a:moveTo>
                  <a:lnTo>
                    <a:pt x="2580" y="7"/>
                  </a:lnTo>
                  <a:lnTo>
                    <a:pt x="2580" y="0"/>
                  </a:lnTo>
                  <a:lnTo>
                    <a:pt x="2548" y="0"/>
                  </a:lnTo>
                  <a:lnTo>
                    <a:pt x="2548" y="7"/>
                  </a:lnTo>
                  <a:close/>
                  <a:moveTo>
                    <a:pt x="482" y="0"/>
                  </a:moveTo>
                  <a:lnTo>
                    <a:pt x="449" y="0"/>
                  </a:lnTo>
                  <a:lnTo>
                    <a:pt x="449" y="7"/>
                  </a:lnTo>
                  <a:lnTo>
                    <a:pt x="482" y="7"/>
                  </a:lnTo>
                  <a:lnTo>
                    <a:pt x="482" y="0"/>
                  </a:lnTo>
                  <a:close/>
                  <a:moveTo>
                    <a:pt x="1958" y="7"/>
                  </a:moveTo>
                  <a:lnTo>
                    <a:pt x="1990" y="7"/>
                  </a:lnTo>
                  <a:lnTo>
                    <a:pt x="1990" y="0"/>
                  </a:lnTo>
                  <a:lnTo>
                    <a:pt x="1958" y="0"/>
                  </a:lnTo>
                  <a:lnTo>
                    <a:pt x="1958" y="7"/>
                  </a:lnTo>
                  <a:close/>
                  <a:moveTo>
                    <a:pt x="250" y="74"/>
                  </a:moveTo>
                  <a:lnTo>
                    <a:pt x="247" y="69"/>
                  </a:lnTo>
                  <a:lnTo>
                    <a:pt x="222" y="92"/>
                  </a:lnTo>
                  <a:lnTo>
                    <a:pt x="227" y="96"/>
                  </a:lnTo>
                  <a:lnTo>
                    <a:pt x="250" y="74"/>
                  </a:lnTo>
                  <a:close/>
                  <a:moveTo>
                    <a:pt x="297" y="28"/>
                  </a:moveTo>
                  <a:lnTo>
                    <a:pt x="292" y="23"/>
                  </a:lnTo>
                  <a:lnTo>
                    <a:pt x="269" y="46"/>
                  </a:lnTo>
                  <a:lnTo>
                    <a:pt x="274" y="51"/>
                  </a:lnTo>
                  <a:lnTo>
                    <a:pt x="297" y="28"/>
                  </a:lnTo>
                  <a:close/>
                  <a:moveTo>
                    <a:pt x="2417" y="7"/>
                  </a:moveTo>
                  <a:lnTo>
                    <a:pt x="2450" y="7"/>
                  </a:lnTo>
                  <a:lnTo>
                    <a:pt x="2450" y="0"/>
                  </a:lnTo>
                  <a:lnTo>
                    <a:pt x="2417" y="0"/>
                  </a:lnTo>
                  <a:lnTo>
                    <a:pt x="2417" y="7"/>
                  </a:lnTo>
                  <a:close/>
                  <a:moveTo>
                    <a:pt x="2482" y="7"/>
                  </a:moveTo>
                  <a:lnTo>
                    <a:pt x="2515" y="7"/>
                  </a:lnTo>
                  <a:lnTo>
                    <a:pt x="2515" y="0"/>
                  </a:lnTo>
                  <a:lnTo>
                    <a:pt x="2482" y="0"/>
                  </a:lnTo>
                  <a:lnTo>
                    <a:pt x="2482" y="7"/>
                  </a:lnTo>
                  <a:close/>
                  <a:moveTo>
                    <a:pt x="2221" y="7"/>
                  </a:moveTo>
                  <a:lnTo>
                    <a:pt x="2253" y="7"/>
                  </a:lnTo>
                  <a:lnTo>
                    <a:pt x="2253" y="0"/>
                  </a:lnTo>
                  <a:lnTo>
                    <a:pt x="2221" y="0"/>
                  </a:lnTo>
                  <a:lnTo>
                    <a:pt x="2221" y="7"/>
                  </a:lnTo>
                  <a:close/>
                  <a:moveTo>
                    <a:pt x="351" y="0"/>
                  </a:moveTo>
                  <a:lnTo>
                    <a:pt x="319" y="0"/>
                  </a:lnTo>
                  <a:lnTo>
                    <a:pt x="319" y="7"/>
                  </a:lnTo>
                  <a:lnTo>
                    <a:pt x="351" y="7"/>
                  </a:lnTo>
                  <a:lnTo>
                    <a:pt x="351" y="0"/>
                  </a:lnTo>
                  <a:close/>
                  <a:moveTo>
                    <a:pt x="2352" y="7"/>
                  </a:moveTo>
                  <a:lnTo>
                    <a:pt x="2384" y="7"/>
                  </a:lnTo>
                  <a:lnTo>
                    <a:pt x="2384" y="0"/>
                  </a:lnTo>
                  <a:lnTo>
                    <a:pt x="2352" y="0"/>
                  </a:lnTo>
                  <a:lnTo>
                    <a:pt x="2352" y="7"/>
                  </a:lnTo>
                  <a:close/>
                  <a:moveTo>
                    <a:pt x="2286" y="7"/>
                  </a:moveTo>
                  <a:lnTo>
                    <a:pt x="2319" y="7"/>
                  </a:lnTo>
                  <a:lnTo>
                    <a:pt x="2319" y="0"/>
                  </a:lnTo>
                  <a:lnTo>
                    <a:pt x="2286" y="0"/>
                  </a:lnTo>
                  <a:lnTo>
                    <a:pt x="2286" y="7"/>
                  </a:lnTo>
                  <a:close/>
                  <a:moveTo>
                    <a:pt x="2613" y="7"/>
                  </a:moveTo>
                  <a:lnTo>
                    <a:pt x="2647" y="7"/>
                  </a:lnTo>
                  <a:lnTo>
                    <a:pt x="2647" y="0"/>
                  </a:lnTo>
                  <a:lnTo>
                    <a:pt x="2613" y="0"/>
                  </a:lnTo>
                  <a:lnTo>
                    <a:pt x="2613" y="7"/>
                  </a:lnTo>
                  <a:close/>
                  <a:moveTo>
                    <a:pt x="876" y="0"/>
                  </a:moveTo>
                  <a:lnTo>
                    <a:pt x="843" y="0"/>
                  </a:lnTo>
                  <a:lnTo>
                    <a:pt x="843" y="7"/>
                  </a:lnTo>
                  <a:lnTo>
                    <a:pt x="876" y="7"/>
                  </a:lnTo>
                  <a:lnTo>
                    <a:pt x="876" y="0"/>
                  </a:lnTo>
                  <a:close/>
                  <a:moveTo>
                    <a:pt x="1204" y="0"/>
                  </a:moveTo>
                  <a:lnTo>
                    <a:pt x="1172" y="0"/>
                  </a:lnTo>
                  <a:lnTo>
                    <a:pt x="1172" y="7"/>
                  </a:lnTo>
                  <a:lnTo>
                    <a:pt x="1204" y="7"/>
                  </a:lnTo>
                  <a:lnTo>
                    <a:pt x="1204" y="0"/>
                  </a:lnTo>
                  <a:close/>
                  <a:moveTo>
                    <a:pt x="810" y="0"/>
                  </a:moveTo>
                  <a:lnTo>
                    <a:pt x="778" y="0"/>
                  </a:lnTo>
                  <a:lnTo>
                    <a:pt x="778" y="7"/>
                  </a:lnTo>
                  <a:lnTo>
                    <a:pt x="810" y="7"/>
                  </a:lnTo>
                  <a:lnTo>
                    <a:pt x="810" y="0"/>
                  </a:lnTo>
                  <a:close/>
                  <a:moveTo>
                    <a:pt x="1400" y="0"/>
                  </a:moveTo>
                  <a:lnTo>
                    <a:pt x="1368" y="0"/>
                  </a:lnTo>
                  <a:lnTo>
                    <a:pt x="1368" y="7"/>
                  </a:lnTo>
                  <a:lnTo>
                    <a:pt x="1400" y="7"/>
                  </a:lnTo>
                  <a:lnTo>
                    <a:pt x="1400" y="0"/>
                  </a:lnTo>
                  <a:close/>
                  <a:moveTo>
                    <a:pt x="1302" y="7"/>
                  </a:moveTo>
                  <a:lnTo>
                    <a:pt x="1335" y="7"/>
                  </a:lnTo>
                  <a:lnTo>
                    <a:pt x="1335" y="0"/>
                  </a:lnTo>
                  <a:lnTo>
                    <a:pt x="1302" y="0"/>
                  </a:lnTo>
                  <a:lnTo>
                    <a:pt x="1302" y="7"/>
                  </a:lnTo>
                  <a:close/>
                  <a:moveTo>
                    <a:pt x="1072" y="0"/>
                  </a:moveTo>
                  <a:lnTo>
                    <a:pt x="1039" y="0"/>
                  </a:lnTo>
                  <a:lnTo>
                    <a:pt x="1039" y="7"/>
                  </a:lnTo>
                  <a:lnTo>
                    <a:pt x="1072" y="7"/>
                  </a:lnTo>
                  <a:lnTo>
                    <a:pt x="1072" y="0"/>
                  </a:lnTo>
                  <a:close/>
                  <a:moveTo>
                    <a:pt x="941" y="0"/>
                  </a:moveTo>
                  <a:lnTo>
                    <a:pt x="908" y="0"/>
                  </a:lnTo>
                  <a:lnTo>
                    <a:pt x="908" y="7"/>
                  </a:lnTo>
                  <a:lnTo>
                    <a:pt x="941" y="7"/>
                  </a:lnTo>
                  <a:lnTo>
                    <a:pt x="941" y="0"/>
                  </a:lnTo>
                  <a:close/>
                  <a:moveTo>
                    <a:pt x="1139" y="0"/>
                  </a:moveTo>
                  <a:lnTo>
                    <a:pt x="1105" y="0"/>
                  </a:lnTo>
                  <a:lnTo>
                    <a:pt x="1105" y="7"/>
                  </a:lnTo>
                  <a:lnTo>
                    <a:pt x="1139" y="7"/>
                  </a:lnTo>
                  <a:lnTo>
                    <a:pt x="1139" y="0"/>
                  </a:lnTo>
                  <a:close/>
                  <a:moveTo>
                    <a:pt x="745" y="0"/>
                  </a:moveTo>
                  <a:lnTo>
                    <a:pt x="712" y="0"/>
                  </a:lnTo>
                  <a:lnTo>
                    <a:pt x="712" y="7"/>
                  </a:lnTo>
                  <a:lnTo>
                    <a:pt x="745" y="7"/>
                  </a:lnTo>
                  <a:lnTo>
                    <a:pt x="745" y="0"/>
                  </a:lnTo>
                  <a:close/>
                  <a:moveTo>
                    <a:pt x="613" y="0"/>
                  </a:moveTo>
                  <a:lnTo>
                    <a:pt x="580" y="0"/>
                  </a:lnTo>
                  <a:lnTo>
                    <a:pt x="580" y="7"/>
                  </a:lnTo>
                  <a:lnTo>
                    <a:pt x="613" y="7"/>
                  </a:lnTo>
                  <a:lnTo>
                    <a:pt x="613" y="0"/>
                  </a:lnTo>
                  <a:close/>
                  <a:moveTo>
                    <a:pt x="1696" y="7"/>
                  </a:moveTo>
                  <a:lnTo>
                    <a:pt x="1729" y="7"/>
                  </a:lnTo>
                  <a:lnTo>
                    <a:pt x="1729" y="0"/>
                  </a:lnTo>
                  <a:lnTo>
                    <a:pt x="1696" y="0"/>
                  </a:lnTo>
                  <a:lnTo>
                    <a:pt x="1696" y="7"/>
                  </a:lnTo>
                  <a:close/>
                  <a:moveTo>
                    <a:pt x="547" y="0"/>
                  </a:moveTo>
                  <a:lnTo>
                    <a:pt x="515" y="0"/>
                  </a:lnTo>
                  <a:lnTo>
                    <a:pt x="515" y="7"/>
                  </a:lnTo>
                  <a:lnTo>
                    <a:pt x="547" y="7"/>
                  </a:lnTo>
                  <a:lnTo>
                    <a:pt x="547" y="0"/>
                  </a:lnTo>
                  <a:close/>
                  <a:moveTo>
                    <a:pt x="1827" y="7"/>
                  </a:moveTo>
                  <a:lnTo>
                    <a:pt x="1860" y="7"/>
                  </a:lnTo>
                  <a:lnTo>
                    <a:pt x="1860" y="0"/>
                  </a:lnTo>
                  <a:lnTo>
                    <a:pt x="1827" y="0"/>
                  </a:lnTo>
                  <a:lnTo>
                    <a:pt x="1827" y="7"/>
                  </a:lnTo>
                  <a:close/>
                  <a:moveTo>
                    <a:pt x="1631" y="7"/>
                  </a:moveTo>
                  <a:lnTo>
                    <a:pt x="1664" y="7"/>
                  </a:lnTo>
                  <a:lnTo>
                    <a:pt x="1664" y="0"/>
                  </a:lnTo>
                  <a:lnTo>
                    <a:pt x="1631" y="0"/>
                  </a:lnTo>
                  <a:lnTo>
                    <a:pt x="1631" y="7"/>
                  </a:lnTo>
                  <a:close/>
                  <a:moveTo>
                    <a:pt x="1498" y="7"/>
                  </a:moveTo>
                  <a:lnTo>
                    <a:pt x="1531" y="7"/>
                  </a:lnTo>
                  <a:lnTo>
                    <a:pt x="1531" y="0"/>
                  </a:lnTo>
                  <a:lnTo>
                    <a:pt x="1498" y="0"/>
                  </a:lnTo>
                  <a:lnTo>
                    <a:pt x="1498" y="7"/>
                  </a:lnTo>
                  <a:close/>
                  <a:moveTo>
                    <a:pt x="680" y="0"/>
                  </a:moveTo>
                  <a:lnTo>
                    <a:pt x="647" y="0"/>
                  </a:lnTo>
                  <a:lnTo>
                    <a:pt x="647" y="7"/>
                  </a:lnTo>
                  <a:lnTo>
                    <a:pt x="680" y="7"/>
                  </a:lnTo>
                  <a:lnTo>
                    <a:pt x="680" y="0"/>
                  </a:lnTo>
                  <a:close/>
                  <a:moveTo>
                    <a:pt x="1892" y="7"/>
                  </a:moveTo>
                  <a:lnTo>
                    <a:pt x="1925" y="7"/>
                  </a:lnTo>
                  <a:lnTo>
                    <a:pt x="1925" y="0"/>
                  </a:lnTo>
                  <a:lnTo>
                    <a:pt x="1892" y="0"/>
                  </a:lnTo>
                  <a:lnTo>
                    <a:pt x="1892" y="7"/>
                  </a:lnTo>
                  <a:close/>
                  <a:moveTo>
                    <a:pt x="1270" y="0"/>
                  </a:moveTo>
                  <a:lnTo>
                    <a:pt x="1237" y="0"/>
                  </a:lnTo>
                  <a:lnTo>
                    <a:pt x="1237" y="7"/>
                  </a:lnTo>
                  <a:lnTo>
                    <a:pt x="1270" y="7"/>
                  </a:lnTo>
                  <a:lnTo>
                    <a:pt x="1270" y="0"/>
                  </a:lnTo>
                  <a:close/>
                  <a:moveTo>
                    <a:pt x="3139" y="7"/>
                  </a:moveTo>
                  <a:lnTo>
                    <a:pt x="3172" y="7"/>
                  </a:lnTo>
                  <a:lnTo>
                    <a:pt x="3172" y="0"/>
                  </a:lnTo>
                  <a:lnTo>
                    <a:pt x="3139" y="0"/>
                  </a:lnTo>
                  <a:lnTo>
                    <a:pt x="3139" y="7"/>
                  </a:lnTo>
                  <a:close/>
                  <a:moveTo>
                    <a:pt x="3205" y="7"/>
                  </a:moveTo>
                  <a:lnTo>
                    <a:pt x="3237" y="7"/>
                  </a:lnTo>
                  <a:lnTo>
                    <a:pt x="3237" y="0"/>
                  </a:lnTo>
                  <a:lnTo>
                    <a:pt x="3205" y="0"/>
                  </a:lnTo>
                  <a:lnTo>
                    <a:pt x="3205" y="7"/>
                  </a:lnTo>
                  <a:close/>
                  <a:moveTo>
                    <a:pt x="65" y="258"/>
                  </a:moveTo>
                  <a:lnTo>
                    <a:pt x="60" y="255"/>
                  </a:lnTo>
                  <a:lnTo>
                    <a:pt x="37" y="278"/>
                  </a:lnTo>
                  <a:lnTo>
                    <a:pt x="42" y="283"/>
                  </a:lnTo>
                  <a:lnTo>
                    <a:pt x="65" y="258"/>
                  </a:lnTo>
                  <a:close/>
                  <a:moveTo>
                    <a:pt x="1466" y="0"/>
                  </a:moveTo>
                  <a:lnTo>
                    <a:pt x="1433" y="0"/>
                  </a:lnTo>
                  <a:lnTo>
                    <a:pt x="1433" y="7"/>
                  </a:lnTo>
                  <a:lnTo>
                    <a:pt x="1466" y="7"/>
                  </a:lnTo>
                  <a:lnTo>
                    <a:pt x="1466" y="0"/>
                  </a:lnTo>
                  <a:close/>
                  <a:moveTo>
                    <a:pt x="3072" y="7"/>
                  </a:moveTo>
                  <a:lnTo>
                    <a:pt x="3105" y="7"/>
                  </a:lnTo>
                  <a:lnTo>
                    <a:pt x="3105" y="0"/>
                  </a:lnTo>
                  <a:lnTo>
                    <a:pt x="3072" y="0"/>
                  </a:lnTo>
                  <a:lnTo>
                    <a:pt x="3072" y="7"/>
                  </a:lnTo>
                  <a:close/>
                  <a:moveTo>
                    <a:pt x="3335" y="7"/>
                  </a:moveTo>
                  <a:lnTo>
                    <a:pt x="3368" y="7"/>
                  </a:lnTo>
                  <a:lnTo>
                    <a:pt x="3368" y="0"/>
                  </a:lnTo>
                  <a:lnTo>
                    <a:pt x="3335" y="0"/>
                  </a:lnTo>
                  <a:lnTo>
                    <a:pt x="3335" y="7"/>
                  </a:lnTo>
                  <a:close/>
                  <a:moveTo>
                    <a:pt x="3401" y="7"/>
                  </a:moveTo>
                  <a:lnTo>
                    <a:pt x="3433" y="7"/>
                  </a:lnTo>
                  <a:lnTo>
                    <a:pt x="3433" y="0"/>
                  </a:lnTo>
                  <a:lnTo>
                    <a:pt x="3401" y="0"/>
                  </a:lnTo>
                  <a:lnTo>
                    <a:pt x="3401" y="7"/>
                  </a:lnTo>
                  <a:close/>
                  <a:moveTo>
                    <a:pt x="1794" y="0"/>
                  </a:moveTo>
                  <a:lnTo>
                    <a:pt x="1762" y="0"/>
                  </a:lnTo>
                  <a:lnTo>
                    <a:pt x="1762" y="7"/>
                  </a:lnTo>
                  <a:lnTo>
                    <a:pt x="1794" y="7"/>
                  </a:lnTo>
                  <a:lnTo>
                    <a:pt x="1794" y="0"/>
                  </a:lnTo>
                  <a:close/>
                  <a:moveTo>
                    <a:pt x="1597" y="0"/>
                  </a:moveTo>
                  <a:lnTo>
                    <a:pt x="1564" y="0"/>
                  </a:lnTo>
                  <a:lnTo>
                    <a:pt x="1564" y="7"/>
                  </a:lnTo>
                  <a:lnTo>
                    <a:pt x="1597" y="7"/>
                  </a:lnTo>
                  <a:lnTo>
                    <a:pt x="1597" y="0"/>
                  </a:lnTo>
                  <a:close/>
                  <a:moveTo>
                    <a:pt x="3007" y="7"/>
                  </a:moveTo>
                  <a:lnTo>
                    <a:pt x="3040" y="7"/>
                  </a:lnTo>
                  <a:lnTo>
                    <a:pt x="3040" y="0"/>
                  </a:lnTo>
                  <a:lnTo>
                    <a:pt x="3007" y="0"/>
                  </a:lnTo>
                  <a:lnTo>
                    <a:pt x="3007" y="7"/>
                  </a:lnTo>
                  <a:close/>
                  <a:moveTo>
                    <a:pt x="3270" y="7"/>
                  </a:moveTo>
                  <a:lnTo>
                    <a:pt x="3303" y="7"/>
                  </a:lnTo>
                  <a:lnTo>
                    <a:pt x="3303" y="0"/>
                  </a:lnTo>
                  <a:lnTo>
                    <a:pt x="3270" y="0"/>
                  </a:lnTo>
                  <a:lnTo>
                    <a:pt x="3270" y="7"/>
                  </a:lnTo>
                  <a:close/>
                  <a:moveTo>
                    <a:pt x="2680" y="7"/>
                  </a:moveTo>
                  <a:lnTo>
                    <a:pt x="2713" y="7"/>
                  </a:lnTo>
                  <a:lnTo>
                    <a:pt x="2713" y="0"/>
                  </a:lnTo>
                  <a:lnTo>
                    <a:pt x="2680" y="0"/>
                  </a:lnTo>
                  <a:lnTo>
                    <a:pt x="2680" y="7"/>
                  </a:lnTo>
                  <a:close/>
                  <a:moveTo>
                    <a:pt x="2876" y="7"/>
                  </a:moveTo>
                  <a:lnTo>
                    <a:pt x="2909" y="7"/>
                  </a:lnTo>
                  <a:lnTo>
                    <a:pt x="2909" y="0"/>
                  </a:lnTo>
                  <a:lnTo>
                    <a:pt x="2876" y="0"/>
                  </a:lnTo>
                  <a:lnTo>
                    <a:pt x="2876" y="7"/>
                  </a:lnTo>
                  <a:close/>
                  <a:moveTo>
                    <a:pt x="204" y="119"/>
                  </a:moveTo>
                  <a:lnTo>
                    <a:pt x="199" y="114"/>
                  </a:lnTo>
                  <a:lnTo>
                    <a:pt x="176" y="139"/>
                  </a:lnTo>
                  <a:lnTo>
                    <a:pt x="181" y="142"/>
                  </a:lnTo>
                  <a:lnTo>
                    <a:pt x="204" y="119"/>
                  </a:lnTo>
                  <a:close/>
                  <a:moveTo>
                    <a:pt x="2745" y="7"/>
                  </a:moveTo>
                  <a:lnTo>
                    <a:pt x="2778" y="7"/>
                  </a:lnTo>
                  <a:lnTo>
                    <a:pt x="2778" y="0"/>
                  </a:lnTo>
                  <a:lnTo>
                    <a:pt x="2745" y="0"/>
                  </a:lnTo>
                  <a:lnTo>
                    <a:pt x="2745" y="7"/>
                  </a:lnTo>
                  <a:close/>
                  <a:moveTo>
                    <a:pt x="2811" y="7"/>
                  </a:moveTo>
                  <a:lnTo>
                    <a:pt x="2843" y="7"/>
                  </a:lnTo>
                  <a:lnTo>
                    <a:pt x="2843" y="0"/>
                  </a:lnTo>
                  <a:lnTo>
                    <a:pt x="2811" y="0"/>
                  </a:lnTo>
                  <a:lnTo>
                    <a:pt x="2811" y="7"/>
                  </a:lnTo>
                  <a:close/>
                  <a:moveTo>
                    <a:pt x="158" y="167"/>
                  </a:moveTo>
                  <a:lnTo>
                    <a:pt x="153" y="162"/>
                  </a:lnTo>
                  <a:lnTo>
                    <a:pt x="131" y="185"/>
                  </a:lnTo>
                  <a:lnTo>
                    <a:pt x="134" y="190"/>
                  </a:lnTo>
                  <a:lnTo>
                    <a:pt x="158" y="167"/>
                  </a:lnTo>
                  <a:close/>
                  <a:moveTo>
                    <a:pt x="111" y="212"/>
                  </a:moveTo>
                  <a:lnTo>
                    <a:pt x="106" y="208"/>
                  </a:lnTo>
                  <a:lnTo>
                    <a:pt x="83" y="230"/>
                  </a:lnTo>
                  <a:lnTo>
                    <a:pt x="88" y="235"/>
                  </a:lnTo>
                  <a:lnTo>
                    <a:pt x="111" y="212"/>
                  </a:lnTo>
                  <a:close/>
                  <a:moveTo>
                    <a:pt x="2942" y="7"/>
                  </a:moveTo>
                  <a:lnTo>
                    <a:pt x="2974" y="7"/>
                  </a:lnTo>
                  <a:lnTo>
                    <a:pt x="2974" y="0"/>
                  </a:lnTo>
                  <a:lnTo>
                    <a:pt x="2942" y="0"/>
                  </a:lnTo>
                  <a:lnTo>
                    <a:pt x="2942" y="7"/>
                  </a:lnTo>
                  <a:close/>
                  <a:moveTo>
                    <a:pt x="3466" y="0"/>
                  </a:moveTo>
                  <a:lnTo>
                    <a:pt x="3466" y="7"/>
                  </a:lnTo>
                  <a:lnTo>
                    <a:pt x="3479" y="7"/>
                  </a:lnTo>
                  <a:lnTo>
                    <a:pt x="3479" y="20"/>
                  </a:lnTo>
                  <a:lnTo>
                    <a:pt x="3486" y="20"/>
                  </a:lnTo>
                  <a:lnTo>
                    <a:pt x="3486" y="0"/>
                  </a:lnTo>
                  <a:lnTo>
                    <a:pt x="3466" y="0"/>
                  </a:lnTo>
                  <a:close/>
                  <a:moveTo>
                    <a:pt x="3479" y="392"/>
                  </a:moveTo>
                  <a:lnTo>
                    <a:pt x="3486" y="392"/>
                  </a:lnTo>
                  <a:lnTo>
                    <a:pt x="3486" y="361"/>
                  </a:lnTo>
                  <a:lnTo>
                    <a:pt x="3479" y="361"/>
                  </a:lnTo>
                  <a:lnTo>
                    <a:pt x="3479" y="392"/>
                  </a:lnTo>
                  <a:close/>
                  <a:moveTo>
                    <a:pt x="3479" y="579"/>
                  </a:moveTo>
                  <a:lnTo>
                    <a:pt x="3486" y="579"/>
                  </a:lnTo>
                  <a:lnTo>
                    <a:pt x="3486" y="548"/>
                  </a:lnTo>
                  <a:lnTo>
                    <a:pt x="3479" y="548"/>
                  </a:lnTo>
                  <a:lnTo>
                    <a:pt x="3479" y="579"/>
                  </a:lnTo>
                  <a:close/>
                  <a:moveTo>
                    <a:pt x="3479" y="454"/>
                  </a:moveTo>
                  <a:lnTo>
                    <a:pt x="3486" y="454"/>
                  </a:lnTo>
                  <a:lnTo>
                    <a:pt x="3486" y="423"/>
                  </a:lnTo>
                  <a:lnTo>
                    <a:pt x="3479" y="423"/>
                  </a:lnTo>
                  <a:lnTo>
                    <a:pt x="3479" y="454"/>
                  </a:lnTo>
                  <a:close/>
                  <a:moveTo>
                    <a:pt x="3479" y="516"/>
                  </a:moveTo>
                  <a:lnTo>
                    <a:pt x="3486" y="516"/>
                  </a:lnTo>
                  <a:lnTo>
                    <a:pt x="3486" y="485"/>
                  </a:lnTo>
                  <a:lnTo>
                    <a:pt x="3479" y="485"/>
                  </a:lnTo>
                  <a:lnTo>
                    <a:pt x="3479" y="516"/>
                  </a:lnTo>
                  <a:close/>
                  <a:moveTo>
                    <a:pt x="3479" y="144"/>
                  </a:moveTo>
                  <a:lnTo>
                    <a:pt x="3486" y="144"/>
                  </a:lnTo>
                  <a:lnTo>
                    <a:pt x="3486" y="113"/>
                  </a:lnTo>
                  <a:lnTo>
                    <a:pt x="3479" y="113"/>
                  </a:lnTo>
                  <a:lnTo>
                    <a:pt x="3479" y="144"/>
                  </a:lnTo>
                  <a:close/>
                  <a:moveTo>
                    <a:pt x="3479" y="82"/>
                  </a:moveTo>
                  <a:lnTo>
                    <a:pt x="3486" y="82"/>
                  </a:lnTo>
                  <a:lnTo>
                    <a:pt x="3486" y="51"/>
                  </a:lnTo>
                  <a:lnTo>
                    <a:pt x="3479" y="51"/>
                  </a:lnTo>
                  <a:lnTo>
                    <a:pt x="3479" y="82"/>
                  </a:lnTo>
                  <a:close/>
                  <a:moveTo>
                    <a:pt x="3479" y="206"/>
                  </a:moveTo>
                  <a:lnTo>
                    <a:pt x="3486" y="206"/>
                  </a:lnTo>
                  <a:lnTo>
                    <a:pt x="3486" y="175"/>
                  </a:lnTo>
                  <a:lnTo>
                    <a:pt x="3479" y="175"/>
                  </a:lnTo>
                  <a:lnTo>
                    <a:pt x="3479" y="206"/>
                  </a:lnTo>
                  <a:close/>
                  <a:moveTo>
                    <a:pt x="3479" y="330"/>
                  </a:moveTo>
                  <a:lnTo>
                    <a:pt x="3486" y="330"/>
                  </a:lnTo>
                  <a:lnTo>
                    <a:pt x="3486" y="299"/>
                  </a:lnTo>
                  <a:lnTo>
                    <a:pt x="3479" y="299"/>
                  </a:lnTo>
                  <a:lnTo>
                    <a:pt x="3479" y="330"/>
                  </a:lnTo>
                  <a:close/>
                  <a:moveTo>
                    <a:pt x="3479" y="268"/>
                  </a:moveTo>
                  <a:lnTo>
                    <a:pt x="3486" y="268"/>
                  </a:lnTo>
                  <a:lnTo>
                    <a:pt x="3486" y="237"/>
                  </a:lnTo>
                  <a:lnTo>
                    <a:pt x="3479" y="237"/>
                  </a:lnTo>
                  <a:lnTo>
                    <a:pt x="3479" y="268"/>
                  </a:lnTo>
                  <a:close/>
                  <a:moveTo>
                    <a:pt x="3479" y="623"/>
                  </a:moveTo>
                  <a:lnTo>
                    <a:pt x="3466" y="623"/>
                  </a:lnTo>
                  <a:lnTo>
                    <a:pt x="3466" y="629"/>
                  </a:lnTo>
                  <a:lnTo>
                    <a:pt x="3486" y="629"/>
                  </a:lnTo>
                  <a:lnTo>
                    <a:pt x="3486" y="610"/>
                  </a:lnTo>
                  <a:lnTo>
                    <a:pt x="3479" y="610"/>
                  </a:lnTo>
                  <a:lnTo>
                    <a:pt x="3479" y="623"/>
                  </a:lnTo>
                  <a:close/>
                  <a:moveTo>
                    <a:pt x="269" y="584"/>
                  </a:moveTo>
                  <a:lnTo>
                    <a:pt x="292" y="606"/>
                  </a:lnTo>
                  <a:lnTo>
                    <a:pt x="297" y="601"/>
                  </a:lnTo>
                  <a:lnTo>
                    <a:pt x="274" y="579"/>
                  </a:lnTo>
                  <a:lnTo>
                    <a:pt x="269" y="584"/>
                  </a:lnTo>
                  <a:close/>
                  <a:moveTo>
                    <a:pt x="83" y="399"/>
                  </a:moveTo>
                  <a:lnTo>
                    <a:pt x="106" y="422"/>
                  </a:lnTo>
                  <a:lnTo>
                    <a:pt x="111" y="417"/>
                  </a:lnTo>
                  <a:lnTo>
                    <a:pt x="88" y="394"/>
                  </a:lnTo>
                  <a:lnTo>
                    <a:pt x="83" y="399"/>
                  </a:lnTo>
                  <a:close/>
                  <a:moveTo>
                    <a:pt x="843" y="629"/>
                  </a:moveTo>
                  <a:lnTo>
                    <a:pt x="876" y="629"/>
                  </a:lnTo>
                  <a:lnTo>
                    <a:pt x="876" y="623"/>
                  </a:lnTo>
                  <a:lnTo>
                    <a:pt x="843" y="623"/>
                  </a:lnTo>
                  <a:lnTo>
                    <a:pt x="843" y="629"/>
                  </a:lnTo>
                  <a:close/>
                  <a:moveTo>
                    <a:pt x="778" y="629"/>
                  </a:moveTo>
                  <a:lnTo>
                    <a:pt x="810" y="629"/>
                  </a:lnTo>
                  <a:lnTo>
                    <a:pt x="810" y="623"/>
                  </a:lnTo>
                  <a:lnTo>
                    <a:pt x="778" y="623"/>
                  </a:lnTo>
                  <a:lnTo>
                    <a:pt x="778" y="629"/>
                  </a:lnTo>
                  <a:close/>
                  <a:moveTo>
                    <a:pt x="319" y="629"/>
                  </a:moveTo>
                  <a:lnTo>
                    <a:pt x="351" y="629"/>
                  </a:lnTo>
                  <a:lnTo>
                    <a:pt x="351" y="623"/>
                  </a:lnTo>
                  <a:lnTo>
                    <a:pt x="319" y="623"/>
                  </a:lnTo>
                  <a:lnTo>
                    <a:pt x="319" y="629"/>
                  </a:lnTo>
                  <a:close/>
                  <a:moveTo>
                    <a:pt x="384" y="629"/>
                  </a:moveTo>
                  <a:lnTo>
                    <a:pt x="417" y="629"/>
                  </a:lnTo>
                  <a:lnTo>
                    <a:pt x="417" y="623"/>
                  </a:lnTo>
                  <a:lnTo>
                    <a:pt x="384" y="623"/>
                  </a:lnTo>
                  <a:lnTo>
                    <a:pt x="384" y="629"/>
                  </a:lnTo>
                  <a:close/>
                  <a:moveTo>
                    <a:pt x="908" y="629"/>
                  </a:moveTo>
                  <a:lnTo>
                    <a:pt x="941" y="629"/>
                  </a:lnTo>
                  <a:lnTo>
                    <a:pt x="941" y="623"/>
                  </a:lnTo>
                  <a:lnTo>
                    <a:pt x="908" y="623"/>
                  </a:lnTo>
                  <a:lnTo>
                    <a:pt x="908" y="629"/>
                  </a:lnTo>
                  <a:close/>
                  <a:moveTo>
                    <a:pt x="37" y="351"/>
                  </a:moveTo>
                  <a:lnTo>
                    <a:pt x="60" y="374"/>
                  </a:lnTo>
                  <a:lnTo>
                    <a:pt x="65" y="369"/>
                  </a:lnTo>
                  <a:lnTo>
                    <a:pt x="42" y="347"/>
                  </a:lnTo>
                  <a:lnTo>
                    <a:pt x="37" y="351"/>
                  </a:lnTo>
                  <a:close/>
                  <a:moveTo>
                    <a:pt x="580" y="629"/>
                  </a:moveTo>
                  <a:lnTo>
                    <a:pt x="613" y="629"/>
                  </a:lnTo>
                  <a:lnTo>
                    <a:pt x="613" y="623"/>
                  </a:lnTo>
                  <a:lnTo>
                    <a:pt x="580" y="623"/>
                  </a:lnTo>
                  <a:lnTo>
                    <a:pt x="580" y="629"/>
                  </a:lnTo>
                  <a:close/>
                  <a:moveTo>
                    <a:pt x="647" y="629"/>
                  </a:moveTo>
                  <a:lnTo>
                    <a:pt x="680" y="629"/>
                  </a:lnTo>
                  <a:lnTo>
                    <a:pt x="680" y="623"/>
                  </a:lnTo>
                  <a:lnTo>
                    <a:pt x="647" y="623"/>
                  </a:lnTo>
                  <a:lnTo>
                    <a:pt x="647" y="629"/>
                  </a:lnTo>
                  <a:close/>
                  <a:moveTo>
                    <a:pt x="131" y="445"/>
                  </a:moveTo>
                  <a:lnTo>
                    <a:pt x="153" y="467"/>
                  </a:lnTo>
                  <a:lnTo>
                    <a:pt x="158" y="463"/>
                  </a:lnTo>
                  <a:lnTo>
                    <a:pt x="134" y="440"/>
                  </a:lnTo>
                  <a:lnTo>
                    <a:pt x="131" y="445"/>
                  </a:lnTo>
                  <a:close/>
                  <a:moveTo>
                    <a:pt x="176" y="490"/>
                  </a:moveTo>
                  <a:lnTo>
                    <a:pt x="199" y="513"/>
                  </a:lnTo>
                  <a:lnTo>
                    <a:pt x="204" y="510"/>
                  </a:lnTo>
                  <a:lnTo>
                    <a:pt x="181" y="485"/>
                  </a:lnTo>
                  <a:lnTo>
                    <a:pt x="176" y="490"/>
                  </a:lnTo>
                  <a:close/>
                  <a:moveTo>
                    <a:pt x="449" y="629"/>
                  </a:moveTo>
                  <a:lnTo>
                    <a:pt x="482" y="629"/>
                  </a:lnTo>
                  <a:lnTo>
                    <a:pt x="482" y="623"/>
                  </a:lnTo>
                  <a:lnTo>
                    <a:pt x="449" y="623"/>
                  </a:lnTo>
                  <a:lnTo>
                    <a:pt x="449" y="629"/>
                  </a:lnTo>
                  <a:close/>
                  <a:moveTo>
                    <a:pt x="712" y="629"/>
                  </a:moveTo>
                  <a:lnTo>
                    <a:pt x="745" y="629"/>
                  </a:lnTo>
                  <a:lnTo>
                    <a:pt x="745" y="623"/>
                  </a:lnTo>
                  <a:lnTo>
                    <a:pt x="712" y="623"/>
                  </a:lnTo>
                  <a:lnTo>
                    <a:pt x="712" y="629"/>
                  </a:lnTo>
                  <a:close/>
                  <a:moveTo>
                    <a:pt x="222" y="538"/>
                  </a:moveTo>
                  <a:lnTo>
                    <a:pt x="247" y="561"/>
                  </a:lnTo>
                  <a:lnTo>
                    <a:pt x="250" y="556"/>
                  </a:lnTo>
                  <a:lnTo>
                    <a:pt x="227" y="533"/>
                  </a:lnTo>
                  <a:lnTo>
                    <a:pt x="222" y="538"/>
                  </a:lnTo>
                  <a:close/>
                  <a:moveTo>
                    <a:pt x="515" y="629"/>
                  </a:moveTo>
                  <a:lnTo>
                    <a:pt x="547" y="629"/>
                  </a:lnTo>
                  <a:lnTo>
                    <a:pt x="547" y="623"/>
                  </a:lnTo>
                  <a:lnTo>
                    <a:pt x="515" y="623"/>
                  </a:lnTo>
                  <a:lnTo>
                    <a:pt x="515" y="629"/>
                  </a:lnTo>
                  <a:close/>
                  <a:moveTo>
                    <a:pt x="1892" y="629"/>
                  </a:moveTo>
                  <a:lnTo>
                    <a:pt x="1925" y="629"/>
                  </a:lnTo>
                  <a:lnTo>
                    <a:pt x="1925" y="623"/>
                  </a:lnTo>
                  <a:lnTo>
                    <a:pt x="1892" y="623"/>
                  </a:lnTo>
                  <a:lnTo>
                    <a:pt x="1892" y="629"/>
                  </a:lnTo>
                  <a:close/>
                  <a:moveTo>
                    <a:pt x="2680" y="629"/>
                  </a:moveTo>
                  <a:lnTo>
                    <a:pt x="2713" y="629"/>
                  </a:lnTo>
                  <a:lnTo>
                    <a:pt x="2713" y="623"/>
                  </a:lnTo>
                  <a:lnTo>
                    <a:pt x="2680" y="623"/>
                  </a:lnTo>
                  <a:lnTo>
                    <a:pt x="2680" y="629"/>
                  </a:lnTo>
                  <a:close/>
                  <a:moveTo>
                    <a:pt x="2613" y="629"/>
                  </a:moveTo>
                  <a:lnTo>
                    <a:pt x="2647" y="629"/>
                  </a:lnTo>
                  <a:lnTo>
                    <a:pt x="2647" y="623"/>
                  </a:lnTo>
                  <a:lnTo>
                    <a:pt x="2613" y="623"/>
                  </a:lnTo>
                  <a:lnTo>
                    <a:pt x="2613" y="629"/>
                  </a:lnTo>
                  <a:close/>
                  <a:moveTo>
                    <a:pt x="2876" y="629"/>
                  </a:moveTo>
                  <a:lnTo>
                    <a:pt x="2909" y="629"/>
                  </a:lnTo>
                  <a:lnTo>
                    <a:pt x="2909" y="623"/>
                  </a:lnTo>
                  <a:lnTo>
                    <a:pt x="2876" y="623"/>
                  </a:lnTo>
                  <a:lnTo>
                    <a:pt x="2876" y="629"/>
                  </a:lnTo>
                  <a:close/>
                  <a:moveTo>
                    <a:pt x="2811" y="629"/>
                  </a:moveTo>
                  <a:lnTo>
                    <a:pt x="2843" y="629"/>
                  </a:lnTo>
                  <a:lnTo>
                    <a:pt x="2843" y="623"/>
                  </a:lnTo>
                  <a:lnTo>
                    <a:pt x="2811" y="623"/>
                  </a:lnTo>
                  <a:lnTo>
                    <a:pt x="2811" y="629"/>
                  </a:lnTo>
                  <a:close/>
                  <a:moveTo>
                    <a:pt x="2745" y="629"/>
                  </a:moveTo>
                  <a:lnTo>
                    <a:pt x="2778" y="629"/>
                  </a:lnTo>
                  <a:lnTo>
                    <a:pt x="2778" y="623"/>
                  </a:lnTo>
                  <a:lnTo>
                    <a:pt x="2745" y="623"/>
                  </a:lnTo>
                  <a:lnTo>
                    <a:pt x="2745" y="629"/>
                  </a:lnTo>
                  <a:close/>
                  <a:moveTo>
                    <a:pt x="2352" y="629"/>
                  </a:moveTo>
                  <a:lnTo>
                    <a:pt x="2384" y="629"/>
                  </a:lnTo>
                  <a:lnTo>
                    <a:pt x="2384" y="623"/>
                  </a:lnTo>
                  <a:lnTo>
                    <a:pt x="2352" y="623"/>
                  </a:lnTo>
                  <a:lnTo>
                    <a:pt x="2352" y="629"/>
                  </a:lnTo>
                  <a:close/>
                  <a:moveTo>
                    <a:pt x="2417" y="629"/>
                  </a:moveTo>
                  <a:lnTo>
                    <a:pt x="2450" y="629"/>
                  </a:lnTo>
                  <a:lnTo>
                    <a:pt x="2450" y="623"/>
                  </a:lnTo>
                  <a:lnTo>
                    <a:pt x="2417" y="623"/>
                  </a:lnTo>
                  <a:lnTo>
                    <a:pt x="2417" y="629"/>
                  </a:lnTo>
                  <a:close/>
                  <a:moveTo>
                    <a:pt x="2548" y="629"/>
                  </a:moveTo>
                  <a:lnTo>
                    <a:pt x="2580" y="629"/>
                  </a:lnTo>
                  <a:lnTo>
                    <a:pt x="2580" y="623"/>
                  </a:lnTo>
                  <a:lnTo>
                    <a:pt x="2548" y="623"/>
                  </a:lnTo>
                  <a:lnTo>
                    <a:pt x="2548" y="629"/>
                  </a:lnTo>
                  <a:close/>
                  <a:moveTo>
                    <a:pt x="2482" y="629"/>
                  </a:moveTo>
                  <a:lnTo>
                    <a:pt x="2515" y="629"/>
                  </a:lnTo>
                  <a:lnTo>
                    <a:pt x="2515" y="623"/>
                  </a:lnTo>
                  <a:lnTo>
                    <a:pt x="2482" y="623"/>
                  </a:lnTo>
                  <a:lnTo>
                    <a:pt x="2482" y="629"/>
                  </a:lnTo>
                  <a:close/>
                  <a:moveTo>
                    <a:pt x="3072" y="629"/>
                  </a:moveTo>
                  <a:lnTo>
                    <a:pt x="3105" y="629"/>
                  </a:lnTo>
                  <a:lnTo>
                    <a:pt x="3105" y="623"/>
                  </a:lnTo>
                  <a:lnTo>
                    <a:pt x="3072" y="623"/>
                  </a:lnTo>
                  <a:lnTo>
                    <a:pt x="3072" y="629"/>
                  </a:lnTo>
                  <a:close/>
                  <a:moveTo>
                    <a:pt x="2942" y="629"/>
                  </a:moveTo>
                  <a:lnTo>
                    <a:pt x="2974" y="629"/>
                  </a:lnTo>
                  <a:lnTo>
                    <a:pt x="2974" y="623"/>
                  </a:lnTo>
                  <a:lnTo>
                    <a:pt x="2942" y="623"/>
                  </a:lnTo>
                  <a:lnTo>
                    <a:pt x="2942" y="629"/>
                  </a:lnTo>
                  <a:close/>
                  <a:moveTo>
                    <a:pt x="3270" y="629"/>
                  </a:moveTo>
                  <a:lnTo>
                    <a:pt x="3303" y="629"/>
                  </a:lnTo>
                  <a:lnTo>
                    <a:pt x="3303" y="623"/>
                  </a:lnTo>
                  <a:lnTo>
                    <a:pt x="3270" y="623"/>
                  </a:lnTo>
                  <a:lnTo>
                    <a:pt x="3270" y="629"/>
                  </a:lnTo>
                  <a:close/>
                  <a:moveTo>
                    <a:pt x="3205" y="629"/>
                  </a:moveTo>
                  <a:lnTo>
                    <a:pt x="3237" y="629"/>
                  </a:lnTo>
                  <a:lnTo>
                    <a:pt x="3237" y="623"/>
                  </a:lnTo>
                  <a:lnTo>
                    <a:pt x="3205" y="623"/>
                  </a:lnTo>
                  <a:lnTo>
                    <a:pt x="3205" y="629"/>
                  </a:lnTo>
                  <a:close/>
                  <a:moveTo>
                    <a:pt x="3401" y="629"/>
                  </a:moveTo>
                  <a:lnTo>
                    <a:pt x="3433" y="629"/>
                  </a:lnTo>
                  <a:lnTo>
                    <a:pt x="3433" y="623"/>
                  </a:lnTo>
                  <a:lnTo>
                    <a:pt x="3401" y="623"/>
                  </a:lnTo>
                  <a:lnTo>
                    <a:pt x="3401" y="629"/>
                  </a:lnTo>
                  <a:close/>
                  <a:moveTo>
                    <a:pt x="3335" y="629"/>
                  </a:moveTo>
                  <a:lnTo>
                    <a:pt x="3368" y="629"/>
                  </a:lnTo>
                  <a:lnTo>
                    <a:pt x="3368" y="623"/>
                  </a:lnTo>
                  <a:lnTo>
                    <a:pt x="3335" y="623"/>
                  </a:lnTo>
                  <a:lnTo>
                    <a:pt x="3335" y="629"/>
                  </a:lnTo>
                  <a:close/>
                  <a:moveTo>
                    <a:pt x="3007" y="629"/>
                  </a:moveTo>
                  <a:lnTo>
                    <a:pt x="3040" y="629"/>
                  </a:lnTo>
                  <a:lnTo>
                    <a:pt x="3040" y="623"/>
                  </a:lnTo>
                  <a:lnTo>
                    <a:pt x="3007" y="623"/>
                  </a:lnTo>
                  <a:lnTo>
                    <a:pt x="3007" y="629"/>
                  </a:lnTo>
                  <a:close/>
                  <a:moveTo>
                    <a:pt x="3139" y="629"/>
                  </a:moveTo>
                  <a:lnTo>
                    <a:pt x="3172" y="629"/>
                  </a:lnTo>
                  <a:lnTo>
                    <a:pt x="3172" y="623"/>
                  </a:lnTo>
                  <a:lnTo>
                    <a:pt x="3139" y="623"/>
                  </a:lnTo>
                  <a:lnTo>
                    <a:pt x="3139" y="629"/>
                  </a:lnTo>
                  <a:close/>
                  <a:moveTo>
                    <a:pt x="2286" y="629"/>
                  </a:moveTo>
                  <a:lnTo>
                    <a:pt x="2319" y="629"/>
                  </a:lnTo>
                  <a:lnTo>
                    <a:pt x="2319" y="623"/>
                  </a:lnTo>
                  <a:lnTo>
                    <a:pt x="2286" y="623"/>
                  </a:lnTo>
                  <a:lnTo>
                    <a:pt x="2286" y="629"/>
                  </a:lnTo>
                  <a:close/>
                  <a:moveTo>
                    <a:pt x="2088" y="629"/>
                  </a:moveTo>
                  <a:lnTo>
                    <a:pt x="2123" y="629"/>
                  </a:lnTo>
                  <a:lnTo>
                    <a:pt x="2123" y="623"/>
                  </a:lnTo>
                  <a:lnTo>
                    <a:pt x="2088" y="623"/>
                  </a:lnTo>
                  <a:lnTo>
                    <a:pt x="2088" y="629"/>
                  </a:lnTo>
                  <a:close/>
                  <a:moveTo>
                    <a:pt x="2221" y="629"/>
                  </a:moveTo>
                  <a:lnTo>
                    <a:pt x="2253" y="629"/>
                  </a:lnTo>
                  <a:lnTo>
                    <a:pt x="2253" y="623"/>
                  </a:lnTo>
                  <a:lnTo>
                    <a:pt x="2221" y="623"/>
                  </a:lnTo>
                  <a:lnTo>
                    <a:pt x="2221" y="629"/>
                  </a:lnTo>
                  <a:close/>
                  <a:moveTo>
                    <a:pt x="1368" y="629"/>
                  </a:moveTo>
                  <a:lnTo>
                    <a:pt x="1400" y="629"/>
                  </a:lnTo>
                  <a:lnTo>
                    <a:pt x="1400" y="623"/>
                  </a:lnTo>
                  <a:lnTo>
                    <a:pt x="1368" y="623"/>
                  </a:lnTo>
                  <a:lnTo>
                    <a:pt x="1368" y="629"/>
                  </a:lnTo>
                  <a:close/>
                  <a:moveTo>
                    <a:pt x="1498" y="629"/>
                  </a:moveTo>
                  <a:lnTo>
                    <a:pt x="1531" y="629"/>
                  </a:lnTo>
                  <a:lnTo>
                    <a:pt x="1531" y="623"/>
                  </a:lnTo>
                  <a:lnTo>
                    <a:pt x="1498" y="623"/>
                  </a:lnTo>
                  <a:lnTo>
                    <a:pt x="1498" y="629"/>
                  </a:lnTo>
                  <a:close/>
                  <a:moveTo>
                    <a:pt x="1302" y="629"/>
                  </a:moveTo>
                  <a:lnTo>
                    <a:pt x="1335" y="629"/>
                  </a:lnTo>
                  <a:lnTo>
                    <a:pt x="1335" y="623"/>
                  </a:lnTo>
                  <a:lnTo>
                    <a:pt x="1302" y="623"/>
                  </a:lnTo>
                  <a:lnTo>
                    <a:pt x="1302" y="629"/>
                  </a:lnTo>
                  <a:close/>
                  <a:moveTo>
                    <a:pt x="1564" y="629"/>
                  </a:moveTo>
                  <a:lnTo>
                    <a:pt x="1597" y="629"/>
                  </a:lnTo>
                  <a:lnTo>
                    <a:pt x="1597" y="623"/>
                  </a:lnTo>
                  <a:lnTo>
                    <a:pt x="1564" y="623"/>
                  </a:lnTo>
                  <a:lnTo>
                    <a:pt x="1564" y="629"/>
                  </a:lnTo>
                  <a:close/>
                  <a:moveTo>
                    <a:pt x="1105" y="629"/>
                  </a:moveTo>
                  <a:lnTo>
                    <a:pt x="1139" y="629"/>
                  </a:lnTo>
                  <a:lnTo>
                    <a:pt x="1139" y="623"/>
                  </a:lnTo>
                  <a:lnTo>
                    <a:pt x="1105" y="623"/>
                  </a:lnTo>
                  <a:lnTo>
                    <a:pt x="1105" y="629"/>
                  </a:lnTo>
                  <a:close/>
                  <a:moveTo>
                    <a:pt x="1039" y="629"/>
                  </a:moveTo>
                  <a:lnTo>
                    <a:pt x="1072" y="629"/>
                  </a:lnTo>
                  <a:lnTo>
                    <a:pt x="1072" y="623"/>
                  </a:lnTo>
                  <a:lnTo>
                    <a:pt x="1039" y="623"/>
                  </a:lnTo>
                  <a:lnTo>
                    <a:pt x="1039" y="629"/>
                  </a:lnTo>
                  <a:close/>
                  <a:moveTo>
                    <a:pt x="1237" y="629"/>
                  </a:moveTo>
                  <a:lnTo>
                    <a:pt x="1270" y="629"/>
                  </a:lnTo>
                  <a:lnTo>
                    <a:pt x="1270" y="623"/>
                  </a:lnTo>
                  <a:lnTo>
                    <a:pt x="1237" y="623"/>
                  </a:lnTo>
                  <a:lnTo>
                    <a:pt x="1237" y="629"/>
                  </a:lnTo>
                  <a:close/>
                  <a:moveTo>
                    <a:pt x="1172" y="629"/>
                  </a:moveTo>
                  <a:lnTo>
                    <a:pt x="1204" y="629"/>
                  </a:lnTo>
                  <a:lnTo>
                    <a:pt x="1204" y="623"/>
                  </a:lnTo>
                  <a:lnTo>
                    <a:pt x="1172" y="623"/>
                  </a:lnTo>
                  <a:lnTo>
                    <a:pt x="1172" y="629"/>
                  </a:lnTo>
                  <a:close/>
                  <a:moveTo>
                    <a:pt x="1433" y="629"/>
                  </a:moveTo>
                  <a:lnTo>
                    <a:pt x="1466" y="629"/>
                  </a:lnTo>
                  <a:lnTo>
                    <a:pt x="1466" y="623"/>
                  </a:lnTo>
                  <a:lnTo>
                    <a:pt x="1433" y="623"/>
                  </a:lnTo>
                  <a:lnTo>
                    <a:pt x="1433" y="629"/>
                  </a:lnTo>
                  <a:close/>
                  <a:moveTo>
                    <a:pt x="974" y="629"/>
                  </a:moveTo>
                  <a:lnTo>
                    <a:pt x="1007" y="629"/>
                  </a:lnTo>
                  <a:lnTo>
                    <a:pt x="1007" y="623"/>
                  </a:lnTo>
                  <a:lnTo>
                    <a:pt x="974" y="623"/>
                  </a:lnTo>
                  <a:lnTo>
                    <a:pt x="974" y="629"/>
                  </a:lnTo>
                  <a:close/>
                  <a:moveTo>
                    <a:pt x="1958" y="629"/>
                  </a:moveTo>
                  <a:lnTo>
                    <a:pt x="1990" y="629"/>
                  </a:lnTo>
                  <a:lnTo>
                    <a:pt x="1990" y="623"/>
                  </a:lnTo>
                  <a:lnTo>
                    <a:pt x="1958" y="623"/>
                  </a:lnTo>
                  <a:lnTo>
                    <a:pt x="1958" y="629"/>
                  </a:lnTo>
                  <a:close/>
                  <a:moveTo>
                    <a:pt x="2023" y="629"/>
                  </a:moveTo>
                  <a:lnTo>
                    <a:pt x="2056" y="629"/>
                  </a:lnTo>
                  <a:lnTo>
                    <a:pt x="2056" y="623"/>
                  </a:lnTo>
                  <a:lnTo>
                    <a:pt x="2023" y="623"/>
                  </a:lnTo>
                  <a:lnTo>
                    <a:pt x="2023" y="629"/>
                  </a:lnTo>
                  <a:close/>
                  <a:moveTo>
                    <a:pt x="2155" y="629"/>
                  </a:moveTo>
                  <a:lnTo>
                    <a:pt x="2188" y="629"/>
                  </a:lnTo>
                  <a:lnTo>
                    <a:pt x="2188" y="623"/>
                  </a:lnTo>
                  <a:lnTo>
                    <a:pt x="2155" y="623"/>
                  </a:lnTo>
                  <a:lnTo>
                    <a:pt x="2155" y="629"/>
                  </a:lnTo>
                  <a:close/>
                  <a:moveTo>
                    <a:pt x="1696" y="629"/>
                  </a:moveTo>
                  <a:lnTo>
                    <a:pt x="1729" y="629"/>
                  </a:lnTo>
                  <a:lnTo>
                    <a:pt x="1729" y="623"/>
                  </a:lnTo>
                  <a:lnTo>
                    <a:pt x="1696" y="623"/>
                  </a:lnTo>
                  <a:lnTo>
                    <a:pt x="1696" y="629"/>
                  </a:lnTo>
                  <a:close/>
                  <a:moveTo>
                    <a:pt x="1631" y="629"/>
                  </a:moveTo>
                  <a:lnTo>
                    <a:pt x="1664" y="629"/>
                  </a:lnTo>
                  <a:lnTo>
                    <a:pt x="1664" y="623"/>
                  </a:lnTo>
                  <a:lnTo>
                    <a:pt x="1631" y="623"/>
                  </a:lnTo>
                  <a:lnTo>
                    <a:pt x="1631" y="629"/>
                  </a:lnTo>
                  <a:close/>
                  <a:moveTo>
                    <a:pt x="1827" y="629"/>
                  </a:moveTo>
                  <a:lnTo>
                    <a:pt x="1860" y="629"/>
                  </a:lnTo>
                  <a:lnTo>
                    <a:pt x="1860" y="623"/>
                  </a:lnTo>
                  <a:lnTo>
                    <a:pt x="1827" y="623"/>
                  </a:lnTo>
                  <a:lnTo>
                    <a:pt x="1827" y="629"/>
                  </a:lnTo>
                  <a:close/>
                  <a:moveTo>
                    <a:pt x="1762" y="629"/>
                  </a:moveTo>
                  <a:lnTo>
                    <a:pt x="1794" y="629"/>
                  </a:lnTo>
                  <a:lnTo>
                    <a:pt x="1794" y="623"/>
                  </a:lnTo>
                  <a:lnTo>
                    <a:pt x="1762" y="623"/>
                  </a:lnTo>
                  <a:lnTo>
                    <a:pt x="1762" y="6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5422419" y="4664933"/>
              <a:ext cx="4189423" cy="755923"/>
            </a:xfrm>
            <a:custGeom>
              <a:avLst/>
              <a:gdLst/>
              <a:ahLst/>
              <a:cxnLst/>
              <a:rect r="r" b="b" t="t" l="l"/>
              <a:pathLst>
                <a:path w="3486" h="629" stroke="true" fill="norm" extrusionOk="true">
                  <a:moveTo>
                    <a:pt x="19" y="306"/>
                  </a:moveTo>
                  <a:lnTo>
                    <a:pt x="10" y="314"/>
                  </a:lnTo>
                  <a:lnTo>
                    <a:pt x="19" y="324"/>
                  </a:lnTo>
                  <a:lnTo>
                    <a:pt x="15" y="329"/>
                  </a:lnTo>
                  <a:lnTo>
                    <a:pt x="0" y="314"/>
                  </a:lnTo>
                  <a:lnTo>
                    <a:pt x="15" y="301"/>
                  </a:lnTo>
                  <a:lnTo>
                    <a:pt x="19" y="306"/>
                  </a:lnTo>
                  <a:moveTo>
                    <a:pt x="2155" y="7"/>
                  </a:moveTo>
                  <a:lnTo>
                    <a:pt x="2188" y="7"/>
                  </a:lnTo>
                  <a:lnTo>
                    <a:pt x="2188" y="0"/>
                  </a:lnTo>
                  <a:lnTo>
                    <a:pt x="2155" y="0"/>
                  </a:lnTo>
                  <a:lnTo>
                    <a:pt x="2155" y="7"/>
                  </a:lnTo>
                  <a:moveTo>
                    <a:pt x="2088" y="7"/>
                  </a:moveTo>
                  <a:lnTo>
                    <a:pt x="2123" y="7"/>
                  </a:lnTo>
                  <a:lnTo>
                    <a:pt x="2123" y="0"/>
                  </a:lnTo>
                  <a:lnTo>
                    <a:pt x="2088" y="0"/>
                  </a:lnTo>
                  <a:lnTo>
                    <a:pt x="2088" y="7"/>
                  </a:lnTo>
                  <a:moveTo>
                    <a:pt x="417" y="0"/>
                  </a:moveTo>
                  <a:lnTo>
                    <a:pt x="384" y="0"/>
                  </a:lnTo>
                  <a:lnTo>
                    <a:pt x="384" y="7"/>
                  </a:lnTo>
                  <a:lnTo>
                    <a:pt x="417" y="7"/>
                  </a:lnTo>
                  <a:lnTo>
                    <a:pt x="417" y="0"/>
                  </a:lnTo>
                  <a:moveTo>
                    <a:pt x="1007" y="0"/>
                  </a:moveTo>
                  <a:lnTo>
                    <a:pt x="974" y="0"/>
                  </a:lnTo>
                  <a:lnTo>
                    <a:pt x="974" y="7"/>
                  </a:lnTo>
                  <a:lnTo>
                    <a:pt x="1007" y="7"/>
                  </a:lnTo>
                  <a:lnTo>
                    <a:pt x="1007" y="0"/>
                  </a:lnTo>
                  <a:moveTo>
                    <a:pt x="2023" y="7"/>
                  </a:moveTo>
                  <a:lnTo>
                    <a:pt x="2056" y="7"/>
                  </a:lnTo>
                  <a:lnTo>
                    <a:pt x="2056" y="0"/>
                  </a:lnTo>
                  <a:lnTo>
                    <a:pt x="2023" y="0"/>
                  </a:lnTo>
                  <a:lnTo>
                    <a:pt x="2023" y="7"/>
                  </a:lnTo>
                  <a:moveTo>
                    <a:pt x="2548" y="7"/>
                  </a:moveTo>
                  <a:lnTo>
                    <a:pt x="2580" y="7"/>
                  </a:lnTo>
                  <a:lnTo>
                    <a:pt x="2580" y="0"/>
                  </a:lnTo>
                  <a:lnTo>
                    <a:pt x="2548" y="0"/>
                  </a:lnTo>
                  <a:lnTo>
                    <a:pt x="2548" y="7"/>
                  </a:lnTo>
                  <a:moveTo>
                    <a:pt x="482" y="0"/>
                  </a:moveTo>
                  <a:lnTo>
                    <a:pt x="449" y="0"/>
                  </a:lnTo>
                  <a:lnTo>
                    <a:pt x="449" y="7"/>
                  </a:lnTo>
                  <a:lnTo>
                    <a:pt x="482" y="7"/>
                  </a:lnTo>
                  <a:lnTo>
                    <a:pt x="482" y="0"/>
                  </a:lnTo>
                  <a:moveTo>
                    <a:pt x="1958" y="7"/>
                  </a:moveTo>
                  <a:lnTo>
                    <a:pt x="1990" y="7"/>
                  </a:lnTo>
                  <a:lnTo>
                    <a:pt x="1990" y="0"/>
                  </a:lnTo>
                  <a:lnTo>
                    <a:pt x="1958" y="0"/>
                  </a:lnTo>
                  <a:lnTo>
                    <a:pt x="1958" y="7"/>
                  </a:lnTo>
                  <a:moveTo>
                    <a:pt x="250" y="74"/>
                  </a:moveTo>
                  <a:lnTo>
                    <a:pt x="247" y="69"/>
                  </a:lnTo>
                  <a:lnTo>
                    <a:pt x="222" y="92"/>
                  </a:lnTo>
                  <a:lnTo>
                    <a:pt x="227" y="96"/>
                  </a:lnTo>
                  <a:lnTo>
                    <a:pt x="250" y="74"/>
                  </a:lnTo>
                  <a:moveTo>
                    <a:pt x="297" y="28"/>
                  </a:moveTo>
                  <a:lnTo>
                    <a:pt x="292" y="23"/>
                  </a:lnTo>
                  <a:lnTo>
                    <a:pt x="269" y="46"/>
                  </a:lnTo>
                  <a:lnTo>
                    <a:pt x="274" y="51"/>
                  </a:lnTo>
                  <a:lnTo>
                    <a:pt x="297" y="28"/>
                  </a:lnTo>
                  <a:moveTo>
                    <a:pt x="2417" y="7"/>
                  </a:moveTo>
                  <a:lnTo>
                    <a:pt x="2450" y="7"/>
                  </a:lnTo>
                  <a:lnTo>
                    <a:pt x="2450" y="0"/>
                  </a:lnTo>
                  <a:lnTo>
                    <a:pt x="2417" y="0"/>
                  </a:lnTo>
                  <a:lnTo>
                    <a:pt x="2417" y="7"/>
                  </a:lnTo>
                  <a:moveTo>
                    <a:pt x="2482" y="7"/>
                  </a:moveTo>
                  <a:lnTo>
                    <a:pt x="2515" y="7"/>
                  </a:lnTo>
                  <a:lnTo>
                    <a:pt x="2515" y="0"/>
                  </a:lnTo>
                  <a:lnTo>
                    <a:pt x="2482" y="0"/>
                  </a:lnTo>
                  <a:lnTo>
                    <a:pt x="2482" y="7"/>
                  </a:lnTo>
                  <a:moveTo>
                    <a:pt x="2221" y="7"/>
                  </a:moveTo>
                  <a:lnTo>
                    <a:pt x="2253" y="7"/>
                  </a:lnTo>
                  <a:lnTo>
                    <a:pt x="2253" y="0"/>
                  </a:lnTo>
                  <a:lnTo>
                    <a:pt x="2221" y="0"/>
                  </a:lnTo>
                  <a:lnTo>
                    <a:pt x="2221" y="7"/>
                  </a:lnTo>
                  <a:moveTo>
                    <a:pt x="351" y="0"/>
                  </a:moveTo>
                  <a:lnTo>
                    <a:pt x="319" y="0"/>
                  </a:lnTo>
                  <a:lnTo>
                    <a:pt x="319" y="7"/>
                  </a:lnTo>
                  <a:lnTo>
                    <a:pt x="351" y="7"/>
                  </a:lnTo>
                  <a:lnTo>
                    <a:pt x="351" y="0"/>
                  </a:lnTo>
                  <a:moveTo>
                    <a:pt x="2352" y="7"/>
                  </a:moveTo>
                  <a:lnTo>
                    <a:pt x="2384" y="7"/>
                  </a:lnTo>
                  <a:lnTo>
                    <a:pt x="2384" y="0"/>
                  </a:lnTo>
                  <a:lnTo>
                    <a:pt x="2352" y="0"/>
                  </a:lnTo>
                  <a:lnTo>
                    <a:pt x="2352" y="7"/>
                  </a:lnTo>
                  <a:moveTo>
                    <a:pt x="2286" y="7"/>
                  </a:moveTo>
                  <a:lnTo>
                    <a:pt x="2319" y="7"/>
                  </a:lnTo>
                  <a:lnTo>
                    <a:pt x="2319" y="0"/>
                  </a:lnTo>
                  <a:lnTo>
                    <a:pt x="2286" y="0"/>
                  </a:lnTo>
                  <a:lnTo>
                    <a:pt x="2286" y="7"/>
                  </a:lnTo>
                  <a:moveTo>
                    <a:pt x="2613" y="7"/>
                  </a:moveTo>
                  <a:lnTo>
                    <a:pt x="2647" y="7"/>
                  </a:lnTo>
                  <a:lnTo>
                    <a:pt x="2647" y="0"/>
                  </a:lnTo>
                  <a:lnTo>
                    <a:pt x="2613" y="0"/>
                  </a:lnTo>
                  <a:lnTo>
                    <a:pt x="2613" y="7"/>
                  </a:lnTo>
                  <a:moveTo>
                    <a:pt x="876" y="0"/>
                  </a:moveTo>
                  <a:lnTo>
                    <a:pt x="843" y="0"/>
                  </a:lnTo>
                  <a:lnTo>
                    <a:pt x="843" y="7"/>
                  </a:lnTo>
                  <a:lnTo>
                    <a:pt x="876" y="7"/>
                  </a:lnTo>
                  <a:lnTo>
                    <a:pt x="876" y="0"/>
                  </a:lnTo>
                  <a:moveTo>
                    <a:pt x="1204" y="0"/>
                  </a:moveTo>
                  <a:lnTo>
                    <a:pt x="1172" y="0"/>
                  </a:lnTo>
                  <a:lnTo>
                    <a:pt x="1172" y="7"/>
                  </a:lnTo>
                  <a:lnTo>
                    <a:pt x="1204" y="7"/>
                  </a:lnTo>
                  <a:lnTo>
                    <a:pt x="1204" y="0"/>
                  </a:lnTo>
                  <a:moveTo>
                    <a:pt x="810" y="0"/>
                  </a:moveTo>
                  <a:lnTo>
                    <a:pt x="778" y="0"/>
                  </a:lnTo>
                  <a:lnTo>
                    <a:pt x="778" y="7"/>
                  </a:lnTo>
                  <a:lnTo>
                    <a:pt x="810" y="7"/>
                  </a:lnTo>
                  <a:lnTo>
                    <a:pt x="810" y="0"/>
                  </a:lnTo>
                  <a:moveTo>
                    <a:pt x="1400" y="0"/>
                  </a:moveTo>
                  <a:lnTo>
                    <a:pt x="1368" y="0"/>
                  </a:lnTo>
                  <a:lnTo>
                    <a:pt x="1368" y="7"/>
                  </a:lnTo>
                  <a:lnTo>
                    <a:pt x="1400" y="7"/>
                  </a:lnTo>
                  <a:lnTo>
                    <a:pt x="1400" y="0"/>
                  </a:lnTo>
                  <a:moveTo>
                    <a:pt x="1302" y="7"/>
                  </a:moveTo>
                  <a:lnTo>
                    <a:pt x="1335" y="7"/>
                  </a:lnTo>
                  <a:lnTo>
                    <a:pt x="1335" y="0"/>
                  </a:lnTo>
                  <a:lnTo>
                    <a:pt x="1302" y="0"/>
                  </a:lnTo>
                  <a:lnTo>
                    <a:pt x="1302" y="7"/>
                  </a:lnTo>
                  <a:moveTo>
                    <a:pt x="1072" y="0"/>
                  </a:moveTo>
                  <a:lnTo>
                    <a:pt x="1039" y="0"/>
                  </a:lnTo>
                  <a:lnTo>
                    <a:pt x="1039" y="7"/>
                  </a:lnTo>
                  <a:lnTo>
                    <a:pt x="1072" y="7"/>
                  </a:lnTo>
                  <a:lnTo>
                    <a:pt x="1072" y="0"/>
                  </a:lnTo>
                  <a:moveTo>
                    <a:pt x="941" y="0"/>
                  </a:moveTo>
                  <a:lnTo>
                    <a:pt x="908" y="0"/>
                  </a:lnTo>
                  <a:lnTo>
                    <a:pt x="908" y="7"/>
                  </a:lnTo>
                  <a:lnTo>
                    <a:pt x="941" y="7"/>
                  </a:lnTo>
                  <a:lnTo>
                    <a:pt x="941" y="0"/>
                  </a:lnTo>
                  <a:moveTo>
                    <a:pt x="1139" y="0"/>
                  </a:moveTo>
                  <a:lnTo>
                    <a:pt x="1105" y="0"/>
                  </a:lnTo>
                  <a:lnTo>
                    <a:pt x="1105" y="7"/>
                  </a:lnTo>
                  <a:lnTo>
                    <a:pt x="1139" y="7"/>
                  </a:lnTo>
                  <a:lnTo>
                    <a:pt x="1139" y="0"/>
                  </a:lnTo>
                  <a:moveTo>
                    <a:pt x="745" y="0"/>
                  </a:moveTo>
                  <a:lnTo>
                    <a:pt x="712" y="0"/>
                  </a:lnTo>
                  <a:lnTo>
                    <a:pt x="712" y="7"/>
                  </a:lnTo>
                  <a:lnTo>
                    <a:pt x="745" y="7"/>
                  </a:lnTo>
                  <a:lnTo>
                    <a:pt x="745" y="0"/>
                  </a:lnTo>
                  <a:moveTo>
                    <a:pt x="613" y="0"/>
                  </a:moveTo>
                  <a:lnTo>
                    <a:pt x="580" y="0"/>
                  </a:lnTo>
                  <a:lnTo>
                    <a:pt x="580" y="7"/>
                  </a:lnTo>
                  <a:lnTo>
                    <a:pt x="613" y="7"/>
                  </a:lnTo>
                  <a:lnTo>
                    <a:pt x="613" y="0"/>
                  </a:lnTo>
                  <a:moveTo>
                    <a:pt x="1696" y="7"/>
                  </a:moveTo>
                  <a:lnTo>
                    <a:pt x="1729" y="7"/>
                  </a:lnTo>
                  <a:lnTo>
                    <a:pt x="1729" y="0"/>
                  </a:lnTo>
                  <a:lnTo>
                    <a:pt x="1696" y="0"/>
                  </a:lnTo>
                  <a:lnTo>
                    <a:pt x="1696" y="7"/>
                  </a:lnTo>
                  <a:moveTo>
                    <a:pt x="547" y="0"/>
                  </a:moveTo>
                  <a:lnTo>
                    <a:pt x="515" y="0"/>
                  </a:lnTo>
                  <a:lnTo>
                    <a:pt x="515" y="7"/>
                  </a:lnTo>
                  <a:lnTo>
                    <a:pt x="547" y="7"/>
                  </a:lnTo>
                  <a:lnTo>
                    <a:pt x="547" y="0"/>
                  </a:lnTo>
                  <a:moveTo>
                    <a:pt x="1827" y="7"/>
                  </a:moveTo>
                  <a:lnTo>
                    <a:pt x="1860" y="7"/>
                  </a:lnTo>
                  <a:lnTo>
                    <a:pt x="1860" y="0"/>
                  </a:lnTo>
                  <a:lnTo>
                    <a:pt x="1827" y="0"/>
                  </a:lnTo>
                  <a:lnTo>
                    <a:pt x="1827" y="7"/>
                  </a:lnTo>
                  <a:moveTo>
                    <a:pt x="1631" y="7"/>
                  </a:moveTo>
                  <a:lnTo>
                    <a:pt x="1664" y="7"/>
                  </a:lnTo>
                  <a:lnTo>
                    <a:pt x="1664" y="0"/>
                  </a:lnTo>
                  <a:lnTo>
                    <a:pt x="1631" y="0"/>
                  </a:lnTo>
                  <a:lnTo>
                    <a:pt x="1631" y="7"/>
                  </a:lnTo>
                  <a:moveTo>
                    <a:pt x="1498" y="7"/>
                  </a:moveTo>
                  <a:lnTo>
                    <a:pt x="1531" y="7"/>
                  </a:lnTo>
                  <a:lnTo>
                    <a:pt x="1531" y="0"/>
                  </a:lnTo>
                  <a:lnTo>
                    <a:pt x="1498" y="0"/>
                  </a:lnTo>
                  <a:lnTo>
                    <a:pt x="1498" y="7"/>
                  </a:lnTo>
                  <a:moveTo>
                    <a:pt x="680" y="0"/>
                  </a:moveTo>
                  <a:lnTo>
                    <a:pt x="647" y="0"/>
                  </a:lnTo>
                  <a:lnTo>
                    <a:pt x="647" y="7"/>
                  </a:lnTo>
                  <a:lnTo>
                    <a:pt x="680" y="7"/>
                  </a:lnTo>
                  <a:lnTo>
                    <a:pt x="680" y="0"/>
                  </a:lnTo>
                  <a:moveTo>
                    <a:pt x="1892" y="7"/>
                  </a:moveTo>
                  <a:lnTo>
                    <a:pt x="1925" y="7"/>
                  </a:lnTo>
                  <a:lnTo>
                    <a:pt x="1925" y="0"/>
                  </a:lnTo>
                  <a:lnTo>
                    <a:pt x="1892" y="0"/>
                  </a:lnTo>
                  <a:lnTo>
                    <a:pt x="1892" y="7"/>
                  </a:lnTo>
                  <a:moveTo>
                    <a:pt x="1270" y="0"/>
                  </a:moveTo>
                  <a:lnTo>
                    <a:pt x="1237" y="0"/>
                  </a:lnTo>
                  <a:lnTo>
                    <a:pt x="1237" y="7"/>
                  </a:lnTo>
                  <a:lnTo>
                    <a:pt x="1270" y="7"/>
                  </a:lnTo>
                  <a:lnTo>
                    <a:pt x="1270" y="0"/>
                  </a:lnTo>
                  <a:moveTo>
                    <a:pt x="3139" y="7"/>
                  </a:moveTo>
                  <a:lnTo>
                    <a:pt x="3172" y="7"/>
                  </a:lnTo>
                  <a:lnTo>
                    <a:pt x="3172" y="0"/>
                  </a:lnTo>
                  <a:lnTo>
                    <a:pt x="3139" y="0"/>
                  </a:lnTo>
                  <a:lnTo>
                    <a:pt x="3139" y="7"/>
                  </a:lnTo>
                  <a:moveTo>
                    <a:pt x="3205" y="7"/>
                  </a:moveTo>
                  <a:lnTo>
                    <a:pt x="3237" y="7"/>
                  </a:lnTo>
                  <a:lnTo>
                    <a:pt x="3237" y="0"/>
                  </a:lnTo>
                  <a:lnTo>
                    <a:pt x="3205" y="0"/>
                  </a:lnTo>
                  <a:lnTo>
                    <a:pt x="3205" y="7"/>
                  </a:lnTo>
                  <a:moveTo>
                    <a:pt x="65" y="258"/>
                  </a:moveTo>
                  <a:lnTo>
                    <a:pt x="60" y="255"/>
                  </a:lnTo>
                  <a:lnTo>
                    <a:pt x="37" y="278"/>
                  </a:lnTo>
                  <a:lnTo>
                    <a:pt x="42" y="283"/>
                  </a:lnTo>
                  <a:lnTo>
                    <a:pt x="65" y="258"/>
                  </a:lnTo>
                  <a:moveTo>
                    <a:pt x="1466" y="0"/>
                  </a:moveTo>
                  <a:lnTo>
                    <a:pt x="1433" y="0"/>
                  </a:lnTo>
                  <a:lnTo>
                    <a:pt x="1433" y="7"/>
                  </a:lnTo>
                  <a:lnTo>
                    <a:pt x="1466" y="7"/>
                  </a:lnTo>
                  <a:lnTo>
                    <a:pt x="1466" y="0"/>
                  </a:lnTo>
                  <a:moveTo>
                    <a:pt x="3072" y="7"/>
                  </a:moveTo>
                  <a:lnTo>
                    <a:pt x="3105" y="7"/>
                  </a:lnTo>
                  <a:lnTo>
                    <a:pt x="3105" y="0"/>
                  </a:lnTo>
                  <a:lnTo>
                    <a:pt x="3072" y="0"/>
                  </a:lnTo>
                  <a:lnTo>
                    <a:pt x="3072" y="7"/>
                  </a:lnTo>
                  <a:moveTo>
                    <a:pt x="3335" y="7"/>
                  </a:moveTo>
                  <a:lnTo>
                    <a:pt x="3368" y="7"/>
                  </a:lnTo>
                  <a:lnTo>
                    <a:pt x="3368" y="0"/>
                  </a:lnTo>
                  <a:lnTo>
                    <a:pt x="3335" y="0"/>
                  </a:lnTo>
                  <a:lnTo>
                    <a:pt x="3335" y="7"/>
                  </a:lnTo>
                  <a:moveTo>
                    <a:pt x="3401" y="7"/>
                  </a:moveTo>
                  <a:lnTo>
                    <a:pt x="3433" y="7"/>
                  </a:lnTo>
                  <a:lnTo>
                    <a:pt x="3433" y="0"/>
                  </a:lnTo>
                  <a:lnTo>
                    <a:pt x="3401" y="0"/>
                  </a:lnTo>
                  <a:lnTo>
                    <a:pt x="3401" y="7"/>
                  </a:lnTo>
                  <a:moveTo>
                    <a:pt x="1794" y="0"/>
                  </a:moveTo>
                  <a:lnTo>
                    <a:pt x="1762" y="0"/>
                  </a:lnTo>
                  <a:lnTo>
                    <a:pt x="1762" y="7"/>
                  </a:lnTo>
                  <a:lnTo>
                    <a:pt x="1794" y="7"/>
                  </a:lnTo>
                  <a:lnTo>
                    <a:pt x="1794" y="0"/>
                  </a:lnTo>
                  <a:moveTo>
                    <a:pt x="1597" y="0"/>
                  </a:moveTo>
                  <a:lnTo>
                    <a:pt x="1564" y="0"/>
                  </a:lnTo>
                  <a:lnTo>
                    <a:pt x="1564" y="7"/>
                  </a:lnTo>
                  <a:lnTo>
                    <a:pt x="1597" y="7"/>
                  </a:lnTo>
                  <a:lnTo>
                    <a:pt x="1597" y="0"/>
                  </a:lnTo>
                  <a:moveTo>
                    <a:pt x="3007" y="7"/>
                  </a:moveTo>
                  <a:lnTo>
                    <a:pt x="3040" y="7"/>
                  </a:lnTo>
                  <a:lnTo>
                    <a:pt x="3040" y="0"/>
                  </a:lnTo>
                  <a:lnTo>
                    <a:pt x="3007" y="0"/>
                  </a:lnTo>
                  <a:lnTo>
                    <a:pt x="3007" y="7"/>
                  </a:lnTo>
                  <a:moveTo>
                    <a:pt x="3270" y="7"/>
                  </a:moveTo>
                  <a:lnTo>
                    <a:pt x="3303" y="7"/>
                  </a:lnTo>
                  <a:lnTo>
                    <a:pt x="3303" y="0"/>
                  </a:lnTo>
                  <a:lnTo>
                    <a:pt x="3270" y="0"/>
                  </a:lnTo>
                  <a:lnTo>
                    <a:pt x="3270" y="7"/>
                  </a:lnTo>
                  <a:moveTo>
                    <a:pt x="2680" y="7"/>
                  </a:moveTo>
                  <a:lnTo>
                    <a:pt x="2713" y="7"/>
                  </a:lnTo>
                  <a:lnTo>
                    <a:pt x="2713" y="0"/>
                  </a:lnTo>
                  <a:lnTo>
                    <a:pt x="2680" y="0"/>
                  </a:lnTo>
                  <a:lnTo>
                    <a:pt x="2680" y="7"/>
                  </a:lnTo>
                  <a:moveTo>
                    <a:pt x="2876" y="7"/>
                  </a:moveTo>
                  <a:lnTo>
                    <a:pt x="2909" y="7"/>
                  </a:lnTo>
                  <a:lnTo>
                    <a:pt x="2909" y="0"/>
                  </a:lnTo>
                  <a:lnTo>
                    <a:pt x="2876" y="0"/>
                  </a:lnTo>
                  <a:lnTo>
                    <a:pt x="2876" y="7"/>
                  </a:lnTo>
                  <a:moveTo>
                    <a:pt x="204" y="119"/>
                  </a:moveTo>
                  <a:lnTo>
                    <a:pt x="199" y="114"/>
                  </a:lnTo>
                  <a:lnTo>
                    <a:pt x="176" y="139"/>
                  </a:lnTo>
                  <a:lnTo>
                    <a:pt x="181" y="142"/>
                  </a:lnTo>
                  <a:lnTo>
                    <a:pt x="204" y="119"/>
                  </a:lnTo>
                  <a:moveTo>
                    <a:pt x="2745" y="7"/>
                  </a:moveTo>
                  <a:lnTo>
                    <a:pt x="2778" y="7"/>
                  </a:lnTo>
                  <a:lnTo>
                    <a:pt x="2778" y="0"/>
                  </a:lnTo>
                  <a:lnTo>
                    <a:pt x="2745" y="0"/>
                  </a:lnTo>
                  <a:lnTo>
                    <a:pt x="2745" y="7"/>
                  </a:lnTo>
                  <a:moveTo>
                    <a:pt x="2811" y="7"/>
                  </a:moveTo>
                  <a:lnTo>
                    <a:pt x="2843" y="7"/>
                  </a:lnTo>
                  <a:lnTo>
                    <a:pt x="2843" y="0"/>
                  </a:lnTo>
                  <a:lnTo>
                    <a:pt x="2811" y="0"/>
                  </a:lnTo>
                  <a:lnTo>
                    <a:pt x="2811" y="7"/>
                  </a:lnTo>
                  <a:moveTo>
                    <a:pt x="158" y="167"/>
                  </a:moveTo>
                  <a:lnTo>
                    <a:pt x="153" y="162"/>
                  </a:lnTo>
                  <a:lnTo>
                    <a:pt x="131" y="185"/>
                  </a:lnTo>
                  <a:lnTo>
                    <a:pt x="134" y="190"/>
                  </a:lnTo>
                  <a:lnTo>
                    <a:pt x="158" y="167"/>
                  </a:lnTo>
                  <a:moveTo>
                    <a:pt x="111" y="212"/>
                  </a:moveTo>
                  <a:lnTo>
                    <a:pt x="106" y="208"/>
                  </a:lnTo>
                  <a:lnTo>
                    <a:pt x="83" y="230"/>
                  </a:lnTo>
                  <a:lnTo>
                    <a:pt x="88" y="235"/>
                  </a:lnTo>
                  <a:lnTo>
                    <a:pt x="111" y="212"/>
                  </a:lnTo>
                  <a:moveTo>
                    <a:pt x="2942" y="7"/>
                  </a:moveTo>
                  <a:lnTo>
                    <a:pt x="2974" y="7"/>
                  </a:lnTo>
                  <a:lnTo>
                    <a:pt x="2974" y="0"/>
                  </a:lnTo>
                  <a:lnTo>
                    <a:pt x="2942" y="0"/>
                  </a:lnTo>
                  <a:lnTo>
                    <a:pt x="2942" y="7"/>
                  </a:lnTo>
                  <a:moveTo>
                    <a:pt x="3466" y="0"/>
                  </a:moveTo>
                  <a:lnTo>
                    <a:pt x="3466" y="7"/>
                  </a:lnTo>
                  <a:lnTo>
                    <a:pt x="3479" y="7"/>
                  </a:lnTo>
                  <a:lnTo>
                    <a:pt x="3479" y="20"/>
                  </a:lnTo>
                  <a:lnTo>
                    <a:pt x="3486" y="20"/>
                  </a:lnTo>
                  <a:lnTo>
                    <a:pt x="3486" y="0"/>
                  </a:lnTo>
                  <a:lnTo>
                    <a:pt x="3466" y="0"/>
                  </a:lnTo>
                  <a:moveTo>
                    <a:pt x="3479" y="392"/>
                  </a:moveTo>
                  <a:lnTo>
                    <a:pt x="3486" y="392"/>
                  </a:lnTo>
                  <a:lnTo>
                    <a:pt x="3486" y="361"/>
                  </a:lnTo>
                  <a:lnTo>
                    <a:pt x="3479" y="361"/>
                  </a:lnTo>
                  <a:lnTo>
                    <a:pt x="3479" y="392"/>
                  </a:lnTo>
                  <a:moveTo>
                    <a:pt x="3479" y="579"/>
                  </a:moveTo>
                  <a:lnTo>
                    <a:pt x="3486" y="579"/>
                  </a:lnTo>
                  <a:lnTo>
                    <a:pt x="3486" y="548"/>
                  </a:lnTo>
                  <a:lnTo>
                    <a:pt x="3479" y="548"/>
                  </a:lnTo>
                  <a:lnTo>
                    <a:pt x="3479" y="579"/>
                  </a:lnTo>
                  <a:moveTo>
                    <a:pt x="3479" y="454"/>
                  </a:moveTo>
                  <a:lnTo>
                    <a:pt x="3486" y="454"/>
                  </a:lnTo>
                  <a:lnTo>
                    <a:pt x="3486" y="423"/>
                  </a:lnTo>
                  <a:lnTo>
                    <a:pt x="3479" y="423"/>
                  </a:lnTo>
                  <a:lnTo>
                    <a:pt x="3479" y="454"/>
                  </a:lnTo>
                  <a:moveTo>
                    <a:pt x="3479" y="516"/>
                  </a:moveTo>
                  <a:lnTo>
                    <a:pt x="3486" y="516"/>
                  </a:lnTo>
                  <a:lnTo>
                    <a:pt x="3486" y="485"/>
                  </a:lnTo>
                  <a:lnTo>
                    <a:pt x="3479" y="485"/>
                  </a:lnTo>
                  <a:lnTo>
                    <a:pt x="3479" y="516"/>
                  </a:lnTo>
                  <a:moveTo>
                    <a:pt x="3479" y="144"/>
                  </a:moveTo>
                  <a:lnTo>
                    <a:pt x="3486" y="144"/>
                  </a:lnTo>
                  <a:lnTo>
                    <a:pt x="3486" y="113"/>
                  </a:lnTo>
                  <a:lnTo>
                    <a:pt x="3479" y="113"/>
                  </a:lnTo>
                  <a:lnTo>
                    <a:pt x="3479" y="144"/>
                  </a:lnTo>
                  <a:moveTo>
                    <a:pt x="3479" y="82"/>
                  </a:moveTo>
                  <a:lnTo>
                    <a:pt x="3486" y="82"/>
                  </a:lnTo>
                  <a:lnTo>
                    <a:pt x="3486" y="51"/>
                  </a:lnTo>
                  <a:lnTo>
                    <a:pt x="3479" y="51"/>
                  </a:lnTo>
                  <a:lnTo>
                    <a:pt x="3479" y="82"/>
                  </a:lnTo>
                  <a:moveTo>
                    <a:pt x="3479" y="206"/>
                  </a:moveTo>
                  <a:lnTo>
                    <a:pt x="3486" y="206"/>
                  </a:lnTo>
                  <a:lnTo>
                    <a:pt x="3486" y="175"/>
                  </a:lnTo>
                  <a:lnTo>
                    <a:pt x="3479" y="175"/>
                  </a:lnTo>
                  <a:lnTo>
                    <a:pt x="3479" y="206"/>
                  </a:lnTo>
                  <a:moveTo>
                    <a:pt x="3479" y="330"/>
                  </a:moveTo>
                  <a:lnTo>
                    <a:pt x="3486" y="330"/>
                  </a:lnTo>
                  <a:lnTo>
                    <a:pt x="3486" y="299"/>
                  </a:lnTo>
                  <a:lnTo>
                    <a:pt x="3479" y="299"/>
                  </a:lnTo>
                  <a:lnTo>
                    <a:pt x="3479" y="330"/>
                  </a:lnTo>
                  <a:moveTo>
                    <a:pt x="3479" y="268"/>
                  </a:moveTo>
                  <a:lnTo>
                    <a:pt x="3486" y="268"/>
                  </a:lnTo>
                  <a:lnTo>
                    <a:pt x="3486" y="237"/>
                  </a:lnTo>
                  <a:lnTo>
                    <a:pt x="3479" y="237"/>
                  </a:lnTo>
                  <a:lnTo>
                    <a:pt x="3479" y="268"/>
                  </a:lnTo>
                  <a:moveTo>
                    <a:pt x="3479" y="623"/>
                  </a:moveTo>
                  <a:lnTo>
                    <a:pt x="3466" y="623"/>
                  </a:lnTo>
                  <a:lnTo>
                    <a:pt x="3466" y="629"/>
                  </a:lnTo>
                  <a:lnTo>
                    <a:pt x="3486" y="629"/>
                  </a:lnTo>
                  <a:lnTo>
                    <a:pt x="3486" y="610"/>
                  </a:lnTo>
                  <a:lnTo>
                    <a:pt x="3479" y="610"/>
                  </a:lnTo>
                  <a:lnTo>
                    <a:pt x="3479" y="623"/>
                  </a:lnTo>
                  <a:moveTo>
                    <a:pt x="269" y="584"/>
                  </a:moveTo>
                  <a:lnTo>
                    <a:pt x="292" y="606"/>
                  </a:lnTo>
                  <a:lnTo>
                    <a:pt x="297" y="601"/>
                  </a:lnTo>
                  <a:lnTo>
                    <a:pt x="274" y="579"/>
                  </a:lnTo>
                  <a:lnTo>
                    <a:pt x="269" y="584"/>
                  </a:lnTo>
                  <a:moveTo>
                    <a:pt x="83" y="399"/>
                  </a:moveTo>
                  <a:lnTo>
                    <a:pt x="106" y="422"/>
                  </a:lnTo>
                  <a:lnTo>
                    <a:pt x="111" y="417"/>
                  </a:lnTo>
                  <a:lnTo>
                    <a:pt x="88" y="394"/>
                  </a:lnTo>
                  <a:lnTo>
                    <a:pt x="83" y="399"/>
                  </a:lnTo>
                  <a:moveTo>
                    <a:pt x="843" y="629"/>
                  </a:moveTo>
                  <a:lnTo>
                    <a:pt x="876" y="629"/>
                  </a:lnTo>
                  <a:lnTo>
                    <a:pt x="876" y="623"/>
                  </a:lnTo>
                  <a:lnTo>
                    <a:pt x="843" y="623"/>
                  </a:lnTo>
                  <a:lnTo>
                    <a:pt x="843" y="629"/>
                  </a:lnTo>
                  <a:moveTo>
                    <a:pt x="778" y="629"/>
                  </a:moveTo>
                  <a:lnTo>
                    <a:pt x="810" y="629"/>
                  </a:lnTo>
                  <a:lnTo>
                    <a:pt x="810" y="623"/>
                  </a:lnTo>
                  <a:lnTo>
                    <a:pt x="778" y="623"/>
                  </a:lnTo>
                  <a:lnTo>
                    <a:pt x="778" y="629"/>
                  </a:lnTo>
                  <a:moveTo>
                    <a:pt x="319" y="629"/>
                  </a:moveTo>
                  <a:lnTo>
                    <a:pt x="351" y="629"/>
                  </a:lnTo>
                  <a:lnTo>
                    <a:pt x="351" y="623"/>
                  </a:lnTo>
                  <a:lnTo>
                    <a:pt x="319" y="623"/>
                  </a:lnTo>
                  <a:lnTo>
                    <a:pt x="319" y="629"/>
                  </a:lnTo>
                  <a:moveTo>
                    <a:pt x="384" y="629"/>
                  </a:moveTo>
                  <a:lnTo>
                    <a:pt x="417" y="629"/>
                  </a:lnTo>
                  <a:lnTo>
                    <a:pt x="417" y="623"/>
                  </a:lnTo>
                  <a:lnTo>
                    <a:pt x="384" y="623"/>
                  </a:lnTo>
                  <a:lnTo>
                    <a:pt x="384" y="629"/>
                  </a:lnTo>
                  <a:moveTo>
                    <a:pt x="908" y="629"/>
                  </a:moveTo>
                  <a:lnTo>
                    <a:pt x="941" y="629"/>
                  </a:lnTo>
                  <a:lnTo>
                    <a:pt x="941" y="623"/>
                  </a:lnTo>
                  <a:lnTo>
                    <a:pt x="908" y="623"/>
                  </a:lnTo>
                  <a:lnTo>
                    <a:pt x="908" y="629"/>
                  </a:lnTo>
                  <a:moveTo>
                    <a:pt x="37" y="351"/>
                  </a:moveTo>
                  <a:lnTo>
                    <a:pt x="60" y="374"/>
                  </a:lnTo>
                  <a:lnTo>
                    <a:pt x="65" y="369"/>
                  </a:lnTo>
                  <a:lnTo>
                    <a:pt x="42" y="347"/>
                  </a:lnTo>
                  <a:lnTo>
                    <a:pt x="37" y="351"/>
                  </a:lnTo>
                  <a:moveTo>
                    <a:pt x="580" y="629"/>
                  </a:moveTo>
                  <a:lnTo>
                    <a:pt x="613" y="629"/>
                  </a:lnTo>
                  <a:lnTo>
                    <a:pt x="613" y="623"/>
                  </a:lnTo>
                  <a:lnTo>
                    <a:pt x="580" y="623"/>
                  </a:lnTo>
                  <a:lnTo>
                    <a:pt x="580" y="629"/>
                  </a:lnTo>
                  <a:moveTo>
                    <a:pt x="647" y="629"/>
                  </a:moveTo>
                  <a:lnTo>
                    <a:pt x="680" y="629"/>
                  </a:lnTo>
                  <a:lnTo>
                    <a:pt x="680" y="623"/>
                  </a:lnTo>
                  <a:lnTo>
                    <a:pt x="647" y="623"/>
                  </a:lnTo>
                  <a:lnTo>
                    <a:pt x="647" y="629"/>
                  </a:lnTo>
                  <a:moveTo>
                    <a:pt x="131" y="445"/>
                  </a:moveTo>
                  <a:lnTo>
                    <a:pt x="153" y="467"/>
                  </a:lnTo>
                  <a:lnTo>
                    <a:pt x="158" y="463"/>
                  </a:lnTo>
                  <a:lnTo>
                    <a:pt x="134" y="440"/>
                  </a:lnTo>
                  <a:lnTo>
                    <a:pt x="131" y="445"/>
                  </a:lnTo>
                  <a:moveTo>
                    <a:pt x="176" y="490"/>
                  </a:moveTo>
                  <a:lnTo>
                    <a:pt x="199" y="513"/>
                  </a:lnTo>
                  <a:lnTo>
                    <a:pt x="204" y="510"/>
                  </a:lnTo>
                  <a:lnTo>
                    <a:pt x="181" y="485"/>
                  </a:lnTo>
                  <a:lnTo>
                    <a:pt x="176" y="490"/>
                  </a:lnTo>
                  <a:moveTo>
                    <a:pt x="449" y="629"/>
                  </a:moveTo>
                  <a:lnTo>
                    <a:pt x="482" y="629"/>
                  </a:lnTo>
                  <a:lnTo>
                    <a:pt x="482" y="623"/>
                  </a:lnTo>
                  <a:lnTo>
                    <a:pt x="449" y="623"/>
                  </a:lnTo>
                  <a:lnTo>
                    <a:pt x="449" y="629"/>
                  </a:lnTo>
                  <a:moveTo>
                    <a:pt x="712" y="629"/>
                  </a:moveTo>
                  <a:lnTo>
                    <a:pt x="745" y="629"/>
                  </a:lnTo>
                  <a:lnTo>
                    <a:pt x="745" y="623"/>
                  </a:lnTo>
                  <a:lnTo>
                    <a:pt x="712" y="623"/>
                  </a:lnTo>
                  <a:lnTo>
                    <a:pt x="712" y="629"/>
                  </a:lnTo>
                  <a:moveTo>
                    <a:pt x="222" y="538"/>
                  </a:moveTo>
                  <a:lnTo>
                    <a:pt x="247" y="561"/>
                  </a:lnTo>
                  <a:lnTo>
                    <a:pt x="250" y="556"/>
                  </a:lnTo>
                  <a:lnTo>
                    <a:pt x="227" y="533"/>
                  </a:lnTo>
                  <a:lnTo>
                    <a:pt x="222" y="538"/>
                  </a:lnTo>
                  <a:moveTo>
                    <a:pt x="515" y="629"/>
                  </a:moveTo>
                  <a:lnTo>
                    <a:pt x="547" y="629"/>
                  </a:lnTo>
                  <a:lnTo>
                    <a:pt x="547" y="623"/>
                  </a:lnTo>
                  <a:lnTo>
                    <a:pt x="515" y="623"/>
                  </a:lnTo>
                  <a:lnTo>
                    <a:pt x="515" y="629"/>
                  </a:lnTo>
                  <a:moveTo>
                    <a:pt x="1892" y="629"/>
                  </a:moveTo>
                  <a:lnTo>
                    <a:pt x="1925" y="629"/>
                  </a:lnTo>
                  <a:lnTo>
                    <a:pt x="1925" y="623"/>
                  </a:lnTo>
                  <a:lnTo>
                    <a:pt x="1892" y="623"/>
                  </a:lnTo>
                  <a:lnTo>
                    <a:pt x="1892" y="629"/>
                  </a:lnTo>
                  <a:moveTo>
                    <a:pt x="2680" y="629"/>
                  </a:moveTo>
                  <a:lnTo>
                    <a:pt x="2713" y="629"/>
                  </a:lnTo>
                  <a:lnTo>
                    <a:pt x="2713" y="623"/>
                  </a:lnTo>
                  <a:lnTo>
                    <a:pt x="2680" y="623"/>
                  </a:lnTo>
                  <a:lnTo>
                    <a:pt x="2680" y="629"/>
                  </a:lnTo>
                  <a:moveTo>
                    <a:pt x="2613" y="629"/>
                  </a:moveTo>
                  <a:lnTo>
                    <a:pt x="2647" y="629"/>
                  </a:lnTo>
                  <a:lnTo>
                    <a:pt x="2647" y="623"/>
                  </a:lnTo>
                  <a:lnTo>
                    <a:pt x="2613" y="623"/>
                  </a:lnTo>
                  <a:lnTo>
                    <a:pt x="2613" y="629"/>
                  </a:lnTo>
                  <a:moveTo>
                    <a:pt x="2876" y="629"/>
                  </a:moveTo>
                  <a:lnTo>
                    <a:pt x="2909" y="629"/>
                  </a:lnTo>
                  <a:lnTo>
                    <a:pt x="2909" y="623"/>
                  </a:lnTo>
                  <a:lnTo>
                    <a:pt x="2876" y="623"/>
                  </a:lnTo>
                  <a:lnTo>
                    <a:pt x="2876" y="629"/>
                  </a:lnTo>
                  <a:moveTo>
                    <a:pt x="2811" y="629"/>
                  </a:moveTo>
                  <a:lnTo>
                    <a:pt x="2843" y="629"/>
                  </a:lnTo>
                  <a:lnTo>
                    <a:pt x="2843" y="623"/>
                  </a:lnTo>
                  <a:lnTo>
                    <a:pt x="2811" y="623"/>
                  </a:lnTo>
                  <a:lnTo>
                    <a:pt x="2811" y="629"/>
                  </a:lnTo>
                  <a:moveTo>
                    <a:pt x="2745" y="629"/>
                  </a:moveTo>
                  <a:lnTo>
                    <a:pt x="2778" y="629"/>
                  </a:lnTo>
                  <a:lnTo>
                    <a:pt x="2778" y="623"/>
                  </a:lnTo>
                  <a:lnTo>
                    <a:pt x="2745" y="623"/>
                  </a:lnTo>
                  <a:lnTo>
                    <a:pt x="2745" y="629"/>
                  </a:lnTo>
                  <a:moveTo>
                    <a:pt x="2352" y="629"/>
                  </a:moveTo>
                  <a:lnTo>
                    <a:pt x="2384" y="629"/>
                  </a:lnTo>
                  <a:lnTo>
                    <a:pt x="2384" y="623"/>
                  </a:lnTo>
                  <a:lnTo>
                    <a:pt x="2352" y="623"/>
                  </a:lnTo>
                  <a:lnTo>
                    <a:pt x="2352" y="629"/>
                  </a:lnTo>
                  <a:moveTo>
                    <a:pt x="2417" y="629"/>
                  </a:moveTo>
                  <a:lnTo>
                    <a:pt x="2450" y="629"/>
                  </a:lnTo>
                  <a:lnTo>
                    <a:pt x="2450" y="623"/>
                  </a:lnTo>
                  <a:lnTo>
                    <a:pt x="2417" y="623"/>
                  </a:lnTo>
                  <a:lnTo>
                    <a:pt x="2417" y="629"/>
                  </a:lnTo>
                  <a:moveTo>
                    <a:pt x="2548" y="629"/>
                  </a:moveTo>
                  <a:lnTo>
                    <a:pt x="2580" y="629"/>
                  </a:lnTo>
                  <a:lnTo>
                    <a:pt x="2580" y="623"/>
                  </a:lnTo>
                  <a:lnTo>
                    <a:pt x="2548" y="623"/>
                  </a:lnTo>
                  <a:lnTo>
                    <a:pt x="2548" y="629"/>
                  </a:lnTo>
                  <a:moveTo>
                    <a:pt x="2482" y="629"/>
                  </a:moveTo>
                  <a:lnTo>
                    <a:pt x="2515" y="629"/>
                  </a:lnTo>
                  <a:lnTo>
                    <a:pt x="2515" y="623"/>
                  </a:lnTo>
                  <a:lnTo>
                    <a:pt x="2482" y="623"/>
                  </a:lnTo>
                  <a:lnTo>
                    <a:pt x="2482" y="629"/>
                  </a:lnTo>
                  <a:moveTo>
                    <a:pt x="3072" y="629"/>
                  </a:moveTo>
                  <a:lnTo>
                    <a:pt x="3105" y="629"/>
                  </a:lnTo>
                  <a:lnTo>
                    <a:pt x="3105" y="623"/>
                  </a:lnTo>
                  <a:lnTo>
                    <a:pt x="3072" y="623"/>
                  </a:lnTo>
                  <a:lnTo>
                    <a:pt x="3072" y="629"/>
                  </a:lnTo>
                  <a:moveTo>
                    <a:pt x="2942" y="629"/>
                  </a:moveTo>
                  <a:lnTo>
                    <a:pt x="2974" y="629"/>
                  </a:lnTo>
                  <a:lnTo>
                    <a:pt x="2974" y="623"/>
                  </a:lnTo>
                  <a:lnTo>
                    <a:pt x="2942" y="623"/>
                  </a:lnTo>
                  <a:lnTo>
                    <a:pt x="2942" y="629"/>
                  </a:lnTo>
                  <a:moveTo>
                    <a:pt x="3270" y="629"/>
                  </a:moveTo>
                  <a:lnTo>
                    <a:pt x="3303" y="629"/>
                  </a:lnTo>
                  <a:lnTo>
                    <a:pt x="3303" y="623"/>
                  </a:lnTo>
                  <a:lnTo>
                    <a:pt x="3270" y="623"/>
                  </a:lnTo>
                  <a:lnTo>
                    <a:pt x="3270" y="629"/>
                  </a:lnTo>
                  <a:moveTo>
                    <a:pt x="3205" y="629"/>
                  </a:moveTo>
                  <a:lnTo>
                    <a:pt x="3237" y="629"/>
                  </a:lnTo>
                  <a:lnTo>
                    <a:pt x="3237" y="623"/>
                  </a:lnTo>
                  <a:lnTo>
                    <a:pt x="3205" y="623"/>
                  </a:lnTo>
                  <a:lnTo>
                    <a:pt x="3205" y="629"/>
                  </a:lnTo>
                  <a:moveTo>
                    <a:pt x="3401" y="629"/>
                  </a:moveTo>
                  <a:lnTo>
                    <a:pt x="3433" y="629"/>
                  </a:lnTo>
                  <a:lnTo>
                    <a:pt x="3433" y="623"/>
                  </a:lnTo>
                  <a:lnTo>
                    <a:pt x="3401" y="623"/>
                  </a:lnTo>
                  <a:lnTo>
                    <a:pt x="3401" y="629"/>
                  </a:lnTo>
                  <a:moveTo>
                    <a:pt x="3335" y="629"/>
                  </a:moveTo>
                  <a:lnTo>
                    <a:pt x="3368" y="629"/>
                  </a:lnTo>
                  <a:lnTo>
                    <a:pt x="3368" y="623"/>
                  </a:lnTo>
                  <a:lnTo>
                    <a:pt x="3335" y="623"/>
                  </a:lnTo>
                  <a:lnTo>
                    <a:pt x="3335" y="629"/>
                  </a:lnTo>
                  <a:moveTo>
                    <a:pt x="3007" y="629"/>
                  </a:moveTo>
                  <a:lnTo>
                    <a:pt x="3040" y="629"/>
                  </a:lnTo>
                  <a:lnTo>
                    <a:pt x="3040" y="623"/>
                  </a:lnTo>
                  <a:lnTo>
                    <a:pt x="3007" y="623"/>
                  </a:lnTo>
                  <a:lnTo>
                    <a:pt x="3007" y="629"/>
                  </a:lnTo>
                  <a:moveTo>
                    <a:pt x="3139" y="629"/>
                  </a:moveTo>
                  <a:lnTo>
                    <a:pt x="3172" y="629"/>
                  </a:lnTo>
                  <a:lnTo>
                    <a:pt x="3172" y="623"/>
                  </a:lnTo>
                  <a:lnTo>
                    <a:pt x="3139" y="623"/>
                  </a:lnTo>
                  <a:lnTo>
                    <a:pt x="3139" y="629"/>
                  </a:lnTo>
                  <a:moveTo>
                    <a:pt x="2286" y="629"/>
                  </a:moveTo>
                  <a:lnTo>
                    <a:pt x="2319" y="629"/>
                  </a:lnTo>
                  <a:lnTo>
                    <a:pt x="2319" y="623"/>
                  </a:lnTo>
                  <a:lnTo>
                    <a:pt x="2286" y="623"/>
                  </a:lnTo>
                  <a:lnTo>
                    <a:pt x="2286" y="629"/>
                  </a:lnTo>
                  <a:moveTo>
                    <a:pt x="2088" y="629"/>
                  </a:moveTo>
                  <a:lnTo>
                    <a:pt x="2123" y="629"/>
                  </a:lnTo>
                  <a:lnTo>
                    <a:pt x="2123" y="623"/>
                  </a:lnTo>
                  <a:lnTo>
                    <a:pt x="2088" y="623"/>
                  </a:lnTo>
                  <a:lnTo>
                    <a:pt x="2088" y="629"/>
                  </a:lnTo>
                  <a:moveTo>
                    <a:pt x="2221" y="629"/>
                  </a:moveTo>
                  <a:lnTo>
                    <a:pt x="2253" y="629"/>
                  </a:lnTo>
                  <a:lnTo>
                    <a:pt x="2253" y="623"/>
                  </a:lnTo>
                  <a:lnTo>
                    <a:pt x="2221" y="623"/>
                  </a:lnTo>
                  <a:lnTo>
                    <a:pt x="2221" y="629"/>
                  </a:lnTo>
                  <a:moveTo>
                    <a:pt x="1368" y="629"/>
                  </a:moveTo>
                  <a:lnTo>
                    <a:pt x="1400" y="629"/>
                  </a:lnTo>
                  <a:lnTo>
                    <a:pt x="1400" y="623"/>
                  </a:lnTo>
                  <a:lnTo>
                    <a:pt x="1368" y="623"/>
                  </a:lnTo>
                  <a:lnTo>
                    <a:pt x="1368" y="629"/>
                  </a:lnTo>
                  <a:moveTo>
                    <a:pt x="1498" y="629"/>
                  </a:moveTo>
                  <a:lnTo>
                    <a:pt x="1531" y="629"/>
                  </a:lnTo>
                  <a:lnTo>
                    <a:pt x="1531" y="623"/>
                  </a:lnTo>
                  <a:lnTo>
                    <a:pt x="1498" y="623"/>
                  </a:lnTo>
                  <a:lnTo>
                    <a:pt x="1498" y="629"/>
                  </a:lnTo>
                  <a:moveTo>
                    <a:pt x="1302" y="629"/>
                  </a:moveTo>
                  <a:lnTo>
                    <a:pt x="1335" y="629"/>
                  </a:lnTo>
                  <a:lnTo>
                    <a:pt x="1335" y="623"/>
                  </a:lnTo>
                  <a:lnTo>
                    <a:pt x="1302" y="623"/>
                  </a:lnTo>
                  <a:lnTo>
                    <a:pt x="1302" y="629"/>
                  </a:lnTo>
                  <a:moveTo>
                    <a:pt x="1564" y="629"/>
                  </a:moveTo>
                  <a:lnTo>
                    <a:pt x="1597" y="629"/>
                  </a:lnTo>
                  <a:lnTo>
                    <a:pt x="1597" y="623"/>
                  </a:lnTo>
                  <a:lnTo>
                    <a:pt x="1564" y="623"/>
                  </a:lnTo>
                  <a:lnTo>
                    <a:pt x="1564" y="629"/>
                  </a:lnTo>
                  <a:moveTo>
                    <a:pt x="1105" y="629"/>
                  </a:moveTo>
                  <a:lnTo>
                    <a:pt x="1139" y="629"/>
                  </a:lnTo>
                  <a:lnTo>
                    <a:pt x="1139" y="623"/>
                  </a:lnTo>
                  <a:lnTo>
                    <a:pt x="1105" y="623"/>
                  </a:lnTo>
                  <a:lnTo>
                    <a:pt x="1105" y="629"/>
                  </a:lnTo>
                  <a:moveTo>
                    <a:pt x="1039" y="629"/>
                  </a:moveTo>
                  <a:lnTo>
                    <a:pt x="1072" y="629"/>
                  </a:lnTo>
                  <a:lnTo>
                    <a:pt x="1072" y="623"/>
                  </a:lnTo>
                  <a:lnTo>
                    <a:pt x="1039" y="623"/>
                  </a:lnTo>
                  <a:lnTo>
                    <a:pt x="1039" y="629"/>
                  </a:lnTo>
                  <a:moveTo>
                    <a:pt x="1237" y="629"/>
                  </a:moveTo>
                  <a:lnTo>
                    <a:pt x="1270" y="629"/>
                  </a:lnTo>
                  <a:lnTo>
                    <a:pt x="1270" y="623"/>
                  </a:lnTo>
                  <a:lnTo>
                    <a:pt x="1237" y="623"/>
                  </a:lnTo>
                  <a:lnTo>
                    <a:pt x="1237" y="629"/>
                  </a:lnTo>
                  <a:moveTo>
                    <a:pt x="1172" y="629"/>
                  </a:moveTo>
                  <a:lnTo>
                    <a:pt x="1204" y="629"/>
                  </a:lnTo>
                  <a:lnTo>
                    <a:pt x="1204" y="623"/>
                  </a:lnTo>
                  <a:lnTo>
                    <a:pt x="1172" y="623"/>
                  </a:lnTo>
                  <a:lnTo>
                    <a:pt x="1172" y="629"/>
                  </a:lnTo>
                  <a:moveTo>
                    <a:pt x="1433" y="629"/>
                  </a:moveTo>
                  <a:lnTo>
                    <a:pt x="1466" y="629"/>
                  </a:lnTo>
                  <a:lnTo>
                    <a:pt x="1466" y="623"/>
                  </a:lnTo>
                  <a:lnTo>
                    <a:pt x="1433" y="623"/>
                  </a:lnTo>
                  <a:lnTo>
                    <a:pt x="1433" y="629"/>
                  </a:lnTo>
                  <a:moveTo>
                    <a:pt x="974" y="629"/>
                  </a:moveTo>
                  <a:lnTo>
                    <a:pt x="1007" y="629"/>
                  </a:lnTo>
                  <a:lnTo>
                    <a:pt x="1007" y="623"/>
                  </a:lnTo>
                  <a:lnTo>
                    <a:pt x="974" y="623"/>
                  </a:lnTo>
                  <a:lnTo>
                    <a:pt x="974" y="629"/>
                  </a:lnTo>
                  <a:moveTo>
                    <a:pt x="1958" y="629"/>
                  </a:moveTo>
                  <a:lnTo>
                    <a:pt x="1990" y="629"/>
                  </a:lnTo>
                  <a:lnTo>
                    <a:pt x="1990" y="623"/>
                  </a:lnTo>
                  <a:lnTo>
                    <a:pt x="1958" y="623"/>
                  </a:lnTo>
                  <a:lnTo>
                    <a:pt x="1958" y="629"/>
                  </a:lnTo>
                  <a:moveTo>
                    <a:pt x="2023" y="629"/>
                  </a:moveTo>
                  <a:lnTo>
                    <a:pt x="2056" y="629"/>
                  </a:lnTo>
                  <a:lnTo>
                    <a:pt x="2056" y="623"/>
                  </a:lnTo>
                  <a:lnTo>
                    <a:pt x="2023" y="623"/>
                  </a:lnTo>
                  <a:lnTo>
                    <a:pt x="2023" y="629"/>
                  </a:lnTo>
                  <a:moveTo>
                    <a:pt x="2155" y="629"/>
                  </a:moveTo>
                  <a:lnTo>
                    <a:pt x="2188" y="629"/>
                  </a:lnTo>
                  <a:lnTo>
                    <a:pt x="2188" y="623"/>
                  </a:lnTo>
                  <a:lnTo>
                    <a:pt x="2155" y="623"/>
                  </a:lnTo>
                  <a:lnTo>
                    <a:pt x="2155" y="629"/>
                  </a:lnTo>
                  <a:moveTo>
                    <a:pt x="1696" y="629"/>
                  </a:moveTo>
                  <a:lnTo>
                    <a:pt x="1729" y="629"/>
                  </a:lnTo>
                  <a:lnTo>
                    <a:pt x="1729" y="623"/>
                  </a:lnTo>
                  <a:lnTo>
                    <a:pt x="1696" y="623"/>
                  </a:lnTo>
                  <a:lnTo>
                    <a:pt x="1696" y="629"/>
                  </a:lnTo>
                  <a:moveTo>
                    <a:pt x="1631" y="629"/>
                  </a:moveTo>
                  <a:lnTo>
                    <a:pt x="1664" y="629"/>
                  </a:lnTo>
                  <a:lnTo>
                    <a:pt x="1664" y="623"/>
                  </a:lnTo>
                  <a:lnTo>
                    <a:pt x="1631" y="623"/>
                  </a:lnTo>
                  <a:lnTo>
                    <a:pt x="1631" y="629"/>
                  </a:lnTo>
                  <a:moveTo>
                    <a:pt x="1827" y="629"/>
                  </a:moveTo>
                  <a:lnTo>
                    <a:pt x="1860" y="629"/>
                  </a:lnTo>
                  <a:lnTo>
                    <a:pt x="1860" y="623"/>
                  </a:lnTo>
                  <a:lnTo>
                    <a:pt x="1827" y="623"/>
                  </a:lnTo>
                  <a:lnTo>
                    <a:pt x="1827" y="629"/>
                  </a:lnTo>
                  <a:moveTo>
                    <a:pt x="1762" y="629"/>
                  </a:moveTo>
                  <a:lnTo>
                    <a:pt x="1794" y="629"/>
                  </a:lnTo>
                  <a:lnTo>
                    <a:pt x="1794" y="623"/>
                  </a:lnTo>
                  <a:lnTo>
                    <a:pt x="1762" y="623"/>
                  </a:lnTo>
                  <a:lnTo>
                    <a:pt x="1762" y="629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9148106" y="2821779"/>
            <a:ext cx="2913989" cy="2826903"/>
            <a:chOff x="7573575" y="3494558"/>
            <a:chExt cx="3696691" cy="2641524"/>
          </a:xfrm>
        </p:grpSpPr>
        <p:sp>
          <p:nvSpPr>
            <p:cNvPr name="Freeform 22" id="22"/>
            <p:cNvSpPr/>
            <p:nvPr/>
          </p:nvSpPr>
          <p:spPr>
            <a:xfrm>
              <a:off x="7573575" y="4058196"/>
              <a:ext cx="3696691" cy="2050245"/>
            </a:xfrm>
            <a:custGeom>
              <a:avLst/>
              <a:gdLst/>
              <a:ahLst/>
              <a:cxnLst/>
              <a:rect r="r" b="b" t="t" l="l"/>
              <a:pathLst>
                <a:path w="3076" h="1706" stroke="true" fill="norm" extrusionOk="true">
                  <a:moveTo>
                    <a:pt x="0" y="1105"/>
                  </a:moveTo>
                  <a:lnTo>
                    <a:pt x="2154" y="0"/>
                  </a:lnTo>
                  <a:lnTo>
                    <a:pt x="3076" y="531"/>
                  </a:lnTo>
                  <a:lnTo>
                    <a:pt x="1043" y="1706"/>
                  </a:lnTo>
                  <a:lnTo>
                    <a:pt x="0" y="110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8827037" y="4275719"/>
              <a:ext cx="2387947" cy="1807485"/>
            </a:xfrm>
            <a:custGeom>
              <a:avLst/>
              <a:gdLst/>
              <a:ahLst/>
              <a:cxnLst/>
              <a:rect r="r" b="b" t="t" l="l"/>
              <a:pathLst>
                <a:path w="1987" h="1504" stroke="true" fill="norm" extrusionOk="true">
                  <a:moveTo>
                    <a:pt x="0" y="1149"/>
                  </a:moveTo>
                  <a:lnTo>
                    <a:pt x="0" y="1283"/>
                  </a:lnTo>
                  <a:lnTo>
                    <a:pt x="0" y="1305"/>
                  </a:lnTo>
                  <a:lnTo>
                    <a:pt x="0" y="1504"/>
                  </a:lnTo>
                  <a:lnTo>
                    <a:pt x="1987" y="355"/>
                  </a:lnTo>
                  <a:lnTo>
                    <a:pt x="1987" y="156"/>
                  </a:lnTo>
                  <a:lnTo>
                    <a:pt x="1987" y="134"/>
                  </a:lnTo>
                  <a:lnTo>
                    <a:pt x="1987" y="0"/>
                  </a:lnTo>
                  <a:lnTo>
                    <a:pt x="0" y="1149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7573575" y="3494558"/>
              <a:ext cx="3696691" cy="2135572"/>
            </a:xfrm>
            <a:custGeom>
              <a:avLst/>
              <a:gdLst/>
              <a:ahLst/>
              <a:cxnLst/>
              <a:rect r="r" b="b" t="t" l="l"/>
              <a:pathLst>
                <a:path w="3076" h="1777" stroke="true" fill="norm" extrusionOk="true">
                  <a:moveTo>
                    <a:pt x="0" y="1175"/>
                  </a:moveTo>
                  <a:lnTo>
                    <a:pt x="2031" y="0"/>
                  </a:lnTo>
                  <a:lnTo>
                    <a:pt x="3076" y="603"/>
                  </a:lnTo>
                  <a:lnTo>
                    <a:pt x="1043" y="1777"/>
                  </a:lnTo>
                  <a:lnTo>
                    <a:pt x="0" y="1175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8827037" y="4337010"/>
              <a:ext cx="2387947" cy="1687306"/>
            </a:xfrm>
            <a:custGeom>
              <a:avLst/>
              <a:gdLst/>
              <a:ahLst/>
              <a:cxnLst/>
              <a:rect r="r" b="b" t="t" l="l"/>
              <a:pathLst>
                <a:path w="1987" h="1404" stroke="true" fill="norm" extrusionOk="true">
                  <a:moveTo>
                    <a:pt x="1987" y="253"/>
                  </a:moveTo>
                  <a:lnTo>
                    <a:pt x="1" y="1404"/>
                  </a:lnTo>
                  <a:lnTo>
                    <a:pt x="0" y="1401"/>
                  </a:lnTo>
                  <a:lnTo>
                    <a:pt x="1987" y="253"/>
                  </a:lnTo>
                  <a:close/>
                  <a:moveTo>
                    <a:pt x="0" y="1350"/>
                  </a:moveTo>
                  <a:lnTo>
                    <a:pt x="1" y="1353"/>
                  </a:lnTo>
                  <a:lnTo>
                    <a:pt x="1987" y="203"/>
                  </a:lnTo>
                  <a:lnTo>
                    <a:pt x="0" y="1350"/>
                  </a:lnTo>
                  <a:close/>
                  <a:moveTo>
                    <a:pt x="0" y="1300"/>
                  </a:moveTo>
                  <a:lnTo>
                    <a:pt x="1" y="1303"/>
                  </a:lnTo>
                  <a:lnTo>
                    <a:pt x="1987" y="152"/>
                  </a:lnTo>
                  <a:lnTo>
                    <a:pt x="0" y="1300"/>
                  </a:lnTo>
                  <a:close/>
                  <a:moveTo>
                    <a:pt x="0" y="1249"/>
                  </a:moveTo>
                  <a:lnTo>
                    <a:pt x="1" y="1252"/>
                  </a:lnTo>
                  <a:lnTo>
                    <a:pt x="1987" y="101"/>
                  </a:lnTo>
                  <a:lnTo>
                    <a:pt x="0" y="1249"/>
                  </a:lnTo>
                  <a:close/>
                  <a:moveTo>
                    <a:pt x="0" y="1198"/>
                  </a:moveTo>
                  <a:lnTo>
                    <a:pt x="1" y="1201"/>
                  </a:lnTo>
                  <a:lnTo>
                    <a:pt x="1987" y="51"/>
                  </a:lnTo>
                  <a:lnTo>
                    <a:pt x="0" y="1198"/>
                  </a:lnTo>
                  <a:close/>
                  <a:moveTo>
                    <a:pt x="0" y="1147"/>
                  </a:moveTo>
                  <a:lnTo>
                    <a:pt x="1" y="1151"/>
                  </a:lnTo>
                  <a:lnTo>
                    <a:pt x="1987" y="0"/>
                  </a:lnTo>
                  <a:lnTo>
                    <a:pt x="0" y="1147"/>
                  </a:lnTo>
                  <a:close/>
                </a:path>
              </a:pathLst>
            </a:custGeom>
            <a:solidFill>
              <a:srgbClr val="44546A">
                <a:lumMod val="40000"/>
                <a:lumOff val="60000"/>
              </a:srgb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8827037" y="4216831"/>
              <a:ext cx="2443229" cy="1919251"/>
            </a:xfrm>
            <a:custGeom>
              <a:avLst/>
              <a:gdLst/>
              <a:ahLst/>
              <a:cxnLst/>
              <a:rect r="r" b="b" t="t" l="l"/>
              <a:pathLst>
                <a:path w="2033" h="1597" stroke="true" fill="norm" extrusionOk="true">
                  <a:moveTo>
                    <a:pt x="2033" y="0"/>
                  </a:moveTo>
                  <a:lnTo>
                    <a:pt x="0" y="1176"/>
                  </a:lnTo>
                  <a:lnTo>
                    <a:pt x="0" y="1176"/>
                  </a:lnTo>
                  <a:lnTo>
                    <a:pt x="0" y="1375"/>
                  </a:lnTo>
                  <a:lnTo>
                    <a:pt x="0" y="1388"/>
                  </a:lnTo>
                  <a:lnTo>
                    <a:pt x="0" y="1574"/>
                  </a:lnTo>
                  <a:lnTo>
                    <a:pt x="0" y="1587"/>
                  </a:lnTo>
                  <a:lnTo>
                    <a:pt x="0" y="1597"/>
                  </a:lnTo>
                  <a:lnTo>
                    <a:pt x="1" y="1597"/>
                  </a:lnTo>
                  <a:lnTo>
                    <a:pt x="2033" y="422"/>
                  </a:lnTo>
                  <a:lnTo>
                    <a:pt x="2033" y="399"/>
                  </a:lnTo>
                  <a:lnTo>
                    <a:pt x="19" y="1563"/>
                  </a:lnTo>
                  <a:lnTo>
                    <a:pt x="19" y="1542"/>
                  </a:lnTo>
                  <a:lnTo>
                    <a:pt x="19" y="1493"/>
                  </a:lnTo>
                  <a:lnTo>
                    <a:pt x="19" y="1489"/>
                  </a:lnTo>
                  <a:lnTo>
                    <a:pt x="19" y="1442"/>
                  </a:lnTo>
                  <a:lnTo>
                    <a:pt x="19" y="1439"/>
                  </a:lnTo>
                  <a:lnTo>
                    <a:pt x="19" y="1391"/>
                  </a:lnTo>
                  <a:lnTo>
                    <a:pt x="19" y="1388"/>
                  </a:lnTo>
                  <a:lnTo>
                    <a:pt x="19" y="1386"/>
                  </a:lnTo>
                  <a:lnTo>
                    <a:pt x="19" y="1365"/>
                  </a:lnTo>
                  <a:lnTo>
                    <a:pt x="19" y="1341"/>
                  </a:lnTo>
                  <a:lnTo>
                    <a:pt x="19" y="1337"/>
                  </a:lnTo>
                  <a:lnTo>
                    <a:pt x="19" y="1290"/>
                  </a:lnTo>
                  <a:lnTo>
                    <a:pt x="19" y="1287"/>
                  </a:lnTo>
                  <a:lnTo>
                    <a:pt x="19" y="1239"/>
                  </a:lnTo>
                  <a:lnTo>
                    <a:pt x="19" y="1236"/>
                  </a:lnTo>
                  <a:lnTo>
                    <a:pt x="19" y="1187"/>
                  </a:lnTo>
                  <a:lnTo>
                    <a:pt x="2033" y="23"/>
                  </a:lnTo>
                  <a:lnTo>
                    <a:pt x="2033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7573575" y="4906656"/>
              <a:ext cx="1253462" cy="1229426"/>
            </a:xfrm>
            <a:custGeom>
              <a:avLst/>
              <a:gdLst/>
              <a:ahLst/>
              <a:cxnLst/>
              <a:rect r="r" b="b" t="t" l="l"/>
              <a:pathLst>
                <a:path w="1043" h="1023" stroke="true" fill="norm" extrusionOk="true">
                  <a:moveTo>
                    <a:pt x="0" y="0"/>
                  </a:moveTo>
                  <a:lnTo>
                    <a:pt x="0" y="199"/>
                  </a:lnTo>
                  <a:lnTo>
                    <a:pt x="0" y="213"/>
                  </a:lnTo>
                  <a:lnTo>
                    <a:pt x="0" y="399"/>
                  </a:lnTo>
                  <a:lnTo>
                    <a:pt x="0" y="412"/>
                  </a:lnTo>
                  <a:lnTo>
                    <a:pt x="0" y="422"/>
                  </a:lnTo>
                  <a:lnTo>
                    <a:pt x="1043" y="1023"/>
                  </a:lnTo>
                  <a:lnTo>
                    <a:pt x="1043" y="1013"/>
                  </a:lnTo>
                  <a:lnTo>
                    <a:pt x="1043" y="1000"/>
                  </a:lnTo>
                  <a:lnTo>
                    <a:pt x="1043" y="814"/>
                  </a:lnTo>
                  <a:lnTo>
                    <a:pt x="1043" y="801"/>
                  </a:lnTo>
                  <a:lnTo>
                    <a:pt x="1043" y="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8274216" y="4971552"/>
              <a:ext cx="497539" cy="259586"/>
            </a:xfrm>
            <a:custGeom>
              <a:avLst/>
              <a:gdLst/>
              <a:ahLst/>
              <a:cxnLst/>
              <a:rect r="r" b="b" t="t" l="l"/>
              <a:pathLst>
                <a:path w="414" h="216" stroke="true" fill="norm" extrusionOk="true">
                  <a:moveTo>
                    <a:pt x="87" y="0"/>
                  </a:moveTo>
                  <a:lnTo>
                    <a:pt x="45" y="25"/>
                  </a:lnTo>
                  <a:lnTo>
                    <a:pt x="0" y="95"/>
                  </a:lnTo>
                  <a:lnTo>
                    <a:pt x="45" y="108"/>
                  </a:lnTo>
                  <a:lnTo>
                    <a:pt x="79" y="52"/>
                  </a:lnTo>
                  <a:lnTo>
                    <a:pt x="80" y="52"/>
                  </a:lnTo>
                  <a:lnTo>
                    <a:pt x="365" y="216"/>
                  </a:lnTo>
                  <a:lnTo>
                    <a:pt x="414" y="188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29" id="29"/>
          <p:cNvGrpSpPr/>
          <p:nvPr/>
        </p:nvGrpSpPr>
        <p:grpSpPr>
          <a:xfrm>
            <a:off x="9435412" y="2314627"/>
            <a:ext cx="2634478" cy="2451354"/>
            <a:chOff x="8182880" y="2987405"/>
            <a:chExt cx="3087386" cy="2290602"/>
          </a:xfrm>
        </p:grpSpPr>
        <p:sp>
          <p:nvSpPr>
            <p:cNvPr name="Freeform 30" id="30"/>
            <p:cNvSpPr/>
            <p:nvPr/>
          </p:nvSpPr>
          <p:spPr>
            <a:xfrm>
              <a:off x="8182880" y="3469321"/>
              <a:ext cx="3087386" cy="1781046"/>
            </a:xfrm>
            <a:custGeom>
              <a:avLst/>
              <a:gdLst/>
              <a:ahLst/>
              <a:cxnLst/>
              <a:rect r="r" b="b" t="t" l="l"/>
              <a:pathLst>
                <a:path w="2569" h="1482" stroke="true" fill="norm" extrusionOk="true">
                  <a:moveTo>
                    <a:pt x="0" y="881"/>
                  </a:moveTo>
                  <a:lnTo>
                    <a:pt x="1524" y="0"/>
                  </a:lnTo>
                  <a:lnTo>
                    <a:pt x="2569" y="601"/>
                  </a:lnTo>
                  <a:lnTo>
                    <a:pt x="1044" y="1482"/>
                  </a:lnTo>
                  <a:lnTo>
                    <a:pt x="0" y="88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9437544" y="3769767"/>
              <a:ext cx="1777440" cy="1455362"/>
            </a:xfrm>
            <a:custGeom>
              <a:avLst/>
              <a:gdLst/>
              <a:ahLst/>
              <a:cxnLst/>
              <a:rect r="r" b="b" t="t" l="l"/>
              <a:pathLst>
                <a:path w="1479" h="1211" stroke="true" fill="norm" extrusionOk="true">
                  <a:moveTo>
                    <a:pt x="0" y="855"/>
                  </a:moveTo>
                  <a:lnTo>
                    <a:pt x="0" y="904"/>
                  </a:lnTo>
                  <a:lnTo>
                    <a:pt x="0" y="1010"/>
                  </a:lnTo>
                  <a:lnTo>
                    <a:pt x="0" y="1211"/>
                  </a:lnTo>
                  <a:lnTo>
                    <a:pt x="1479" y="354"/>
                  </a:lnTo>
                  <a:lnTo>
                    <a:pt x="1479" y="155"/>
                  </a:lnTo>
                  <a:lnTo>
                    <a:pt x="1479" y="49"/>
                  </a:lnTo>
                  <a:lnTo>
                    <a:pt x="1479" y="0"/>
                  </a:lnTo>
                  <a:lnTo>
                    <a:pt x="0" y="855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8182880" y="2987405"/>
              <a:ext cx="3087386" cy="1783449"/>
            </a:xfrm>
            <a:custGeom>
              <a:avLst/>
              <a:gdLst/>
              <a:ahLst/>
              <a:cxnLst/>
              <a:rect r="r" b="b" t="t" l="l"/>
              <a:pathLst>
                <a:path w="2569" h="1484" stroke="true" fill="norm" extrusionOk="true">
                  <a:moveTo>
                    <a:pt x="0" y="883"/>
                  </a:moveTo>
                  <a:lnTo>
                    <a:pt x="1524" y="0"/>
                  </a:lnTo>
                  <a:lnTo>
                    <a:pt x="2569" y="603"/>
                  </a:lnTo>
                  <a:lnTo>
                    <a:pt x="1044" y="1484"/>
                  </a:lnTo>
                  <a:lnTo>
                    <a:pt x="0" y="883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9437544" y="3712081"/>
              <a:ext cx="1832722" cy="1565926"/>
            </a:xfrm>
            <a:custGeom>
              <a:avLst/>
              <a:gdLst/>
              <a:ahLst/>
              <a:cxnLst/>
              <a:rect r="r" b="b" t="t" l="l"/>
              <a:pathLst>
                <a:path w="1525" h="1303" stroke="true" fill="norm" extrusionOk="true">
                  <a:moveTo>
                    <a:pt x="1525" y="0"/>
                  </a:moveTo>
                  <a:lnTo>
                    <a:pt x="508" y="587"/>
                  </a:lnTo>
                  <a:lnTo>
                    <a:pt x="508" y="587"/>
                  </a:lnTo>
                  <a:lnTo>
                    <a:pt x="508" y="587"/>
                  </a:lnTo>
                  <a:lnTo>
                    <a:pt x="0" y="881"/>
                  </a:lnTo>
                  <a:lnTo>
                    <a:pt x="0" y="881"/>
                  </a:lnTo>
                  <a:lnTo>
                    <a:pt x="0" y="1081"/>
                  </a:lnTo>
                  <a:lnTo>
                    <a:pt x="0" y="1094"/>
                  </a:lnTo>
                  <a:lnTo>
                    <a:pt x="0" y="1280"/>
                  </a:lnTo>
                  <a:lnTo>
                    <a:pt x="0" y="1293"/>
                  </a:lnTo>
                  <a:lnTo>
                    <a:pt x="0" y="1303"/>
                  </a:lnTo>
                  <a:lnTo>
                    <a:pt x="0" y="1303"/>
                  </a:lnTo>
                  <a:lnTo>
                    <a:pt x="0" y="1303"/>
                  </a:lnTo>
                  <a:lnTo>
                    <a:pt x="551" y="984"/>
                  </a:lnTo>
                  <a:lnTo>
                    <a:pt x="1525" y="420"/>
                  </a:lnTo>
                  <a:lnTo>
                    <a:pt x="1525" y="422"/>
                  </a:lnTo>
                  <a:lnTo>
                    <a:pt x="1525" y="422"/>
                  </a:lnTo>
                  <a:lnTo>
                    <a:pt x="1525" y="399"/>
                  </a:lnTo>
                  <a:lnTo>
                    <a:pt x="20" y="1269"/>
                  </a:lnTo>
                  <a:lnTo>
                    <a:pt x="20" y="1247"/>
                  </a:lnTo>
                  <a:lnTo>
                    <a:pt x="20" y="1092"/>
                  </a:lnTo>
                  <a:lnTo>
                    <a:pt x="20" y="1069"/>
                  </a:lnTo>
                  <a:lnTo>
                    <a:pt x="20" y="893"/>
                  </a:lnTo>
                  <a:lnTo>
                    <a:pt x="1525" y="22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9461579" y="3829856"/>
              <a:ext cx="1753405" cy="1320762"/>
            </a:xfrm>
            <a:custGeom>
              <a:avLst/>
              <a:gdLst/>
              <a:ahLst/>
              <a:cxnLst/>
              <a:rect r="r" b="b" t="t" l="l"/>
              <a:pathLst>
                <a:path w="1459" h="1099" stroke="true" fill="norm" extrusionOk="true">
                  <a:moveTo>
                    <a:pt x="0" y="1095"/>
                  </a:moveTo>
                  <a:lnTo>
                    <a:pt x="1459" y="254"/>
                  </a:lnTo>
                  <a:lnTo>
                    <a:pt x="1" y="1099"/>
                  </a:lnTo>
                  <a:lnTo>
                    <a:pt x="0" y="1095"/>
                  </a:lnTo>
                  <a:close/>
                  <a:moveTo>
                    <a:pt x="1" y="1048"/>
                  </a:moveTo>
                  <a:lnTo>
                    <a:pt x="1459" y="203"/>
                  </a:lnTo>
                  <a:lnTo>
                    <a:pt x="0" y="1045"/>
                  </a:lnTo>
                  <a:lnTo>
                    <a:pt x="1" y="1048"/>
                  </a:lnTo>
                  <a:close/>
                  <a:moveTo>
                    <a:pt x="1" y="997"/>
                  </a:moveTo>
                  <a:lnTo>
                    <a:pt x="1459" y="152"/>
                  </a:lnTo>
                  <a:lnTo>
                    <a:pt x="0" y="994"/>
                  </a:lnTo>
                  <a:lnTo>
                    <a:pt x="1" y="997"/>
                  </a:lnTo>
                  <a:close/>
                  <a:moveTo>
                    <a:pt x="1" y="947"/>
                  </a:moveTo>
                  <a:lnTo>
                    <a:pt x="1459" y="102"/>
                  </a:lnTo>
                  <a:lnTo>
                    <a:pt x="0" y="943"/>
                  </a:lnTo>
                  <a:lnTo>
                    <a:pt x="1" y="947"/>
                  </a:lnTo>
                  <a:close/>
                  <a:moveTo>
                    <a:pt x="1" y="896"/>
                  </a:moveTo>
                  <a:lnTo>
                    <a:pt x="1459" y="51"/>
                  </a:lnTo>
                  <a:lnTo>
                    <a:pt x="0" y="893"/>
                  </a:lnTo>
                  <a:lnTo>
                    <a:pt x="1" y="896"/>
                  </a:lnTo>
                  <a:close/>
                  <a:moveTo>
                    <a:pt x="1459" y="0"/>
                  </a:moveTo>
                  <a:lnTo>
                    <a:pt x="0" y="842"/>
                  </a:lnTo>
                  <a:lnTo>
                    <a:pt x="1" y="845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rgbClr val="44546A">
                <a:lumMod val="40000"/>
                <a:lumOff val="60000"/>
              </a:srgb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5" id="35"/>
            <p:cNvSpPr/>
            <p:nvPr/>
          </p:nvSpPr>
          <p:spPr>
            <a:xfrm>
              <a:off x="8182880" y="4048581"/>
              <a:ext cx="1254664" cy="1229426"/>
            </a:xfrm>
            <a:custGeom>
              <a:avLst/>
              <a:gdLst/>
              <a:ahLst/>
              <a:cxnLst/>
              <a:rect r="r" b="b" t="t" l="l"/>
              <a:pathLst>
                <a:path w="1044" h="1023" stroke="true" fill="norm" extrusionOk="true">
                  <a:moveTo>
                    <a:pt x="0" y="0"/>
                  </a:moveTo>
                  <a:lnTo>
                    <a:pt x="0" y="199"/>
                  </a:lnTo>
                  <a:lnTo>
                    <a:pt x="0" y="212"/>
                  </a:lnTo>
                  <a:lnTo>
                    <a:pt x="0" y="399"/>
                  </a:lnTo>
                  <a:lnTo>
                    <a:pt x="0" y="412"/>
                  </a:lnTo>
                  <a:lnTo>
                    <a:pt x="0" y="420"/>
                  </a:lnTo>
                  <a:lnTo>
                    <a:pt x="1044" y="1023"/>
                  </a:lnTo>
                  <a:lnTo>
                    <a:pt x="1044" y="1013"/>
                  </a:lnTo>
                  <a:lnTo>
                    <a:pt x="1044" y="1000"/>
                  </a:lnTo>
                  <a:lnTo>
                    <a:pt x="1044" y="814"/>
                  </a:lnTo>
                  <a:lnTo>
                    <a:pt x="1044" y="801"/>
                  </a:lnTo>
                  <a:lnTo>
                    <a:pt x="1044" y="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8806606" y="4095451"/>
              <a:ext cx="634543" cy="352123"/>
            </a:xfrm>
            <a:custGeom>
              <a:avLst/>
              <a:gdLst/>
              <a:ahLst/>
              <a:cxnLst/>
              <a:rect r="r" b="b" t="t" l="l"/>
              <a:pathLst>
                <a:path w="323" h="179" stroke="true" fill="norm" extrusionOk="true">
                  <a:moveTo>
                    <a:pt x="118" y="0"/>
                  </a:moveTo>
                  <a:cubicBezTo>
                    <a:pt x="95" y="0"/>
                    <a:pt x="70" y="6"/>
                    <a:pt x="45" y="21"/>
                  </a:cubicBezTo>
                  <a:cubicBezTo>
                    <a:pt x="18" y="36"/>
                    <a:pt x="4" y="54"/>
                    <a:pt x="0" y="70"/>
                  </a:cubicBezTo>
                  <a:cubicBezTo>
                    <a:pt x="29" y="75"/>
                    <a:pt x="29" y="75"/>
                    <a:pt x="29" y="75"/>
                  </a:cubicBezTo>
                  <a:cubicBezTo>
                    <a:pt x="32" y="65"/>
                    <a:pt x="40" y="49"/>
                    <a:pt x="61" y="37"/>
                  </a:cubicBezTo>
                  <a:cubicBezTo>
                    <a:pt x="78" y="27"/>
                    <a:pt x="94" y="23"/>
                    <a:pt x="108" y="23"/>
                  </a:cubicBezTo>
                  <a:cubicBezTo>
                    <a:pt x="122" y="23"/>
                    <a:pt x="135" y="27"/>
                    <a:pt x="145" y="33"/>
                  </a:cubicBezTo>
                  <a:cubicBezTo>
                    <a:pt x="175" y="51"/>
                    <a:pt x="174" y="81"/>
                    <a:pt x="164" y="143"/>
                  </a:cubicBezTo>
                  <a:cubicBezTo>
                    <a:pt x="160" y="169"/>
                    <a:pt x="160" y="169"/>
                    <a:pt x="160" y="16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323" y="94"/>
                    <a:pt x="323" y="94"/>
                    <a:pt x="323" y="94"/>
                  </a:cubicBezTo>
                  <a:cubicBezTo>
                    <a:pt x="301" y="81"/>
                    <a:pt x="301" y="81"/>
                    <a:pt x="301" y="81"/>
                  </a:cubicBezTo>
                  <a:cubicBezTo>
                    <a:pt x="198" y="140"/>
                    <a:pt x="198" y="140"/>
                    <a:pt x="198" y="140"/>
                  </a:cubicBezTo>
                  <a:cubicBezTo>
                    <a:pt x="197" y="140"/>
                    <a:pt x="197" y="140"/>
                    <a:pt x="197" y="140"/>
                  </a:cubicBezTo>
                  <a:cubicBezTo>
                    <a:pt x="201" y="121"/>
                    <a:pt x="201" y="121"/>
                    <a:pt x="201" y="121"/>
                  </a:cubicBezTo>
                  <a:cubicBezTo>
                    <a:pt x="208" y="70"/>
                    <a:pt x="209" y="35"/>
                    <a:pt x="173" y="13"/>
                  </a:cubicBezTo>
                  <a:cubicBezTo>
                    <a:pt x="159" y="5"/>
                    <a:pt x="140" y="0"/>
                    <a:pt x="118" y="0"/>
                  </a:cubicBezTo>
                </a:path>
              </a:pathLst>
            </a:custGeom>
            <a:solidFill>
              <a:srgbClr val="FFFFFF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37" id="37"/>
          <p:cNvGrpSpPr/>
          <p:nvPr/>
        </p:nvGrpSpPr>
        <p:grpSpPr>
          <a:xfrm>
            <a:off x="9770039" y="1809876"/>
            <a:ext cx="2307661" cy="2070661"/>
            <a:chOff x="8793387" y="2482655"/>
            <a:chExt cx="2476879" cy="1934874"/>
          </a:xfrm>
        </p:grpSpPr>
        <p:sp>
          <p:nvSpPr>
            <p:cNvPr name="Freeform 38" id="38"/>
            <p:cNvSpPr/>
            <p:nvPr/>
          </p:nvSpPr>
          <p:spPr>
            <a:xfrm>
              <a:off x="8793387" y="2962168"/>
              <a:ext cx="2476879" cy="1430124"/>
            </a:xfrm>
            <a:custGeom>
              <a:avLst/>
              <a:gdLst/>
              <a:ahLst/>
              <a:cxnLst/>
              <a:rect r="r" b="b" t="t" l="l"/>
              <a:pathLst>
                <a:path w="2061" h="1190" stroke="true" fill="norm" extrusionOk="true">
                  <a:moveTo>
                    <a:pt x="0" y="587"/>
                  </a:moveTo>
                  <a:lnTo>
                    <a:pt x="1016" y="0"/>
                  </a:lnTo>
                  <a:lnTo>
                    <a:pt x="2061" y="601"/>
                  </a:lnTo>
                  <a:lnTo>
                    <a:pt x="1044" y="1190"/>
                  </a:lnTo>
                  <a:lnTo>
                    <a:pt x="0" y="587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9" id="39"/>
            <p:cNvSpPr/>
            <p:nvPr/>
          </p:nvSpPr>
          <p:spPr>
            <a:xfrm>
              <a:off x="10048051" y="3262614"/>
              <a:ext cx="1166933" cy="1102037"/>
            </a:xfrm>
            <a:custGeom>
              <a:avLst/>
              <a:gdLst/>
              <a:ahLst/>
              <a:cxnLst/>
              <a:rect r="r" b="b" t="t" l="l"/>
              <a:pathLst>
                <a:path w="971" h="917" stroke="true" fill="norm" extrusionOk="true">
                  <a:moveTo>
                    <a:pt x="971" y="0"/>
                  </a:moveTo>
                  <a:lnTo>
                    <a:pt x="971" y="355"/>
                  </a:lnTo>
                  <a:lnTo>
                    <a:pt x="59" y="884"/>
                  </a:lnTo>
                  <a:lnTo>
                    <a:pt x="20" y="905"/>
                  </a:lnTo>
                  <a:lnTo>
                    <a:pt x="0" y="917"/>
                  </a:lnTo>
                  <a:lnTo>
                    <a:pt x="0" y="562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0" id="40"/>
            <p:cNvSpPr/>
            <p:nvPr/>
          </p:nvSpPr>
          <p:spPr>
            <a:xfrm>
              <a:off x="8793387" y="2482655"/>
              <a:ext cx="2476879" cy="1427721"/>
            </a:xfrm>
            <a:custGeom>
              <a:avLst/>
              <a:gdLst/>
              <a:ahLst/>
              <a:cxnLst/>
              <a:rect r="r" b="b" t="t" l="l"/>
              <a:pathLst>
                <a:path w="2061" h="1188" stroke="true" fill="norm" extrusionOk="true">
                  <a:moveTo>
                    <a:pt x="0" y="587"/>
                  </a:moveTo>
                  <a:lnTo>
                    <a:pt x="1016" y="0"/>
                  </a:lnTo>
                  <a:lnTo>
                    <a:pt x="2061" y="602"/>
                  </a:lnTo>
                  <a:lnTo>
                    <a:pt x="1044" y="1188"/>
                  </a:lnTo>
                  <a:lnTo>
                    <a:pt x="0" y="587"/>
                  </a:lnTo>
                  <a:close/>
                </a:path>
              </a:pathLst>
            </a:custGeom>
            <a:solidFill>
              <a:schemeClr val="accent5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1" id="41"/>
            <p:cNvSpPr/>
            <p:nvPr/>
          </p:nvSpPr>
          <p:spPr>
            <a:xfrm>
              <a:off x="10048051" y="3206130"/>
              <a:ext cx="1222215" cy="1211399"/>
            </a:xfrm>
            <a:custGeom>
              <a:avLst/>
              <a:gdLst/>
              <a:ahLst/>
              <a:cxnLst/>
              <a:rect r="r" b="b" t="t" l="l"/>
              <a:pathLst>
                <a:path w="1017" h="1008" stroke="true" fill="norm" extrusionOk="true">
                  <a:moveTo>
                    <a:pt x="1017" y="0"/>
                  </a:moveTo>
                  <a:lnTo>
                    <a:pt x="510" y="292"/>
                  </a:lnTo>
                  <a:lnTo>
                    <a:pt x="510" y="292"/>
                  </a:lnTo>
                  <a:lnTo>
                    <a:pt x="510" y="292"/>
                  </a:lnTo>
                  <a:lnTo>
                    <a:pt x="0" y="586"/>
                  </a:lnTo>
                  <a:lnTo>
                    <a:pt x="0" y="586"/>
                  </a:lnTo>
                  <a:lnTo>
                    <a:pt x="0" y="787"/>
                  </a:lnTo>
                  <a:lnTo>
                    <a:pt x="0" y="799"/>
                  </a:lnTo>
                  <a:lnTo>
                    <a:pt x="0" y="987"/>
                  </a:lnTo>
                  <a:lnTo>
                    <a:pt x="0" y="998"/>
                  </a:lnTo>
                  <a:lnTo>
                    <a:pt x="0" y="1008"/>
                  </a:lnTo>
                  <a:lnTo>
                    <a:pt x="0" y="1008"/>
                  </a:lnTo>
                  <a:lnTo>
                    <a:pt x="1017" y="421"/>
                  </a:lnTo>
                  <a:lnTo>
                    <a:pt x="1017" y="398"/>
                  </a:lnTo>
                  <a:lnTo>
                    <a:pt x="997" y="410"/>
                  </a:lnTo>
                  <a:lnTo>
                    <a:pt x="20" y="975"/>
                  </a:lnTo>
                  <a:lnTo>
                    <a:pt x="20" y="797"/>
                  </a:lnTo>
                  <a:lnTo>
                    <a:pt x="20" y="776"/>
                  </a:lnTo>
                  <a:lnTo>
                    <a:pt x="20" y="598"/>
                  </a:lnTo>
                  <a:lnTo>
                    <a:pt x="1017" y="21"/>
                  </a:lnTo>
                  <a:lnTo>
                    <a:pt x="1017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2" id="42"/>
            <p:cNvSpPr/>
            <p:nvPr/>
          </p:nvSpPr>
          <p:spPr>
            <a:xfrm>
              <a:off x="10069683" y="3323905"/>
              <a:ext cx="1145301" cy="967437"/>
            </a:xfrm>
            <a:custGeom>
              <a:avLst/>
              <a:gdLst/>
              <a:ahLst/>
              <a:cxnLst/>
              <a:rect r="r" b="b" t="t" l="l"/>
              <a:pathLst>
                <a:path w="953" h="805" stroke="true" fill="norm" extrusionOk="true">
                  <a:moveTo>
                    <a:pt x="953" y="253"/>
                  </a:moveTo>
                  <a:lnTo>
                    <a:pt x="2" y="805"/>
                  </a:lnTo>
                  <a:lnTo>
                    <a:pt x="0" y="802"/>
                  </a:lnTo>
                  <a:lnTo>
                    <a:pt x="953" y="253"/>
                  </a:lnTo>
                  <a:close/>
                  <a:moveTo>
                    <a:pt x="0" y="752"/>
                  </a:moveTo>
                  <a:lnTo>
                    <a:pt x="2" y="755"/>
                  </a:lnTo>
                  <a:lnTo>
                    <a:pt x="953" y="202"/>
                  </a:lnTo>
                  <a:lnTo>
                    <a:pt x="0" y="752"/>
                  </a:lnTo>
                  <a:close/>
                  <a:moveTo>
                    <a:pt x="0" y="701"/>
                  </a:moveTo>
                  <a:lnTo>
                    <a:pt x="2" y="704"/>
                  </a:lnTo>
                  <a:lnTo>
                    <a:pt x="953" y="152"/>
                  </a:lnTo>
                  <a:lnTo>
                    <a:pt x="0" y="701"/>
                  </a:lnTo>
                  <a:close/>
                  <a:moveTo>
                    <a:pt x="0" y="650"/>
                  </a:moveTo>
                  <a:lnTo>
                    <a:pt x="2" y="653"/>
                  </a:lnTo>
                  <a:lnTo>
                    <a:pt x="953" y="101"/>
                  </a:lnTo>
                  <a:lnTo>
                    <a:pt x="0" y="650"/>
                  </a:lnTo>
                  <a:close/>
                  <a:moveTo>
                    <a:pt x="0" y="600"/>
                  </a:moveTo>
                  <a:lnTo>
                    <a:pt x="2" y="603"/>
                  </a:lnTo>
                  <a:lnTo>
                    <a:pt x="953" y="50"/>
                  </a:lnTo>
                  <a:lnTo>
                    <a:pt x="0" y="600"/>
                  </a:lnTo>
                  <a:close/>
                  <a:moveTo>
                    <a:pt x="0" y="549"/>
                  </a:moveTo>
                  <a:lnTo>
                    <a:pt x="2" y="552"/>
                  </a:lnTo>
                  <a:lnTo>
                    <a:pt x="953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44546A">
                <a:lumMod val="40000"/>
                <a:lumOff val="60000"/>
              </a:srgb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3" id="43"/>
            <p:cNvSpPr/>
            <p:nvPr/>
          </p:nvSpPr>
          <p:spPr>
            <a:xfrm>
              <a:off x="8793387" y="3188103"/>
              <a:ext cx="1254664" cy="1229426"/>
            </a:xfrm>
            <a:custGeom>
              <a:avLst/>
              <a:gdLst/>
              <a:ahLst/>
              <a:cxnLst/>
              <a:rect r="r" b="b" t="t" l="l"/>
              <a:pathLst>
                <a:path w="1044" h="1023" stroke="true" fill="norm" extrusionOk="true">
                  <a:moveTo>
                    <a:pt x="0" y="0"/>
                  </a:moveTo>
                  <a:lnTo>
                    <a:pt x="0" y="199"/>
                  </a:lnTo>
                  <a:lnTo>
                    <a:pt x="0" y="212"/>
                  </a:lnTo>
                  <a:lnTo>
                    <a:pt x="0" y="399"/>
                  </a:lnTo>
                  <a:lnTo>
                    <a:pt x="0" y="412"/>
                  </a:lnTo>
                  <a:lnTo>
                    <a:pt x="0" y="422"/>
                  </a:lnTo>
                  <a:lnTo>
                    <a:pt x="1044" y="1023"/>
                  </a:lnTo>
                  <a:lnTo>
                    <a:pt x="1044" y="1013"/>
                  </a:lnTo>
                  <a:lnTo>
                    <a:pt x="1044" y="1002"/>
                  </a:lnTo>
                  <a:lnTo>
                    <a:pt x="1044" y="814"/>
                  </a:lnTo>
                  <a:lnTo>
                    <a:pt x="1044" y="802"/>
                  </a:lnTo>
                  <a:lnTo>
                    <a:pt x="1044" y="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4" id="44"/>
            <p:cNvSpPr/>
            <p:nvPr/>
          </p:nvSpPr>
          <p:spPr>
            <a:xfrm>
              <a:off x="9753012" y="3045692"/>
              <a:ext cx="585269" cy="337702"/>
            </a:xfrm>
            <a:custGeom>
              <a:avLst/>
              <a:gdLst/>
              <a:ahLst/>
              <a:cxnLst/>
              <a:rect r="r" b="b" t="t" l="l"/>
              <a:pathLst>
                <a:path w="298" h="172" stroke="true" fill="norm" extrusionOk="true">
                  <a:moveTo>
                    <a:pt x="117" y="0"/>
                  </a:moveTo>
                  <a:cubicBezTo>
                    <a:pt x="95" y="0"/>
                    <a:pt x="71" y="6"/>
                    <a:pt x="45" y="21"/>
                  </a:cubicBezTo>
                  <a:cubicBezTo>
                    <a:pt x="21" y="35"/>
                    <a:pt x="5" y="53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32" y="62"/>
                    <a:pt x="43" y="47"/>
                    <a:pt x="61" y="37"/>
                  </a:cubicBezTo>
                  <a:cubicBezTo>
                    <a:pt x="77" y="28"/>
                    <a:pt x="92" y="24"/>
                    <a:pt x="104" y="24"/>
                  </a:cubicBezTo>
                  <a:cubicBezTo>
                    <a:pt x="115" y="24"/>
                    <a:pt x="124" y="26"/>
                    <a:pt x="132" y="31"/>
                  </a:cubicBezTo>
                  <a:cubicBezTo>
                    <a:pt x="155" y="44"/>
                    <a:pt x="137" y="67"/>
                    <a:pt x="114" y="80"/>
                  </a:cubicBezTo>
                  <a:cubicBezTo>
                    <a:pt x="97" y="90"/>
                    <a:pt x="97" y="90"/>
                    <a:pt x="97" y="90"/>
                  </a:cubicBezTo>
                  <a:cubicBezTo>
                    <a:pt x="117" y="102"/>
                    <a:pt x="117" y="102"/>
                    <a:pt x="117" y="102"/>
                  </a:cubicBezTo>
                  <a:cubicBezTo>
                    <a:pt x="134" y="91"/>
                    <a:pt x="134" y="91"/>
                    <a:pt x="134" y="91"/>
                  </a:cubicBezTo>
                  <a:cubicBezTo>
                    <a:pt x="154" y="80"/>
                    <a:pt x="178" y="72"/>
                    <a:pt x="200" y="72"/>
                  </a:cubicBezTo>
                  <a:cubicBezTo>
                    <a:pt x="212" y="72"/>
                    <a:pt x="223" y="74"/>
                    <a:pt x="233" y="80"/>
                  </a:cubicBezTo>
                  <a:cubicBezTo>
                    <a:pt x="251" y="90"/>
                    <a:pt x="260" y="109"/>
                    <a:pt x="220" y="132"/>
                  </a:cubicBezTo>
                  <a:cubicBezTo>
                    <a:pt x="198" y="145"/>
                    <a:pt x="171" y="152"/>
                    <a:pt x="157" y="155"/>
                  </a:cubicBezTo>
                  <a:cubicBezTo>
                    <a:pt x="169" y="172"/>
                    <a:pt x="169" y="172"/>
                    <a:pt x="169" y="172"/>
                  </a:cubicBezTo>
                  <a:cubicBezTo>
                    <a:pt x="187" y="169"/>
                    <a:pt x="217" y="160"/>
                    <a:pt x="242" y="145"/>
                  </a:cubicBezTo>
                  <a:cubicBezTo>
                    <a:pt x="297" y="113"/>
                    <a:pt x="298" y="80"/>
                    <a:pt x="266" y="62"/>
                  </a:cubicBezTo>
                  <a:cubicBezTo>
                    <a:pt x="253" y="54"/>
                    <a:pt x="237" y="51"/>
                    <a:pt x="220" y="51"/>
                  </a:cubicBezTo>
                  <a:cubicBezTo>
                    <a:pt x="201" y="51"/>
                    <a:pt x="181" y="55"/>
                    <a:pt x="164" y="62"/>
                  </a:cubicBezTo>
                  <a:cubicBezTo>
                    <a:pt x="163" y="62"/>
                    <a:pt x="163" y="62"/>
                    <a:pt x="163" y="62"/>
                  </a:cubicBezTo>
                  <a:cubicBezTo>
                    <a:pt x="182" y="40"/>
                    <a:pt x="179" y="22"/>
                    <a:pt x="159" y="10"/>
                  </a:cubicBezTo>
                  <a:cubicBezTo>
                    <a:pt x="148" y="4"/>
                    <a:pt x="133" y="0"/>
                    <a:pt x="117" y="0"/>
                  </a:cubicBezTo>
                </a:path>
              </a:pathLst>
            </a:custGeom>
            <a:solidFill>
              <a:srgbClr val="FFFFFF"/>
            </a:solidFill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Freeform 45" id="45"/>
          <p:cNvSpPr/>
          <p:nvPr/>
        </p:nvSpPr>
        <p:spPr>
          <a:xfrm>
            <a:off x="6348992" y="2371820"/>
            <a:ext cx="360000" cy="360000"/>
          </a:xfrm>
          <a:custGeom>
            <a:avLst/>
            <a:gdLst/>
            <a:ahLst/>
            <a:cxnLst/>
            <a:rect r="r" b="b" t="t" l="l"/>
            <a:pathLst>
              <a:path w="497" h="426" stroke="true" fill="norm" extrusionOk="true">
                <a:moveTo>
                  <a:pt x="230" y="231"/>
                </a:moveTo>
                <a:lnTo>
                  <a:pt x="230" y="231"/>
                </a:lnTo>
                <a:cubicBezTo>
                  <a:pt x="274" y="231"/>
                  <a:pt x="274" y="231"/>
                  <a:pt x="274" y="231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496" y="275"/>
                  <a:pt x="496" y="275"/>
                  <a:pt x="496" y="275"/>
                </a:cubicBezTo>
                <a:cubicBezTo>
                  <a:pt x="496" y="275"/>
                  <a:pt x="496" y="168"/>
                  <a:pt x="487" y="133"/>
                </a:cubicBezTo>
                <a:cubicBezTo>
                  <a:pt x="487" y="97"/>
                  <a:pt x="478" y="80"/>
                  <a:pt x="443" y="80"/>
                </a:cubicBezTo>
                <a:cubicBezTo>
                  <a:pt x="363" y="80"/>
                  <a:pt x="363" y="80"/>
                  <a:pt x="363" y="80"/>
                </a:cubicBezTo>
                <a:cubicBezTo>
                  <a:pt x="345" y="53"/>
                  <a:pt x="337" y="27"/>
                  <a:pt x="337" y="27"/>
                </a:cubicBezTo>
                <a:cubicBezTo>
                  <a:pt x="328" y="9"/>
                  <a:pt x="319" y="0"/>
                  <a:pt x="300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77" y="0"/>
                  <a:pt x="168" y="9"/>
                  <a:pt x="168" y="27"/>
                </a:cubicBezTo>
                <a:cubicBezTo>
                  <a:pt x="159" y="27"/>
                  <a:pt x="150" y="53"/>
                  <a:pt x="133" y="80"/>
                </a:cubicBezTo>
                <a:cubicBezTo>
                  <a:pt x="53" y="80"/>
                  <a:pt x="53" y="80"/>
                  <a:pt x="53" y="80"/>
                </a:cubicBezTo>
                <a:cubicBezTo>
                  <a:pt x="17" y="80"/>
                  <a:pt x="9" y="97"/>
                  <a:pt x="9" y="133"/>
                </a:cubicBezTo>
                <a:cubicBezTo>
                  <a:pt x="0" y="168"/>
                  <a:pt x="0" y="275"/>
                  <a:pt x="0" y="275"/>
                </a:cubicBezTo>
                <a:cubicBezTo>
                  <a:pt x="230" y="275"/>
                  <a:pt x="230" y="275"/>
                  <a:pt x="230" y="275"/>
                </a:cubicBezTo>
                <a:lnTo>
                  <a:pt x="230" y="231"/>
                </a:lnTo>
                <a:close/>
                <a:moveTo>
                  <a:pt x="186" y="53"/>
                </a:moveTo>
                <a:lnTo>
                  <a:pt x="186" y="53"/>
                </a:lnTo>
                <a:cubicBezTo>
                  <a:pt x="194" y="44"/>
                  <a:pt x="194" y="36"/>
                  <a:pt x="212" y="36"/>
                </a:cubicBezTo>
                <a:cubicBezTo>
                  <a:pt x="284" y="36"/>
                  <a:pt x="284" y="36"/>
                  <a:pt x="284" y="36"/>
                </a:cubicBezTo>
                <a:cubicBezTo>
                  <a:pt x="300" y="36"/>
                  <a:pt x="300" y="44"/>
                  <a:pt x="309" y="53"/>
                </a:cubicBezTo>
                <a:cubicBezTo>
                  <a:pt x="309" y="53"/>
                  <a:pt x="319" y="71"/>
                  <a:pt x="319" y="80"/>
                </a:cubicBezTo>
                <a:cubicBezTo>
                  <a:pt x="177" y="80"/>
                  <a:pt x="177" y="80"/>
                  <a:pt x="177" y="80"/>
                </a:cubicBezTo>
                <a:cubicBezTo>
                  <a:pt x="186" y="71"/>
                  <a:pt x="186" y="53"/>
                  <a:pt x="186" y="53"/>
                </a:cubicBezTo>
                <a:close/>
                <a:moveTo>
                  <a:pt x="274" y="355"/>
                </a:moveTo>
                <a:lnTo>
                  <a:pt x="274" y="355"/>
                </a:lnTo>
                <a:cubicBezTo>
                  <a:pt x="230" y="355"/>
                  <a:pt x="230" y="355"/>
                  <a:pt x="230" y="355"/>
                </a:cubicBezTo>
                <a:cubicBezTo>
                  <a:pt x="230" y="302"/>
                  <a:pt x="230" y="302"/>
                  <a:pt x="230" y="302"/>
                </a:cubicBezTo>
                <a:cubicBezTo>
                  <a:pt x="9" y="302"/>
                  <a:pt x="9" y="302"/>
                  <a:pt x="9" y="302"/>
                </a:cubicBezTo>
                <a:cubicBezTo>
                  <a:pt x="9" y="302"/>
                  <a:pt x="17" y="346"/>
                  <a:pt x="17" y="381"/>
                </a:cubicBezTo>
                <a:cubicBezTo>
                  <a:pt x="17" y="399"/>
                  <a:pt x="26" y="425"/>
                  <a:pt x="62" y="425"/>
                </a:cubicBezTo>
                <a:cubicBezTo>
                  <a:pt x="434" y="425"/>
                  <a:pt x="434" y="425"/>
                  <a:pt x="434" y="425"/>
                </a:cubicBezTo>
                <a:cubicBezTo>
                  <a:pt x="469" y="425"/>
                  <a:pt x="478" y="399"/>
                  <a:pt x="478" y="381"/>
                </a:cubicBezTo>
                <a:cubicBezTo>
                  <a:pt x="478" y="346"/>
                  <a:pt x="487" y="302"/>
                  <a:pt x="487" y="302"/>
                </a:cubicBezTo>
                <a:cubicBezTo>
                  <a:pt x="274" y="302"/>
                  <a:pt x="274" y="302"/>
                  <a:pt x="274" y="302"/>
                </a:cubicBezTo>
                <a:lnTo>
                  <a:pt x="274" y="355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anchor="ctr" wrap="none" tIns="17145" lIns="34290" bIns="17145" rIns="34290">
            <a:normAutofit/>
          </a:bodyPr>
          <a:p>
            <a:pPr algn="l" marL="0"/>
          </a:p>
        </p:txBody>
      </p:sp>
      <p:sp>
        <p:nvSpPr>
          <p:cNvPr name="Freeform 46" id="46"/>
          <p:cNvSpPr/>
          <p:nvPr/>
        </p:nvSpPr>
        <p:spPr>
          <a:xfrm>
            <a:off x="6287098" y="4662430"/>
            <a:ext cx="413986" cy="317097"/>
          </a:xfrm>
          <a:custGeom>
            <a:avLst/>
            <a:gdLst/>
            <a:ahLst/>
            <a:cxnLst/>
            <a:rect r="r" b="b" t="t" l="l"/>
            <a:pathLst>
              <a:path w="497" h="382" stroke="true" fill="norm" extrusionOk="true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wrap="none" tIns="17145" lIns="34290" bIns="17145" rIns="34290">
            <a:normAutofit/>
          </a:bodyPr>
          <a:p>
            <a:pPr algn="l" marL="0"/>
          </a:p>
        </p:txBody>
      </p:sp>
      <p:sp>
        <p:nvSpPr>
          <p:cNvPr name="Freeform 47" id="47"/>
          <p:cNvSpPr/>
          <p:nvPr/>
        </p:nvSpPr>
        <p:spPr>
          <a:xfrm>
            <a:off x="6293012" y="3452235"/>
            <a:ext cx="302414" cy="411051"/>
          </a:xfrm>
          <a:custGeom>
            <a:avLst/>
            <a:gdLst/>
            <a:ahLst/>
            <a:cxnLst/>
            <a:rect r="r" b="b" t="t" l="l"/>
            <a:pathLst>
              <a:path w="364" h="498" stroke="true" fill="norm" extrusionOk="true">
                <a:moveTo>
                  <a:pt x="106" y="479"/>
                </a:moveTo>
                <a:lnTo>
                  <a:pt x="106" y="479"/>
                </a:lnTo>
                <a:cubicBezTo>
                  <a:pt x="123" y="488"/>
                  <a:pt x="150" y="497"/>
                  <a:pt x="176" y="497"/>
                </a:cubicBezTo>
                <a:cubicBezTo>
                  <a:pt x="203" y="497"/>
                  <a:pt x="229" y="488"/>
                  <a:pt x="248" y="479"/>
                </a:cubicBezTo>
                <a:cubicBezTo>
                  <a:pt x="248" y="426"/>
                  <a:pt x="248" y="426"/>
                  <a:pt x="248" y="426"/>
                </a:cubicBezTo>
                <a:cubicBezTo>
                  <a:pt x="106" y="426"/>
                  <a:pt x="106" y="426"/>
                  <a:pt x="106" y="426"/>
                </a:cubicBezTo>
                <a:lnTo>
                  <a:pt x="106" y="479"/>
                </a:lnTo>
                <a:close/>
                <a:moveTo>
                  <a:pt x="248" y="400"/>
                </a:moveTo>
                <a:lnTo>
                  <a:pt x="248" y="400"/>
                </a:lnTo>
                <a:cubicBezTo>
                  <a:pt x="248" y="293"/>
                  <a:pt x="363" y="258"/>
                  <a:pt x="354" y="151"/>
                </a:cubicBezTo>
                <a:cubicBezTo>
                  <a:pt x="345" y="80"/>
                  <a:pt x="301" y="0"/>
                  <a:pt x="176" y="0"/>
                </a:cubicBezTo>
                <a:cubicBezTo>
                  <a:pt x="53" y="0"/>
                  <a:pt x="9" y="80"/>
                  <a:pt x="0" y="151"/>
                </a:cubicBezTo>
                <a:cubicBezTo>
                  <a:pt x="0" y="258"/>
                  <a:pt x="106" y="293"/>
                  <a:pt x="106" y="400"/>
                </a:cubicBezTo>
                <a:lnTo>
                  <a:pt x="248" y="400"/>
                </a:lnTo>
                <a:close/>
                <a:moveTo>
                  <a:pt x="53" y="151"/>
                </a:moveTo>
                <a:lnTo>
                  <a:pt x="53" y="151"/>
                </a:lnTo>
                <a:cubicBezTo>
                  <a:pt x="62" y="89"/>
                  <a:pt x="106" y="53"/>
                  <a:pt x="176" y="53"/>
                </a:cubicBezTo>
                <a:cubicBezTo>
                  <a:pt x="248" y="53"/>
                  <a:pt x="292" y="89"/>
                  <a:pt x="301" y="151"/>
                </a:cubicBezTo>
                <a:cubicBezTo>
                  <a:pt x="301" y="187"/>
                  <a:pt x="283" y="213"/>
                  <a:pt x="257" y="249"/>
                </a:cubicBezTo>
                <a:cubicBezTo>
                  <a:pt x="229" y="275"/>
                  <a:pt x="213" y="311"/>
                  <a:pt x="194" y="355"/>
                </a:cubicBezTo>
                <a:cubicBezTo>
                  <a:pt x="159" y="355"/>
                  <a:pt x="159" y="355"/>
                  <a:pt x="159" y="355"/>
                </a:cubicBezTo>
                <a:cubicBezTo>
                  <a:pt x="141" y="311"/>
                  <a:pt x="123" y="275"/>
                  <a:pt x="97" y="249"/>
                </a:cubicBezTo>
                <a:cubicBezTo>
                  <a:pt x="70" y="213"/>
                  <a:pt x="53" y="187"/>
                  <a:pt x="53" y="15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wrap="none" tIns="17145" lIns="34290" bIns="17145" rIns="34290">
            <a:normAutofit/>
          </a:bodyPr>
          <a:p>
            <a:pPr algn="l" marL="0"/>
          </a:p>
        </p:txBody>
      </p:sp>
      <p:sp>
        <p:nvSpPr>
          <p:cNvPr name="AutoShape 48" id="48"/>
          <p:cNvSpPr/>
          <p:nvPr/>
        </p:nvSpPr>
        <p:spPr>
          <a:xfrm>
            <a:off x="6708991" y="2414433"/>
            <a:ext cx="3040893" cy="328936"/>
          </a:xfrm>
          <a:prstGeom prst="rect">
            <a:avLst/>
          </a:prstGeom>
        </p:spPr>
        <p:txBody>
          <a:bodyPr vert="horz" anchor="ctr" wrap="square" tIns="45720" lIns="91440" bIns="45720" rIns="91440">
            <a:spAutoFit/>
          </a:bodyPr>
          <a:p>
            <a:pPr algn="l" marL="0">
              <a:lnSpc>
                <a:spcPct val="120000"/>
              </a:lnSpc>
              <a:spcBef>
                <a:spcPct val="0"/>
              </a:spcBef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Microsoft YaHei"/>
                <a:ea typeface="Microsoft YaHei"/>
              </a:rPr>
              <a:t>主動異常偵測</a:t>
            </a:r>
          </a:p>
        </p:txBody>
      </p:sp>
      <p:sp>
        <p:nvSpPr>
          <p:cNvPr name="AutoShape 49" id="49"/>
          <p:cNvSpPr/>
          <p:nvPr/>
        </p:nvSpPr>
        <p:spPr>
          <a:xfrm>
            <a:off x="6591578" y="3510187"/>
            <a:ext cx="2836023" cy="32893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20000"/>
              </a:lnSpc>
              <a:spcBef>
                <a:spcPct val="0"/>
              </a:spcBef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Microsoft YaHei"/>
                <a:ea typeface="Microsoft YaHei"/>
              </a:rPr>
              <a:t>精確根本原因識別</a:t>
            </a:r>
          </a:p>
        </p:txBody>
      </p:sp>
      <p:sp>
        <p:nvSpPr>
          <p:cNvPr name="AutoShape 50" id="50"/>
          <p:cNvSpPr/>
          <p:nvPr/>
        </p:nvSpPr>
        <p:spPr>
          <a:xfrm>
            <a:off x="6713460" y="4662814"/>
            <a:ext cx="2426836" cy="328936"/>
          </a:xfrm>
          <a:prstGeom prst="rect">
            <a:avLst/>
          </a:prstGeom>
        </p:spPr>
        <p:txBody>
          <a:bodyPr vert="horz" anchor="ctr" wrap="square" tIns="45720" lIns="91440" bIns="45720" rIns="91440">
            <a:spAutoFit/>
          </a:bodyPr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Microsoft YaHei"/>
                <a:ea typeface="Microsoft YaHei"/>
              </a:rPr>
              <a:t>支出優化</a:t>
            </a:r>
          </a:p>
        </p:txBody>
      </p:sp>
      <p:sp>
        <p:nvSpPr>
          <p:cNvPr name="AutoShape 51" id="51"/>
          <p:cNvSpPr/>
          <p:nvPr/>
        </p:nvSpPr>
        <p:spPr>
          <a:xfrm>
            <a:off x="205830" y="1386889"/>
            <a:ext cx="219740" cy="2197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800" baseline="0" u="none">
                <a:solidFill>
                  <a:schemeClr val="lt1"/>
                </a:solidFill>
                <a:latin typeface="inpin heiti"/>
                <a:ea typeface="inpin heiti"/>
              </a:rPr>
              <a:t>1</a:t>
            </a:r>
          </a:p>
        </p:txBody>
      </p:sp>
      <p:sp>
        <p:nvSpPr>
          <p:cNvPr name="Freeform 52" id="52"/>
          <p:cNvSpPr/>
          <p:nvPr/>
        </p:nvSpPr>
        <p:spPr>
          <a:xfrm>
            <a:off x="589663" y="1372819"/>
            <a:ext cx="413986" cy="317097"/>
          </a:xfrm>
          <a:custGeom>
            <a:avLst/>
            <a:gdLst/>
            <a:ahLst/>
            <a:cxnLst/>
            <a:rect r="r" b="b" t="t" l="l"/>
            <a:pathLst>
              <a:path w="497" h="382" stroke="true" fill="norm" extrusionOk="true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17145" lIns="34290" bIns="17145" rIns="34290">
            <a:normAutofit/>
          </a:bodyPr>
          <a:p>
            <a:pPr algn="l" marL="0"/>
          </a:p>
        </p:txBody>
      </p:sp>
      <p:sp>
        <p:nvSpPr>
          <p:cNvPr name="Freeform 53" id="53"/>
          <p:cNvSpPr/>
          <p:nvPr/>
        </p:nvSpPr>
        <p:spPr>
          <a:xfrm>
            <a:off x="658132" y="3050676"/>
            <a:ext cx="302414" cy="411051"/>
          </a:xfrm>
          <a:custGeom>
            <a:avLst/>
            <a:gdLst/>
            <a:ahLst/>
            <a:cxnLst/>
            <a:rect r="r" b="b" t="t" l="l"/>
            <a:pathLst>
              <a:path w="364" h="498" stroke="true" fill="norm" extrusionOk="true">
                <a:moveTo>
                  <a:pt x="106" y="479"/>
                </a:moveTo>
                <a:lnTo>
                  <a:pt x="106" y="479"/>
                </a:lnTo>
                <a:cubicBezTo>
                  <a:pt x="123" y="488"/>
                  <a:pt x="150" y="497"/>
                  <a:pt x="176" y="497"/>
                </a:cubicBezTo>
                <a:cubicBezTo>
                  <a:pt x="203" y="497"/>
                  <a:pt x="229" y="488"/>
                  <a:pt x="248" y="479"/>
                </a:cubicBezTo>
                <a:cubicBezTo>
                  <a:pt x="248" y="426"/>
                  <a:pt x="248" y="426"/>
                  <a:pt x="248" y="426"/>
                </a:cubicBezTo>
                <a:cubicBezTo>
                  <a:pt x="106" y="426"/>
                  <a:pt x="106" y="426"/>
                  <a:pt x="106" y="426"/>
                </a:cubicBezTo>
                <a:lnTo>
                  <a:pt x="106" y="479"/>
                </a:lnTo>
                <a:close/>
                <a:moveTo>
                  <a:pt x="248" y="400"/>
                </a:moveTo>
                <a:lnTo>
                  <a:pt x="248" y="400"/>
                </a:lnTo>
                <a:cubicBezTo>
                  <a:pt x="248" y="293"/>
                  <a:pt x="363" y="258"/>
                  <a:pt x="354" y="151"/>
                </a:cubicBezTo>
                <a:cubicBezTo>
                  <a:pt x="345" y="80"/>
                  <a:pt x="301" y="0"/>
                  <a:pt x="176" y="0"/>
                </a:cubicBezTo>
                <a:cubicBezTo>
                  <a:pt x="53" y="0"/>
                  <a:pt x="9" y="80"/>
                  <a:pt x="0" y="151"/>
                </a:cubicBezTo>
                <a:cubicBezTo>
                  <a:pt x="0" y="258"/>
                  <a:pt x="106" y="293"/>
                  <a:pt x="106" y="400"/>
                </a:cubicBezTo>
                <a:lnTo>
                  <a:pt x="248" y="400"/>
                </a:lnTo>
                <a:close/>
                <a:moveTo>
                  <a:pt x="53" y="151"/>
                </a:moveTo>
                <a:lnTo>
                  <a:pt x="53" y="151"/>
                </a:lnTo>
                <a:cubicBezTo>
                  <a:pt x="62" y="89"/>
                  <a:pt x="106" y="53"/>
                  <a:pt x="176" y="53"/>
                </a:cubicBezTo>
                <a:cubicBezTo>
                  <a:pt x="248" y="53"/>
                  <a:pt x="292" y="89"/>
                  <a:pt x="301" y="151"/>
                </a:cubicBezTo>
                <a:cubicBezTo>
                  <a:pt x="301" y="187"/>
                  <a:pt x="283" y="213"/>
                  <a:pt x="257" y="249"/>
                </a:cubicBezTo>
                <a:cubicBezTo>
                  <a:pt x="229" y="275"/>
                  <a:pt x="213" y="311"/>
                  <a:pt x="194" y="355"/>
                </a:cubicBezTo>
                <a:cubicBezTo>
                  <a:pt x="159" y="355"/>
                  <a:pt x="159" y="355"/>
                  <a:pt x="159" y="355"/>
                </a:cubicBezTo>
                <a:cubicBezTo>
                  <a:pt x="141" y="311"/>
                  <a:pt x="123" y="275"/>
                  <a:pt x="97" y="249"/>
                </a:cubicBezTo>
                <a:cubicBezTo>
                  <a:pt x="70" y="213"/>
                  <a:pt x="53" y="187"/>
                  <a:pt x="53" y="151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vert="horz" anchor="ctr" wrap="none" tIns="17145" lIns="34290" bIns="17145" rIns="34290">
            <a:normAutofit/>
          </a:bodyPr>
          <a:p>
            <a:pPr algn="l" marL="0"/>
          </a:p>
        </p:txBody>
      </p:sp>
      <p:sp>
        <p:nvSpPr>
          <p:cNvPr name="AutoShape 54" id="54"/>
          <p:cNvSpPr/>
          <p:nvPr/>
        </p:nvSpPr>
        <p:spPr>
          <a:xfrm>
            <a:off x="218513" y="3148451"/>
            <a:ext cx="219740" cy="21974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2">
                <a:lumMod val="75000"/>
              </a:scheme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800" baseline="0" u="none">
                <a:solidFill>
                  <a:schemeClr val="lt1"/>
                </a:solidFill>
                <a:latin typeface="inpin heiti"/>
                <a:ea typeface="inpin heiti"/>
              </a:rPr>
              <a:t>2</a:t>
            </a:r>
          </a:p>
        </p:txBody>
      </p:sp>
      <p:sp>
        <p:nvSpPr>
          <p:cNvPr name="Freeform 55" id="55"/>
          <p:cNvSpPr/>
          <p:nvPr/>
        </p:nvSpPr>
        <p:spPr>
          <a:xfrm>
            <a:off x="584945" y="4904057"/>
            <a:ext cx="413985" cy="355266"/>
          </a:xfrm>
          <a:custGeom>
            <a:avLst/>
            <a:gdLst/>
            <a:ahLst/>
            <a:cxnLst/>
            <a:rect r="r" b="b" t="t" l="l"/>
            <a:pathLst>
              <a:path w="497" h="426" stroke="true" fill="norm" extrusionOk="true">
                <a:moveTo>
                  <a:pt x="230" y="231"/>
                </a:moveTo>
                <a:lnTo>
                  <a:pt x="230" y="231"/>
                </a:lnTo>
                <a:cubicBezTo>
                  <a:pt x="274" y="231"/>
                  <a:pt x="274" y="231"/>
                  <a:pt x="274" y="231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496" y="275"/>
                  <a:pt x="496" y="275"/>
                  <a:pt x="496" y="275"/>
                </a:cubicBezTo>
                <a:cubicBezTo>
                  <a:pt x="496" y="275"/>
                  <a:pt x="496" y="168"/>
                  <a:pt x="487" y="133"/>
                </a:cubicBezTo>
                <a:cubicBezTo>
                  <a:pt x="487" y="97"/>
                  <a:pt x="478" y="80"/>
                  <a:pt x="443" y="80"/>
                </a:cubicBezTo>
                <a:cubicBezTo>
                  <a:pt x="363" y="80"/>
                  <a:pt x="363" y="80"/>
                  <a:pt x="363" y="80"/>
                </a:cubicBezTo>
                <a:cubicBezTo>
                  <a:pt x="345" y="53"/>
                  <a:pt x="337" y="27"/>
                  <a:pt x="337" y="27"/>
                </a:cubicBezTo>
                <a:cubicBezTo>
                  <a:pt x="328" y="9"/>
                  <a:pt x="319" y="0"/>
                  <a:pt x="300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77" y="0"/>
                  <a:pt x="168" y="9"/>
                  <a:pt x="168" y="27"/>
                </a:cubicBezTo>
                <a:cubicBezTo>
                  <a:pt x="159" y="27"/>
                  <a:pt x="150" y="53"/>
                  <a:pt x="133" y="80"/>
                </a:cubicBezTo>
                <a:cubicBezTo>
                  <a:pt x="53" y="80"/>
                  <a:pt x="53" y="80"/>
                  <a:pt x="53" y="80"/>
                </a:cubicBezTo>
                <a:cubicBezTo>
                  <a:pt x="17" y="80"/>
                  <a:pt x="9" y="97"/>
                  <a:pt x="9" y="133"/>
                </a:cubicBezTo>
                <a:cubicBezTo>
                  <a:pt x="0" y="168"/>
                  <a:pt x="0" y="275"/>
                  <a:pt x="0" y="275"/>
                </a:cubicBezTo>
                <a:cubicBezTo>
                  <a:pt x="230" y="275"/>
                  <a:pt x="230" y="275"/>
                  <a:pt x="230" y="275"/>
                </a:cubicBezTo>
                <a:lnTo>
                  <a:pt x="230" y="231"/>
                </a:lnTo>
                <a:close/>
                <a:moveTo>
                  <a:pt x="186" y="53"/>
                </a:moveTo>
                <a:lnTo>
                  <a:pt x="186" y="53"/>
                </a:lnTo>
                <a:cubicBezTo>
                  <a:pt x="194" y="44"/>
                  <a:pt x="194" y="36"/>
                  <a:pt x="212" y="36"/>
                </a:cubicBezTo>
                <a:cubicBezTo>
                  <a:pt x="284" y="36"/>
                  <a:pt x="284" y="36"/>
                  <a:pt x="284" y="36"/>
                </a:cubicBezTo>
                <a:cubicBezTo>
                  <a:pt x="300" y="36"/>
                  <a:pt x="300" y="44"/>
                  <a:pt x="309" y="53"/>
                </a:cubicBezTo>
                <a:cubicBezTo>
                  <a:pt x="309" y="53"/>
                  <a:pt x="319" y="71"/>
                  <a:pt x="319" y="80"/>
                </a:cubicBezTo>
                <a:cubicBezTo>
                  <a:pt x="177" y="80"/>
                  <a:pt x="177" y="80"/>
                  <a:pt x="177" y="80"/>
                </a:cubicBezTo>
                <a:cubicBezTo>
                  <a:pt x="186" y="71"/>
                  <a:pt x="186" y="53"/>
                  <a:pt x="186" y="53"/>
                </a:cubicBezTo>
                <a:close/>
                <a:moveTo>
                  <a:pt x="274" y="355"/>
                </a:moveTo>
                <a:lnTo>
                  <a:pt x="274" y="355"/>
                </a:lnTo>
                <a:cubicBezTo>
                  <a:pt x="230" y="355"/>
                  <a:pt x="230" y="355"/>
                  <a:pt x="230" y="355"/>
                </a:cubicBezTo>
                <a:cubicBezTo>
                  <a:pt x="230" y="302"/>
                  <a:pt x="230" y="302"/>
                  <a:pt x="230" y="302"/>
                </a:cubicBezTo>
                <a:cubicBezTo>
                  <a:pt x="9" y="302"/>
                  <a:pt x="9" y="302"/>
                  <a:pt x="9" y="302"/>
                </a:cubicBezTo>
                <a:cubicBezTo>
                  <a:pt x="9" y="302"/>
                  <a:pt x="17" y="346"/>
                  <a:pt x="17" y="381"/>
                </a:cubicBezTo>
                <a:cubicBezTo>
                  <a:pt x="17" y="399"/>
                  <a:pt x="26" y="425"/>
                  <a:pt x="62" y="425"/>
                </a:cubicBezTo>
                <a:cubicBezTo>
                  <a:pt x="434" y="425"/>
                  <a:pt x="434" y="425"/>
                  <a:pt x="434" y="425"/>
                </a:cubicBezTo>
                <a:cubicBezTo>
                  <a:pt x="469" y="425"/>
                  <a:pt x="478" y="399"/>
                  <a:pt x="478" y="381"/>
                </a:cubicBezTo>
                <a:cubicBezTo>
                  <a:pt x="478" y="346"/>
                  <a:pt x="487" y="302"/>
                  <a:pt x="487" y="302"/>
                </a:cubicBezTo>
                <a:cubicBezTo>
                  <a:pt x="274" y="302"/>
                  <a:pt x="274" y="302"/>
                  <a:pt x="274" y="302"/>
                </a:cubicBezTo>
                <a:lnTo>
                  <a:pt x="274" y="355"/>
                </a:lnTo>
                <a:close/>
              </a:path>
            </a:pathLst>
          </a:custGeom>
          <a:solidFill>
            <a:schemeClr val="accent5"/>
          </a:solidFill>
        </p:spPr>
        <p:txBody>
          <a:bodyPr vert="horz" anchor="ctr" wrap="none" tIns="17145" lIns="34290" bIns="17145" rIns="34290">
            <a:normAutofit/>
          </a:bodyPr>
          <a:p>
            <a:pPr algn="l" marL="0"/>
          </a:p>
        </p:txBody>
      </p:sp>
      <p:sp>
        <p:nvSpPr>
          <p:cNvPr name="AutoShape 56" id="56"/>
          <p:cNvSpPr/>
          <p:nvPr/>
        </p:nvSpPr>
        <p:spPr>
          <a:xfrm>
            <a:off x="218513" y="5001826"/>
            <a:ext cx="219740" cy="219740"/>
          </a:xfrm>
          <a:prstGeom prst="ellipse">
            <a:avLst/>
          </a:prstGeom>
          <a:solidFill>
            <a:schemeClr val="accent5"/>
          </a:solidFill>
          <a:ln w="19050" cap="flat" cmpd="sng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800" baseline="0" u="none">
                <a:solidFill>
                  <a:schemeClr val="lt1"/>
                </a:solidFill>
                <a:latin typeface="inpin heiti"/>
                <a:ea typeface="inpin heiti"/>
              </a:rPr>
              <a:t>3</a:t>
            </a:r>
          </a:p>
        </p:txBody>
      </p:sp>
      <p:sp>
        <p:nvSpPr>
          <p:cNvPr name="AutoShape 57" id="57"/>
          <p:cNvSpPr/>
          <p:nvPr/>
        </p:nvSpPr>
        <p:spPr>
          <a:xfrm flipH="true">
            <a:off x="1062263" y="1285759"/>
            <a:ext cx="4821199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實現主動的異常偵測，及時發現並處理潛在的成本問題。</a:t>
            </a:r>
          </a:p>
        </p:txBody>
      </p:sp>
      <p:sp>
        <p:nvSpPr>
          <p:cNvPr name="AutoShape 58" id="58"/>
          <p:cNvSpPr/>
          <p:nvPr/>
        </p:nvSpPr>
        <p:spPr>
          <a:xfrm flipH="true">
            <a:off x="1026851" y="3013851"/>
            <a:ext cx="4820711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精確識別根本原因，快速定位成本異常的根源。</a:t>
            </a:r>
          </a:p>
        </p:txBody>
      </p:sp>
      <p:sp>
        <p:nvSpPr>
          <p:cNvPr name="AutoShape 59" id="59"/>
          <p:cNvSpPr/>
          <p:nvPr/>
        </p:nvSpPr>
        <p:spPr>
          <a:xfrm flipH="true">
            <a:off x="1006029" y="4834122"/>
            <a:ext cx="4816935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實現最終的支出優化，有效控制和降低雲端成本。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8788" dur="indefinite" repeatCount="1000" spd="100%" accel="0%" decel="0%" restart="never" nodeType="tmRoot">
          <p:childTnLst>
            <p:seq concurrent="true" nextAc="seek">
              <p:cTn id="18789" dur="indefinite" repeatCount="1000" spd="100%" accel="0%" decel="0%" nodeType="mainSeq">
                <p:childTnLst>
                  <p:par>
                    <p:cTn id="18790" repeatCount="1000" spd="100%" accel="0%" decel="0%" fill="hold">
                      <p:stCondLst>
                        <p:cond delay="indefinite"/>
                        <p:cond evt="onBegin" delay="0">
                          <p:tn val="18789"/>
                        </p:cond>
                      </p:stCondLst>
                      <p:childTnLst>
                        <p:par>
                          <p:cTn id="1879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792" presetID="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in">
                                      <p:cBhvr>
                                        <p:cTn id="18793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9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9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796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9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9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799" presetID="1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in">
                                      <p:cBhvr>
                                        <p:cTn id="18800" dur="1000" repeatCount="1000" spd="100%" accel="0%" decel="0%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0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0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803" presetID="27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18804" dur="50" repeatCount="1000" spd="100%" accel="0%" decel="0%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805" dur="50" repeatCount="1000" spd="100%" accel="0%" decel="0%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0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807" dur="50" repeatCount="1000" spd="100%" accel="0%" decel="0%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0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80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1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1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812" presetID="7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13" dur="2000" repeatCount="1000" spd="100%" accel="0%" decel="0%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14" dur="2000" repeatCount="1000" spd="100%" accel="0%" decel="0%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1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1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817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1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1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82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2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2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823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2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2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826" presetID="1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in">
                                      <p:cBhvr>
                                        <p:cTn id="18827" dur="1000" repeatCount="1000" spd="100%" accel="0%" decel="0%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28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57"/>
    </p:bldLst>
  </p:timing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“成本智能”理念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754483" y="1039441"/>
            <a:ext cx="4643437" cy="5393222"/>
          </a:xfrm>
          <a:prstGeom prst="roundRect">
            <a:avLst>
              <a:gd name="adj" fmla="val 7806"/>
            </a:avLst>
          </a:prstGeom>
          <a:solidFill>
            <a:srgbClr val="FFFFFF"/>
          </a:solidFill>
          <a:ln w="6350" cap="flat" cmpd="sng">
            <a:solidFill>
              <a:srgbClr val="FFFFFF">
                <a:lumMod val="95000"/>
              </a:srgb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ctr" marL="0"/>
          </a:p>
        </p:txBody>
      </p:sp>
      <p:sp>
        <p:nvSpPr>
          <p:cNvPr name="AutoShape 10" id="10"/>
          <p:cNvSpPr/>
          <p:nvPr/>
        </p:nvSpPr>
        <p:spPr>
          <a:xfrm>
            <a:off x="780636" y="1039441"/>
            <a:ext cx="4643437" cy="5393222"/>
          </a:xfrm>
          <a:prstGeom prst="roundRect">
            <a:avLst>
              <a:gd name="adj" fmla="val 7806"/>
            </a:avLst>
          </a:prstGeom>
          <a:solidFill>
            <a:srgbClr val="FFFFFF"/>
          </a:solidFill>
          <a:ln w="6350" cap="flat" cmpd="sng">
            <a:solidFill>
              <a:srgbClr val="FFFFFF">
                <a:lumMod val="95000"/>
              </a:srgb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ctr" marL="0"/>
          </a:p>
        </p:txBody>
      </p:sp>
      <p:grpSp>
        <p:nvGrpSpPr>
          <p:cNvPr name="Group 11" id="11"/>
          <p:cNvGrpSpPr/>
          <p:nvPr/>
        </p:nvGrpSpPr>
        <p:grpSpPr>
          <a:xfrm>
            <a:off x="3771099" y="1452340"/>
            <a:ext cx="2245861" cy="2245855"/>
            <a:chOff x="3777155" y="2152455"/>
            <a:chExt cx="2245861" cy="2245855"/>
          </a:xfrm>
        </p:grpSpPr>
        <p:grpSp>
          <p:nvGrpSpPr>
            <p:cNvPr name="Group 12" id="12"/>
            <p:cNvGrpSpPr/>
            <p:nvPr/>
          </p:nvGrpSpPr>
          <p:grpSpPr>
            <a:xfrm>
              <a:off x="3777155" y="2152455"/>
              <a:ext cx="2245861" cy="2245855"/>
              <a:chOff x="304800" y="673100"/>
              <a:chExt cx="4000500" cy="4000500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rgbClr val="FFFFFF"/>
                  </a:gs>
                  <a:gs pos="55000">
                    <a:srgbClr val="FFFFFF">
                      <a:lumMod val="95000"/>
                    </a:srgbClr>
                  </a:gs>
                  <a:gs pos="100000">
                    <a:srgbClr val="FFFFFF">
                      <a:lumMod val="65000"/>
                    </a:srgbClr>
                  </a:gs>
                </a:gsLst>
                <a:lin ang="81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4" id="14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100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89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>
              <a:off x="4311593" y="2853196"/>
              <a:ext cx="1042566" cy="845324"/>
            </a:xfrm>
            <a:custGeom>
              <a:avLst/>
              <a:gdLst/>
              <a:ahLst/>
              <a:cxnLst/>
              <a:rect r="r" b="b" t="t" l="l"/>
              <a:pathLst>
                <a:path w="141" h="114" stroke="true" fill="norm" extrusionOk="true">
                  <a:moveTo>
                    <a:pt x="56" y="60"/>
                  </a:moveTo>
                  <a:cubicBezTo>
                    <a:pt x="18" y="104"/>
                    <a:pt x="18" y="104"/>
                    <a:pt x="18" y="104"/>
                  </a:cubicBezTo>
                  <a:cubicBezTo>
                    <a:pt x="16" y="106"/>
                    <a:pt x="13" y="107"/>
                    <a:pt x="11" y="107"/>
                  </a:cubicBezTo>
                  <a:cubicBezTo>
                    <a:pt x="8" y="107"/>
                    <a:pt x="6" y="106"/>
                    <a:pt x="4" y="105"/>
                  </a:cubicBezTo>
                  <a:cubicBezTo>
                    <a:pt x="0" y="101"/>
                    <a:pt x="0" y="95"/>
                    <a:pt x="3" y="9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1" y="36"/>
                    <a:pt x="54" y="35"/>
                    <a:pt x="57" y="35"/>
                  </a:cubicBezTo>
                  <a:cubicBezTo>
                    <a:pt x="60" y="35"/>
                    <a:pt x="62" y="36"/>
                    <a:pt x="64" y="39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41" y="58"/>
                    <a:pt x="141" y="58"/>
                    <a:pt x="141" y="5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3" y="78"/>
                    <a:pt x="81" y="80"/>
                    <a:pt x="78" y="80"/>
                  </a:cubicBezTo>
                  <a:cubicBezTo>
                    <a:pt x="75" y="80"/>
                    <a:pt x="72" y="78"/>
                    <a:pt x="70" y="76"/>
                  </a:cubicBezTo>
                  <a:lnTo>
                    <a:pt x="56" y="60"/>
                  </a:lnTo>
                  <a:close/>
                  <a:moveTo>
                    <a:pt x="26" y="114"/>
                  </a:moveTo>
                  <a:cubicBezTo>
                    <a:pt x="57" y="114"/>
                    <a:pt x="57" y="114"/>
                    <a:pt x="57" y="114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26" y="112"/>
                    <a:pt x="26" y="112"/>
                    <a:pt x="26" y="112"/>
                  </a:cubicBezTo>
                  <a:lnTo>
                    <a:pt x="26" y="114"/>
                  </a:lnTo>
                  <a:close/>
                  <a:moveTo>
                    <a:pt x="89" y="89"/>
                  </a:moveTo>
                  <a:cubicBezTo>
                    <a:pt x="83" y="94"/>
                    <a:pt x="80" y="94"/>
                    <a:pt x="80" y="94"/>
                  </a:cubicBezTo>
                  <a:cubicBezTo>
                    <a:pt x="76" y="94"/>
                    <a:pt x="69" y="90"/>
                    <a:pt x="65" y="87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101" y="114"/>
                    <a:pt x="101" y="114"/>
                    <a:pt x="101" y="114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97" y="80"/>
                    <a:pt x="93" y="85"/>
                    <a:pt x="89" y="89"/>
                  </a:cubicBezTo>
                  <a:close/>
                  <a:moveTo>
                    <a:pt x="117" y="55"/>
                  </a:moveTo>
                  <a:cubicBezTo>
                    <a:pt x="110" y="65"/>
                    <a:pt x="110" y="65"/>
                    <a:pt x="110" y="65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40" y="114"/>
                    <a:pt x="140" y="114"/>
                    <a:pt x="140" y="114"/>
                  </a:cubicBezTo>
                  <a:cubicBezTo>
                    <a:pt x="140" y="73"/>
                    <a:pt x="140" y="73"/>
                    <a:pt x="140" y="73"/>
                  </a:cubicBezTo>
                  <a:cubicBezTo>
                    <a:pt x="134" y="68"/>
                    <a:pt x="117" y="55"/>
                    <a:pt x="117" y="55"/>
                  </a:cubicBez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6171144" y="1452340"/>
            <a:ext cx="2245861" cy="2245855"/>
            <a:chOff x="6112805" y="2152455"/>
            <a:chExt cx="2245861" cy="2245855"/>
          </a:xfrm>
        </p:grpSpPr>
        <p:grpSp>
          <p:nvGrpSpPr>
            <p:cNvPr name="Group 17" id="17"/>
            <p:cNvGrpSpPr/>
            <p:nvPr/>
          </p:nvGrpSpPr>
          <p:grpSpPr>
            <a:xfrm>
              <a:off x="6112805" y="2152455"/>
              <a:ext cx="2245861" cy="2245855"/>
              <a:chOff x="304800" y="673100"/>
              <a:chExt cx="4000500" cy="4000500"/>
            </a:xfrm>
          </p:grpSpPr>
          <p:sp>
            <p:nvSpPr>
              <p:cNvPr name="AutoShape 18" id="1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rgbClr val="FFFFFF"/>
                  </a:gs>
                  <a:gs pos="55000">
                    <a:srgbClr val="FFFFFF">
                      <a:lumMod val="95000"/>
                    </a:srgbClr>
                  </a:gs>
                  <a:gs pos="100000">
                    <a:srgbClr val="FFFFFF">
                      <a:lumMod val="65000"/>
                    </a:srgbClr>
                  </a:gs>
                </a:gsLst>
                <a:lin ang="81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9" id="19"/>
              <p:cNvSpPr/>
              <p:nvPr/>
            </p:nvSpPr>
            <p:spPr>
              <a:xfrm>
                <a:off x="392113" y="760411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100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89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>
              <a:off x="6696144" y="2899147"/>
              <a:ext cx="1001999" cy="810761"/>
            </a:xfrm>
            <a:custGeom>
              <a:avLst/>
              <a:gdLst/>
              <a:ahLst/>
              <a:cxnLst/>
              <a:rect r="r" b="b" t="t" l="l"/>
              <a:pathLst>
                <a:path w="3280" h="2664" stroke="true" fill="norm" extrusionOk="true">
                  <a:moveTo>
                    <a:pt x="819" y="966"/>
                  </a:moveTo>
                  <a:cubicBezTo>
                    <a:pt x="819" y="367"/>
                    <a:pt x="819" y="367"/>
                    <a:pt x="819" y="367"/>
                  </a:cubicBezTo>
                  <a:cubicBezTo>
                    <a:pt x="1346" y="812"/>
                    <a:pt x="1346" y="812"/>
                    <a:pt x="1346" y="812"/>
                  </a:cubicBezTo>
                  <a:cubicBezTo>
                    <a:pt x="1920" y="141"/>
                    <a:pt x="1920" y="141"/>
                    <a:pt x="1920" y="141"/>
                  </a:cubicBezTo>
                  <a:cubicBezTo>
                    <a:pt x="1923" y="131"/>
                    <a:pt x="1923" y="131"/>
                    <a:pt x="1923" y="131"/>
                  </a:cubicBezTo>
                  <a:cubicBezTo>
                    <a:pt x="1926" y="134"/>
                    <a:pt x="1926" y="134"/>
                    <a:pt x="1926" y="134"/>
                  </a:cubicBezTo>
                  <a:cubicBezTo>
                    <a:pt x="1930" y="131"/>
                    <a:pt x="1930" y="131"/>
                    <a:pt x="1930" y="131"/>
                  </a:cubicBezTo>
                  <a:cubicBezTo>
                    <a:pt x="1959" y="167"/>
                    <a:pt x="1959" y="167"/>
                    <a:pt x="1959" y="167"/>
                  </a:cubicBezTo>
                  <a:cubicBezTo>
                    <a:pt x="2945" y="1153"/>
                    <a:pt x="2945" y="1153"/>
                    <a:pt x="2945" y="1153"/>
                  </a:cubicBezTo>
                  <a:cubicBezTo>
                    <a:pt x="3270" y="832"/>
                    <a:pt x="3270" y="832"/>
                    <a:pt x="3270" y="832"/>
                  </a:cubicBezTo>
                  <a:cubicBezTo>
                    <a:pt x="3270" y="1845"/>
                    <a:pt x="3270" y="1845"/>
                    <a:pt x="3270" y="1845"/>
                  </a:cubicBezTo>
                  <a:cubicBezTo>
                    <a:pt x="2254" y="1835"/>
                    <a:pt x="2254" y="1835"/>
                    <a:pt x="2254" y="1835"/>
                  </a:cubicBezTo>
                  <a:cubicBezTo>
                    <a:pt x="2611" y="1484"/>
                    <a:pt x="2611" y="1484"/>
                    <a:pt x="2611" y="1484"/>
                  </a:cubicBezTo>
                  <a:cubicBezTo>
                    <a:pt x="1966" y="835"/>
                    <a:pt x="1966" y="835"/>
                    <a:pt x="1966" y="835"/>
                  </a:cubicBezTo>
                  <a:cubicBezTo>
                    <a:pt x="1435" y="1458"/>
                    <a:pt x="1435" y="1458"/>
                    <a:pt x="1435" y="1458"/>
                  </a:cubicBezTo>
                  <a:cubicBezTo>
                    <a:pt x="1412" y="1487"/>
                    <a:pt x="1412" y="1487"/>
                    <a:pt x="1412" y="1487"/>
                  </a:cubicBezTo>
                  <a:cubicBezTo>
                    <a:pt x="1412" y="1484"/>
                    <a:pt x="1412" y="1484"/>
                    <a:pt x="1412" y="1484"/>
                  </a:cubicBezTo>
                  <a:lnTo>
                    <a:pt x="819" y="966"/>
                  </a:lnTo>
                  <a:close/>
                  <a:moveTo>
                    <a:pt x="2972" y="2048"/>
                  </a:moveTo>
                  <a:cubicBezTo>
                    <a:pt x="3013" y="2048"/>
                    <a:pt x="3053" y="2056"/>
                    <a:pt x="3091" y="2072"/>
                  </a:cubicBezTo>
                  <a:cubicBezTo>
                    <a:pt x="3129" y="2089"/>
                    <a:pt x="3162" y="2111"/>
                    <a:pt x="3189" y="2138"/>
                  </a:cubicBezTo>
                  <a:cubicBezTo>
                    <a:pt x="3217" y="2165"/>
                    <a:pt x="3239" y="2198"/>
                    <a:pt x="3255" y="2236"/>
                  </a:cubicBezTo>
                  <a:cubicBezTo>
                    <a:pt x="3271" y="2274"/>
                    <a:pt x="3280" y="2314"/>
                    <a:pt x="3280" y="2356"/>
                  </a:cubicBezTo>
                  <a:cubicBezTo>
                    <a:pt x="3280" y="2400"/>
                    <a:pt x="3271" y="2440"/>
                    <a:pt x="3255" y="2477"/>
                  </a:cubicBezTo>
                  <a:cubicBezTo>
                    <a:pt x="3239" y="2514"/>
                    <a:pt x="3217" y="2546"/>
                    <a:pt x="3189" y="2574"/>
                  </a:cubicBezTo>
                  <a:cubicBezTo>
                    <a:pt x="3162" y="2601"/>
                    <a:pt x="3129" y="2623"/>
                    <a:pt x="3091" y="2639"/>
                  </a:cubicBezTo>
                  <a:cubicBezTo>
                    <a:pt x="3053" y="2656"/>
                    <a:pt x="3013" y="2664"/>
                    <a:pt x="2972" y="2664"/>
                  </a:cubicBezTo>
                  <a:cubicBezTo>
                    <a:pt x="308" y="2664"/>
                    <a:pt x="308" y="2664"/>
                    <a:pt x="308" y="2664"/>
                  </a:cubicBezTo>
                  <a:cubicBezTo>
                    <a:pt x="264" y="2664"/>
                    <a:pt x="223" y="2656"/>
                    <a:pt x="186" y="2639"/>
                  </a:cubicBezTo>
                  <a:cubicBezTo>
                    <a:pt x="149" y="2623"/>
                    <a:pt x="117" y="2601"/>
                    <a:pt x="90" y="2574"/>
                  </a:cubicBezTo>
                  <a:cubicBezTo>
                    <a:pt x="62" y="2546"/>
                    <a:pt x="40" y="2514"/>
                    <a:pt x="24" y="2477"/>
                  </a:cubicBezTo>
                  <a:cubicBezTo>
                    <a:pt x="8" y="2440"/>
                    <a:pt x="0" y="2400"/>
                    <a:pt x="0" y="23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263"/>
                    <a:pt x="8" y="224"/>
                    <a:pt x="24" y="187"/>
                  </a:cubicBezTo>
                  <a:cubicBezTo>
                    <a:pt x="40" y="149"/>
                    <a:pt x="62" y="117"/>
                    <a:pt x="90" y="90"/>
                  </a:cubicBezTo>
                  <a:cubicBezTo>
                    <a:pt x="117" y="63"/>
                    <a:pt x="149" y="41"/>
                    <a:pt x="186" y="24"/>
                  </a:cubicBezTo>
                  <a:cubicBezTo>
                    <a:pt x="223" y="8"/>
                    <a:pt x="264" y="0"/>
                    <a:pt x="308" y="0"/>
                  </a:cubicBezTo>
                  <a:cubicBezTo>
                    <a:pt x="349" y="0"/>
                    <a:pt x="388" y="7"/>
                    <a:pt x="426" y="23"/>
                  </a:cubicBezTo>
                  <a:cubicBezTo>
                    <a:pt x="463" y="38"/>
                    <a:pt x="495" y="59"/>
                    <a:pt x="522" y="87"/>
                  </a:cubicBezTo>
                  <a:cubicBezTo>
                    <a:pt x="549" y="114"/>
                    <a:pt x="572" y="146"/>
                    <a:pt x="589" y="182"/>
                  </a:cubicBezTo>
                  <a:cubicBezTo>
                    <a:pt x="607" y="218"/>
                    <a:pt x="616" y="256"/>
                    <a:pt x="616" y="298"/>
                  </a:cubicBezTo>
                  <a:cubicBezTo>
                    <a:pt x="616" y="2048"/>
                    <a:pt x="616" y="2048"/>
                    <a:pt x="616" y="2048"/>
                  </a:cubicBezTo>
                  <a:lnTo>
                    <a:pt x="2972" y="2048"/>
                  </a:lnTo>
                  <a:close/>
                  <a:moveTo>
                    <a:pt x="2972" y="2048"/>
                  </a:moveTo>
                  <a:cubicBezTo>
                    <a:pt x="2972" y="2048"/>
                    <a:pt x="2972" y="2048"/>
                    <a:pt x="2972" y="2048"/>
                  </a:cubicBezTo>
                </a:path>
              </a:pathLst>
            </a:custGeom>
            <a:solidFill>
              <a:srgbClr val="C00000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2687990" y="1954186"/>
            <a:ext cx="745548" cy="2303715"/>
            <a:chOff x="1002934" y="1856680"/>
            <a:chExt cx="1233036" cy="4708121"/>
          </a:xfrm>
        </p:grpSpPr>
        <p:sp>
          <p:nvSpPr>
            <p:cNvPr name="Freeform 22" id="22"/>
            <p:cNvSpPr/>
            <p:nvPr/>
          </p:nvSpPr>
          <p:spPr>
            <a:xfrm>
              <a:off x="1004727" y="1856680"/>
              <a:ext cx="490168" cy="4706328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1004726" y="1856680"/>
              <a:ext cx="490168" cy="4706329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6" id="26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7" id="27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" id="35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" id="38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" id="39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" id="40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" id="41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" id="42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" id="43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" id="44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" id="45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" id="46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" id="47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" id="48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" id="49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" id="50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" id="51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" id="52"/>
            <p:cNvSpPr/>
            <p:nvPr/>
          </p:nvSpPr>
          <p:spPr>
            <a:xfrm>
              <a:off x="1002934" y="22249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" id="53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" id="54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" id="55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" id="56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" id="57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" id="58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" id="59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" id="60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" id="61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" id="62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" id="63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" id="64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" id="65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" id="66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" id="67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" id="68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" id="69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0" id="70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1" id="71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2" id="72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3" id="73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4" id="74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5" id="75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6" id="76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7" id="77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8" id="78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9" id="79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0" id="80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1" id="81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2" id="82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3" id="83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4" id="84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5" id="85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6" id="86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7" id="87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8" id="88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9" id="89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0" id="90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1" id="91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2" id="92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3" id="93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4" id="94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5" id="95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6" id="96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7" id="97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8" id="98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9" id="99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0" id="100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1" id="101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2" id="102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3" id="103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4" id="104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5" id="105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6" id="106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7" id="107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8" id="108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9" id="109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0" id="110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1" id="111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2" id="112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3" id="113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4" id="114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5" id="115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6" id="116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7" id="117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8" id="118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9" id="119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0" id="120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1" id="121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2" id="122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3" id="123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4" id="124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5" id="125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6" id="126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7" id="127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8" id="128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9" id="129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0" id="130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1" id="131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2" id="132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3" id="133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4" id="134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5" id="135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6" id="136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7" id="137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8" id="138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9" id="139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0" id="140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1" id="141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2" id="142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3" id="143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4" id="144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5" id="145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6" id="146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7" id="147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8" id="148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9" id="149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0" id="150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1" id="151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2" id="152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3" id="153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4" id="154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5" id="155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6" id="156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7" id="157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8" id="158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9" id="159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0" id="160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1" id="161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2" id="162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163" id="163"/>
            <p:cNvSpPr/>
            <p:nvPr/>
          </p:nvSpPr>
          <p:spPr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4" id="164"/>
            <p:cNvSpPr/>
            <p:nvPr/>
          </p:nvSpPr>
          <p:spPr>
            <a:xfrm>
              <a:off x="1004726" y="6096139"/>
              <a:ext cx="0" cy="2688"/>
            </a:xfrm>
            <a:custGeom>
              <a:avLst/>
              <a:gdLst/>
              <a:ahLst/>
              <a:cxnLst/>
              <a:rect r="r" b="b" t="t" l="l"/>
              <a:pathLst>
                <a:path w="0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5" id="165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6" id="166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7" id="167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8" id="168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9" id="169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0" id="170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1" id="171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2" id="172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3" id="173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4" id="174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5" id="175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6" id="176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7" id="177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8" id="178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9" id="179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0" id="180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1" id="181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2" id="182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3" id="183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4" id="184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5" id="185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6" id="186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7" id="187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8" id="188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9" id="189"/>
            <p:cNvSpPr/>
            <p:nvPr/>
          </p:nvSpPr>
          <p:spPr>
            <a:xfrm>
              <a:off x="1259219" y="5943802"/>
              <a:ext cx="232987" cy="241948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0" id="190"/>
            <p:cNvSpPr/>
            <p:nvPr/>
          </p:nvSpPr>
          <p:spPr>
            <a:xfrm>
              <a:off x="1259219" y="5943802"/>
              <a:ext cx="232987" cy="241947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1" id="191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2" id="192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3" id="193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4" id="194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5" id="195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6" id="196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7" id="197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8" id="198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9" id="199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0" id="200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1" id="201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2" id="202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3" id="203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4" id="204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5" id="205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6" id="206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7" id="207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8" id="208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09" id="209"/>
            <p:cNvSpPr/>
            <p:nvPr/>
          </p:nvSpPr>
          <p:spPr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0" id="210"/>
            <p:cNvSpPr/>
            <p:nvPr/>
          </p:nvSpPr>
          <p:spPr>
            <a:xfrm>
              <a:off x="1492205" y="6249374"/>
              <a:ext cx="0" cy="1792"/>
            </a:xfrm>
            <a:custGeom>
              <a:avLst/>
              <a:gdLst/>
              <a:ahLst/>
              <a:cxnLst/>
              <a:rect r="r" b="b" t="t" l="l"/>
              <a:pathLst>
                <a:path w="0" h="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1" id="211"/>
            <p:cNvSpPr/>
            <p:nvPr/>
          </p:nvSpPr>
          <p:spPr>
            <a:xfrm>
              <a:off x="1492205" y="1943602"/>
              <a:ext cx="491961" cy="4309355"/>
            </a:xfrm>
            <a:custGeom>
              <a:avLst/>
              <a:gdLst/>
              <a:ahLst/>
              <a:cxnLst/>
              <a:rect r="r" b="b" t="t" l="l"/>
              <a:pathLst>
                <a:path w="549" h="4809" stroke="true" fill="norm" extrusionOk="true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212" id="212"/>
          <p:cNvGrpSpPr/>
          <p:nvPr/>
        </p:nvGrpSpPr>
        <p:grpSpPr>
          <a:xfrm>
            <a:off x="1722820" y="2441533"/>
            <a:ext cx="594380" cy="1817453"/>
            <a:chOff x="2227905" y="2850457"/>
            <a:chExt cx="983025" cy="3714344"/>
          </a:xfrm>
        </p:grpSpPr>
        <p:sp>
          <p:nvSpPr>
            <p:cNvPr name="Freeform 213" id="213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4" id="214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5" id="215"/>
            <p:cNvSpPr/>
            <p:nvPr/>
          </p:nvSpPr>
          <p:spPr>
            <a:xfrm>
              <a:off x="2718969" y="2852249"/>
              <a:ext cx="491961" cy="3712552"/>
            </a:xfrm>
            <a:custGeom>
              <a:avLst/>
              <a:gdLst/>
              <a:ahLst/>
              <a:cxnLst/>
              <a:rect r="r" b="b" t="t" l="l"/>
              <a:pathLst>
                <a:path w="549" h="4143" stroke="true" fill="norm" extrusionOk="true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6" id="216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7" id="217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8" id="218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9" id="219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0" id="220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1" id="221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2" id="222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3" id="223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4" id="224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5" id="225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6" id="226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7" id="227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8" id="228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9" id="229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0" id="230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1" id="231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2" id="232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3" id="233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4" id="234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5" id="235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6" id="236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7" id="237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8" id="238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9" id="239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0" id="240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1" id="241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2" id="242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3" id="243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4" id="244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5" id="245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6" id="246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7" id="247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8" id="248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9" id="249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0" id="250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1" id="251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2" id="252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3" id="253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4" id="254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5" id="255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6" id="256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7" id="257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8" id="258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9" id="259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0" id="260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1" id="261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2" id="262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3" id="263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4" id="264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5" id="265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6" id="266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7" id="267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8" id="268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9" id="269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0" id="270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1" id="271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2" id="272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3" id="273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4" id="274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5" id="275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6" id="276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7" id="277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8" id="278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9" id="279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0" id="280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1" id="281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2" id="282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3" id="283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4" id="284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5" id="285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6" id="286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7" id="287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8" id="288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9" id="289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0" id="290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1" id="291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2" id="292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3" id="293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4" id="294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5" id="295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6" id="296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7" id="297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8" id="298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9" id="299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0" id="300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1" id="301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2" id="302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3" id="303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4" id="304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5" id="305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6" id="306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7" id="307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8" id="308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9" id="309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0" id="310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1" id="311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2" id="312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3" id="313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4" id="314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5" id="315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6" id="316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7" id="317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8" id="318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9" id="319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0" id="320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1" id="321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2" id="322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3" id="323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4" id="324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5" id="325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6" id="326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7" id="327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8" id="328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9" id="329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0" id="330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1" id="331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2" id="332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3" id="333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4" id="334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5" id="335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6" id="336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7" id="337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8" id="338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9" id="339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0" id="340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1" id="341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2" id="342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3" id="343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4" id="344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5" id="345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6" id="346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7" id="347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8" id="348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9" id="349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0" id="350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1" id="351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2" id="352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3" id="353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4" id="354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5" id="355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6" id="356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7" id="357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8" id="358"/>
            <p:cNvSpPr/>
            <p:nvPr/>
          </p:nvSpPr>
          <p:spPr>
            <a:xfrm>
              <a:off x="2717178" y="2939171"/>
              <a:ext cx="491960" cy="3313786"/>
            </a:xfrm>
            <a:custGeom>
              <a:avLst/>
              <a:gdLst/>
              <a:ahLst/>
              <a:cxnLst/>
              <a:rect r="r" b="b" t="t" l="l"/>
              <a:pathLst>
                <a:path w="549" h="3698" stroke="true" fill="norm" extrusionOk="true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359" id="359"/>
          <p:cNvSpPr txBox="true"/>
          <p:nvPr/>
        </p:nvSpPr>
        <p:spPr>
          <a:xfrm>
            <a:off x="940804" y="1165190"/>
            <a:ext cx="352824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Microsoft YaHei"/>
                <a:ea typeface="Microsoft YaHei"/>
              </a:rPr>
              <a:t>有效理解與優化</a:t>
            </a:r>
            <a:endParaRPr lang="en-US" sz="1100"/>
          </a:p>
        </p:txBody>
      </p:sp>
      <p:sp>
        <p:nvSpPr>
          <p:cNvPr name="AutoShape 360" id="360"/>
          <p:cNvSpPr/>
          <p:nvPr/>
        </p:nvSpPr>
        <p:spPr>
          <a:xfrm>
            <a:off x="780636" y="4337293"/>
            <a:ext cx="4616887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使企業能夠更有效地理解與優化其雲開支，提升成本效益。</a:t>
            </a:r>
          </a:p>
        </p:txBody>
      </p:sp>
      <p:grpSp>
        <p:nvGrpSpPr>
          <p:cNvPr name="Group 361" id="361"/>
          <p:cNvGrpSpPr/>
          <p:nvPr/>
        </p:nvGrpSpPr>
        <p:grpSpPr>
          <a:xfrm>
            <a:off x="9950728" y="1954186"/>
            <a:ext cx="745548" cy="2303715"/>
            <a:chOff x="1002934" y="1856680"/>
            <a:chExt cx="1233036" cy="4708121"/>
          </a:xfrm>
        </p:grpSpPr>
        <p:sp>
          <p:nvSpPr>
            <p:cNvPr name="Freeform 362" id="362"/>
            <p:cNvSpPr/>
            <p:nvPr/>
          </p:nvSpPr>
          <p:spPr>
            <a:xfrm>
              <a:off x="1004727" y="1856680"/>
              <a:ext cx="490168" cy="4706328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3" id="363"/>
            <p:cNvSpPr/>
            <p:nvPr/>
          </p:nvSpPr>
          <p:spPr>
            <a:xfrm>
              <a:off x="1004726" y="1856680"/>
              <a:ext cx="490168" cy="4706329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4" id="364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5" id="365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366" id="366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367" id="367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8" id="368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9" id="369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0" id="370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1" id="371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2" id="372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3" id="373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4" id="374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5" id="375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6" id="376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7" id="377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8" id="378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9" id="379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0" id="380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1" id="381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2" id="382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3" id="383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4" id="384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5" id="385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6" id="386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7" id="387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8" id="388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9" id="389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0" id="390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1" id="391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2" id="392"/>
            <p:cNvSpPr/>
            <p:nvPr/>
          </p:nvSpPr>
          <p:spPr>
            <a:xfrm>
              <a:off x="1002934" y="22249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3" id="393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4" id="394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5" id="395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6" id="396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7" id="397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8" id="398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9" id="399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0" id="400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1" id="401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2" id="402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3" id="403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4" id="404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5" id="405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6" id="406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7" id="407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8" id="408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9" id="409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0" id="410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1" id="411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2" id="412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3" id="413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4" id="414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5" id="415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6" id="416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7" id="417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8" id="418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9" id="419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0" id="420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1" id="421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2" id="422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3" id="423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4" id="424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5" id="425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6" id="426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7" id="427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8" id="428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9" id="429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0" id="430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1" id="431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2" id="432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3" id="433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4" id="434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5" id="435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6" id="436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7" id="437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8" id="438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9" id="439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0" id="440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1" id="441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2" id="442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3" id="443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4" id="444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5" id="445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6" id="446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7" id="447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8" id="448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9" id="449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0" id="450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1" id="451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2" id="452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3" id="453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4" id="454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5" id="455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6" id="456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7" id="457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8" id="458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9" id="459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0" id="460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1" id="461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2" id="462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3" id="463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4" id="464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5" id="465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6" id="466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7" id="467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8" id="468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9" id="469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0" id="470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1" id="471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2" id="472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3" id="473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4" id="474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5" id="475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6" id="476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7" id="477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8" id="478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9" id="479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0" id="480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1" id="481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2" id="482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3" id="483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4" id="484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5" id="485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6" id="486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7" id="487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8" id="488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9" id="489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0" id="490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1" id="491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2" id="492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3" id="493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4" id="494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5" id="495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6" id="496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7" id="497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8" id="498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9" id="499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0" id="500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1" id="501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2" id="502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503" id="503"/>
            <p:cNvSpPr/>
            <p:nvPr/>
          </p:nvSpPr>
          <p:spPr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4" id="504"/>
            <p:cNvSpPr/>
            <p:nvPr/>
          </p:nvSpPr>
          <p:spPr>
            <a:xfrm>
              <a:off x="1004726" y="6096139"/>
              <a:ext cx="0" cy="2688"/>
            </a:xfrm>
            <a:custGeom>
              <a:avLst/>
              <a:gdLst/>
              <a:ahLst/>
              <a:cxnLst/>
              <a:rect r="r" b="b" t="t" l="l"/>
              <a:pathLst>
                <a:path w="0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5" id="505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6" id="506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7" id="507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8" id="508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9" id="509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0" id="510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1" id="511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2" id="512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3" id="513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4" id="514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5" id="515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6" id="516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7" id="517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8" id="518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9" id="519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0" id="520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1" id="521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2" id="522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3" id="523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4" id="524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5" id="525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6" id="526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7" id="527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8" id="528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9" id="529"/>
            <p:cNvSpPr/>
            <p:nvPr/>
          </p:nvSpPr>
          <p:spPr>
            <a:xfrm>
              <a:off x="1259219" y="5943802"/>
              <a:ext cx="232987" cy="241948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0" id="530"/>
            <p:cNvSpPr/>
            <p:nvPr/>
          </p:nvSpPr>
          <p:spPr>
            <a:xfrm>
              <a:off x="1259219" y="5943802"/>
              <a:ext cx="232987" cy="241947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1" id="531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2" id="532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3" id="533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4" id="534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5" id="535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6" id="536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7" id="537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8" id="538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9" id="539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0" id="540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1" id="541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2" id="542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3" id="543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4" id="544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5" id="545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6" id="546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7" id="547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8" id="548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549" id="549"/>
            <p:cNvSpPr/>
            <p:nvPr/>
          </p:nvSpPr>
          <p:spPr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0" id="550"/>
            <p:cNvSpPr/>
            <p:nvPr/>
          </p:nvSpPr>
          <p:spPr>
            <a:xfrm>
              <a:off x="1492205" y="6249374"/>
              <a:ext cx="0" cy="1792"/>
            </a:xfrm>
            <a:custGeom>
              <a:avLst/>
              <a:gdLst/>
              <a:ahLst/>
              <a:cxnLst/>
              <a:rect r="r" b="b" t="t" l="l"/>
              <a:pathLst>
                <a:path w="0" h="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1" id="551"/>
            <p:cNvSpPr/>
            <p:nvPr/>
          </p:nvSpPr>
          <p:spPr>
            <a:xfrm>
              <a:off x="1492205" y="1943602"/>
              <a:ext cx="491961" cy="4309355"/>
            </a:xfrm>
            <a:custGeom>
              <a:avLst/>
              <a:gdLst/>
              <a:ahLst/>
              <a:cxnLst/>
              <a:rect r="r" b="b" t="t" l="l"/>
              <a:pathLst>
                <a:path w="549" h="4809" stroke="true" fill="norm" extrusionOk="true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552" id="552"/>
          <p:cNvGrpSpPr/>
          <p:nvPr/>
        </p:nvGrpSpPr>
        <p:grpSpPr>
          <a:xfrm>
            <a:off x="8985558" y="2441533"/>
            <a:ext cx="594380" cy="1817453"/>
            <a:chOff x="2227905" y="2850457"/>
            <a:chExt cx="983025" cy="3714344"/>
          </a:xfrm>
        </p:grpSpPr>
        <p:sp>
          <p:nvSpPr>
            <p:cNvPr name="Freeform 553" id="553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4" id="554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5" id="555"/>
            <p:cNvSpPr/>
            <p:nvPr/>
          </p:nvSpPr>
          <p:spPr>
            <a:xfrm>
              <a:off x="2718969" y="2852249"/>
              <a:ext cx="491961" cy="3712552"/>
            </a:xfrm>
            <a:custGeom>
              <a:avLst/>
              <a:gdLst/>
              <a:ahLst/>
              <a:cxnLst/>
              <a:rect r="r" b="b" t="t" l="l"/>
              <a:pathLst>
                <a:path w="549" h="4143" stroke="true" fill="norm" extrusionOk="true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6" id="556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7" id="557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8" id="558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9" id="559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0" id="560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1" id="561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2" id="562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3" id="563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4" id="564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5" id="565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6" id="566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7" id="567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8" id="568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9" id="569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0" id="570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1" id="571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2" id="572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3" id="573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4" id="574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5" id="575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6" id="576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7" id="577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8" id="578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9" id="579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0" id="580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1" id="581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2" id="582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3" id="583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4" id="584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5" id="585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6" id="586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7" id="587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8" id="588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9" id="589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0" id="590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1" id="591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2" id="592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3" id="593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4" id="594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5" id="595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6" id="596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7" id="597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8" id="598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9" id="599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0" id="600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1" id="601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2" id="602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3" id="603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4" id="604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5" id="605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6" id="606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7" id="607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8" id="608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9" id="609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0" id="610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1" id="611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2" id="612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3" id="613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4" id="614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5" id="615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6" id="616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7" id="617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8" id="618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9" id="619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0" id="620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1" id="621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2" id="622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3" id="623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4" id="624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5" id="625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6" id="626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7" id="627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8" id="628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9" id="629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0" id="630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1" id="631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2" id="632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3" id="633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4" id="634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5" id="635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6" id="636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7" id="637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8" id="638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9" id="639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0" id="640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1" id="641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2" id="642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3" id="643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4" id="644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5" id="645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6" id="646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7" id="647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8" id="648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9" id="649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0" id="650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1" id="651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2" id="652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3" id="653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4" id="654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5" id="655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6" id="656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7" id="657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8" id="658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9" id="659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0" id="660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1" id="661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2" id="662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3" id="663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4" id="664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5" id="665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6" id="666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7" id="667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8" id="668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9" id="669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0" id="670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1" id="671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2" id="672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3" id="673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4" id="674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5" id="675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6" id="676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7" id="677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8" id="678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9" id="679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0" id="680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1" id="681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2" id="682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3" id="683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4" id="684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5" id="685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6" id="686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7" id="687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8" id="688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9" id="689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0" id="690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1" id="691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2" id="692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3" id="693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4" id="694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5" id="695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6" id="696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7" id="697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8" id="698"/>
            <p:cNvSpPr/>
            <p:nvPr/>
          </p:nvSpPr>
          <p:spPr>
            <a:xfrm>
              <a:off x="2717178" y="2939171"/>
              <a:ext cx="491960" cy="3313786"/>
            </a:xfrm>
            <a:custGeom>
              <a:avLst/>
              <a:gdLst/>
              <a:ahLst/>
              <a:cxnLst/>
              <a:rect r="r" b="b" t="t" l="l"/>
              <a:pathLst>
                <a:path w="549" h="3698" stroke="true" fill="norm" extrusionOk="true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AutoShape 699" id="699"/>
          <p:cNvSpPr/>
          <p:nvPr/>
        </p:nvSpPr>
        <p:spPr>
          <a:xfrm>
            <a:off x="6783313" y="4326221"/>
            <a:ext cx="4639642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深入解析成本異常對業務的影響，制定更具策略性的優化方案。</a:t>
            </a:r>
          </a:p>
        </p:txBody>
      </p:sp>
      <p:sp>
        <p:nvSpPr>
          <p:cNvPr name="TextBox 700" id="700"/>
          <p:cNvSpPr txBox="true"/>
          <p:nvPr/>
        </p:nvSpPr>
        <p:spPr>
          <a:xfrm>
            <a:off x="7942121" y="1165190"/>
            <a:ext cx="345579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Microsoft YaHei"/>
                <a:ea typeface="Microsoft YaHei"/>
              </a:rPr>
              <a:t>深入解析業務影響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20489" dur="indefinite" repeatCount="1000" spd="100%" accel="0%" decel="0%" restart="never" nodeType="tmRoot">
          <p:childTnLst>
            <p:seq concurrent="true" nextAc="seek">
              <p:cTn id="20490" dur="indefinite" repeatCount="1000" spd="100%" accel="0%" decel="0%" nodeType="mainSeq">
                <p:childTnLst>
                  <p:par>
                    <p:cTn id="20491" repeatCount="1000" spd="100%" accel="0%" decel="0%" fill="hold">
                      <p:stCondLst>
                        <p:cond delay="indefinite"/>
                        <p:cond evt="onBegin" delay="0">
                          <p:tn val="20490"/>
                        </p:cond>
                      </p:stCondLst>
                      <p:childTnLst>
                        <p:par>
                          <p:cTn id="2049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493" presetID="4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in">
                                      <p:cBhvr>
                                        <p:cTn id="20494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9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497" presetID="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498" dur="1000" repeatCount="1000" spd="100%" accel="0%" decel="0%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99" dur="1000" repeatCount="1000" spd="100%" accel="0%" decel="0%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0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0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502" presetID="4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504" dur="1000" repeatCount="1000" spd="100%" accel="0%" decel="0%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05" dur="1000" repeatCount="1000" spd="100%" accel="0%" decel="0%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0503" dur="1000" repeatCount="1000" spd="100%" accel="0%" decel="0%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0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0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508" presetID="23" presetClass="entr" presetSubtype="3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509" dur="500" repeatCount="1000" spd="100%" accel="0%" decel="0%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10" dur="500" repeatCount="1000" spd="100%" accel="0%" decel="0%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11" dur="500" repeatCount="1000" spd="100%" accel="0%" decel="0%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12" dur="500" repeatCount="1000" spd="100%" accel="0%" decel="0%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13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1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515" presetID="2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up)" transition="in">
                                      <p:cBhvr>
                                        <p:cTn id="20516" dur="500" repeatCount="1000" spd="100%" accel="0%" decel="0%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1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03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理解雲基礎設施成本構成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slow">
    <p:comb dir="horz"/>
  </p:transition>
  <p:timing>
    <p:tnLst>
      <p:par>
        <p:cTn id="22690" dur="indefinite" repeatCount="1000" spd="100%" accel="0%" decel="0%" restart="never" nodeType="tmRoot">
          <p:childTnLst>
            <p:seq concurrent="true" nextAc="seek">
              <p:cTn id="22691" dur="indefinite" repeatCount="1000" spd="100%" accel="0%" decel="0%" nodeType="mainSeq">
                <p:childTnLst>
                  <p:par>
                    <p:cTn id="22692" repeatCount="1000" spd="100%" accel="0%" decel="0%" fill="hold">
                      <p:stCondLst>
                        <p:cond delay="indefinite"/>
                        <p:cond evt="onBegin" delay="0">
                          <p:tn val="22691"/>
                        </p:cond>
                      </p:stCondLst>
                      <p:childTnLst>
                        <p:par>
                          <p:cTn id="2269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2694" presetID="3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695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96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97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98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699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0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2701" presetID="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702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03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70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7114395" y="1792362"/>
            <a:ext cx="3860866" cy="272605"/>
          </a:xfrm>
          <a:custGeom>
            <a:avLst/>
            <a:gdLst/>
            <a:ahLst/>
            <a:cxnLst/>
            <a:rect r="r" b="b" t="t" l="l"/>
            <a:pathLst>
              <a:path w="2815771" h="649982" stroke="true" fill="norm" extrusionOk="true">
                <a:moveTo>
                  <a:pt x="0" y="0"/>
                </a:moveTo>
                <a:lnTo>
                  <a:pt x="254183" y="649982"/>
                </a:lnTo>
                <a:lnTo>
                  <a:pt x="2815771" y="638628"/>
                </a:lnTo>
              </a:path>
            </a:pathLst>
          </a:custGeom>
          <a:noFill/>
          <a:ln w="12700" cap="flat" cmpd="sng">
            <a:solidFill>
              <a:srgbClr val="000000">
                <a:lumMod val="50000"/>
                <a:lumOff val="50000"/>
              </a:srgbClr>
            </a:solidFill>
            <a:prstDash val="sysDash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H="true" flipV="true">
            <a:off x="263601" y="1803475"/>
            <a:ext cx="4046280" cy="220895"/>
          </a:xfrm>
          <a:custGeom>
            <a:avLst/>
            <a:gdLst/>
            <a:ahLst/>
            <a:cxnLst/>
            <a:rect r="r" b="b" t="t" l="l"/>
            <a:pathLst>
              <a:path w="2815771" h="649982" stroke="true" fill="norm" extrusionOk="true">
                <a:moveTo>
                  <a:pt x="0" y="0"/>
                </a:moveTo>
                <a:lnTo>
                  <a:pt x="254183" y="649982"/>
                </a:lnTo>
                <a:lnTo>
                  <a:pt x="2815771" y="638628"/>
                </a:lnTo>
              </a:path>
            </a:pathLst>
          </a:custGeom>
          <a:noFill/>
          <a:ln w="12700" cap="flat" cmpd="sng">
            <a:solidFill>
              <a:srgbClr val="000000">
                <a:lumMod val="50000"/>
                <a:lumOff val="50000"/>
              </a:srgbClr>
            </a:solidFill>
            <a:prstDash val="sysDash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7731131" y="3933426"/>
            <a:ext cx="4065920" cy="470347"/>
          </a:xfrm>
          <a:custGeom>
            <a:avLst/>
            <a:gdLst/>
            <a:ahLst/>
            <a:cxnLst/>
            <a:rect r="r" b="b" t="t" l="l"/>
            <a:pathLst>
              <a:path w="2815771" h="649982" stroke="true" fill="norm" extrusionOk="true">
                <a:moveTo>
                  <a:pt x="0" y="0"/>
                </a:moveTo>
                <a:lnTo>
                  <a:pt x="254183" y="649982"/>
                </a:lnTo>
                <a:lnTo>
                  <a:pt x="2815771" y="638628"/>
                </a:lnTo>
              </a:path>
            </a:pathLst>
          </a:custGeom>
          <a:noFill/>
          <a:ln w="12700" cap="flat" cmpd="sng">
            <a:solidFill>
              <a:srgbClr val="000000">
                <a:lumMod val="50000"/>
                <a:lumOff val="50000"/>
              </a:srgbClr>
            </a:solidFill>
            <a:prstDash val="sysDash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 flipH="true" flipV="true">
            <a:off x="262625" y="4421133"/>
            <a:ext cx="4576678" cy="285711"/>
          </a:xfrm>
          <a:custGeom>
            <a:avLst/>
            <a:gdLst/>
            <a:ahLst/>
            <a:cxnLst/>
            <a:rect r="r" b="b" t="t" l="l"/>
            <a:pathLst>
              <a:path w="2815771" h="649982" stroke="true" fill="norm" extrusionOk="true">
                <a:moveTo>
                  <a:pt x="0" y="0"/>
                </a:moveTo>
                <a:lnTo>
                  <a:pt x="254183" y="649982"/>
                </a:lnTo>
                <a:lnTo>
                  <a:pt x="2815771" y="638628"/>
                </a:lnTo>
              </a:path>
            </a:pathLst>
          </a:custGeom>
          <a:noFill/>
          <a:ln w="12700" cap="flat" cmpd="sng">
            <a:solidFill>
              <a:srgbClr val="000000">
                <a:lumMod val="50000"/>
                <a:lumOff val="50000"/>
              </a:srgbClr>
            </a:solidFill>
            <a:prstDash val="sysDash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6" id="6"/>
          <p:cNvGrpSpPr/>
          <p:nvPr/>
        </p:nvGrpSpPr>
        <p:grpSpPr>
          <a:xfrm>
            <a:off x="4085007" y="1342381"/>
            <a:ext cx="3725628" cy="4801269"/>
            <a:chOff x="4437373" y="964897"/>
            <a:chExt cx="3725628" cy="4801269"/>
          </a:xfrm>
        </p:grpSpPr>
        <p:grpSp>
          <p:nvGrpSpPr>
            <p:cNvPr name="Group 7" id="7"/>
            <p:cNvGrpSpPr/>
            <p:nvPr/>
          </p:nvGrpSpPr>
          <p:grpSpPr>
            <a:xfrm>
              <a:off x="4437373" y="964897"/>
              <a:ext cx="3725628" cy="3996061"/>
              <a:chOff x="5072371" y="821549"/>
              <a:chExt cx="3725628" cy="3996061"/>
            </a:xfrm>
          </p:grpSpPr>
          <p:sp>
            <p:nvSpPr>
              <p:cNvPr name="Freeform 8" id="8"/>
              <p:cNvSpPr/>
              <p:nvPr/>
            </p:nvSpPr>
            <p:spPr>
              <a:xfrm>
                <a:off x="5760962" y="3796209"/>
                <a:ext cx="2752022" cy="988138"/>
              </a:xfrm>
              <a:custGeom>
                <a:avLst/>
                <a:gdLst/>
                <a:ahLst/>
                <a:cxnLst/>
                <a:rect r="r" b="b" t="t" l="l"/>
                <a:pathLst>
                  <a:path w="2752022" h="988138" stroke="true" fill="norm" extrusionOk="true">
                    <a:moveTo>
                      <a:pt x="0" y="0"/>
                    </a:moveTo>
                    <a:lnTo>
                      <a:pt x="2752022" y="0"/>
                    </a:lnTo>
                    <a:lnTo>
                      <a:pt x="2737950" y="10116"/>
                    </a:lnTo>
                    <a:cubicBezTo>
                      <a:pt x="2712050" y="27889"/>
                      <a:pt x="2699100" y="34351"/>
                      <a:pt x="2699100" y="34351"/>
                    </a:cubicBezTo>
                    <a:cubicBezTo>
                      <a:pt x="2699100" y="34351"/>
                      <a:pt x="2802702" y="103288"/>
                      <a:pt x="2710611" y="183715"/>
                    </a:cubicBezTo>
                    <a:cubicBezTo>
                      <a:pt x="2618520" y="264142"/>
                      <a:pt x="2630031" y="310100"/>
                      <a:pt x="2641543" y="367547"/>
                    </a:cubicBezTo>
                    <a:cubicBezTo>
                      <a:pt x="2653054" y="413505"/>
                      <a:pt x="2699100" y="493932"/>
                      <a:pt x="2664565" y="562869"/>
                    </a:cubicBezTo>
                    <a:cubicBezTo>
                      <a:pt x="2630031" y="631806"/>
                      <a:pt x="2560963" y="689254"/>
                      <a:pt x="2388292" y="712233"/>
                    </a:cubicBezTo>
                    <a:cubicBezTo>
                      <a:pt x="2388292" y="712233"/>
                      <a:pt x="1996904" y="689254"/>
                      <a:pt x="1904812" y="712233"/>
                    </a:cubicBezTo>
                    <a:cubicBezTo>
                      <a:pt x="1812721" y="723722"/>
                      <a:pt x="1812721" y="735212"/>
                      <a:pt x="1812721" y="735212"/>
                    </a:cubicBezTo>
                    <a:cubicBezTo>
                      <a:pt x="1812721" y="735212"/>
                      <a:pt x="1715774" y="779196"/>
                      <a:pt x="1668401" y="928739"/>
                    </a:cubicBezTo>
                    <a:lnTo>
                      <a:pt x="1654259" y="988138"/>
                    </a:lnTo>
                    <a:lnTo>
                      <a:pt x="1471753" y="988138"/>
                    </a:lnTo>
                    <a:lnTo>
                      <a:pt x="59072" y="635917"/>
                    </a:lnTo>
                    <a:lnTo>
                      <a:pt x="60289" y="629113"/>
                    </a:lnTo>
                    <a:cubicBezTo>
                      <a:pt x="75938" y="539172"/>
                      <a:pt x="106155" y="347441"/>
                      <a:pt x="97521" y="252652"/>
                    </a:cubicBezTo>
                    <a:cubicBezTo>
                      <a:pt x="80255" y="166481"/>
                      <a:pt x="82413" y="132012"/>
                      <a:pt x="21438" y="329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DFDFD"/>
                  </a:gs>
                  <a:gs pos="100000">
                    <a:srgbClr val="E2E2E2"/>
                  </a:gs>
                </a:gsLst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Autofit/>
              </a:bodyPr>
              <a:p>
                <a:pPr algn="l" marL="0"/>
              </a:p>
            </p:txBody>
          </p:sp>
          <p:sp>
            <p:nvSpPr>
              <p:cNvPr name="Freeform 9" id="9"/>
              <p:cNvSpPr/>
              <p:nvPr/>
            </p:nvSpPr>
            <p:spPr>
              <a:xfrm>
                <a:off x="5145693" y="831797"/>
                <a:ext cx="3127291" cy="988138"/>
              </a:xfrm>
              <a:custGeom>
                <a:avLst/>
                <a:gdLst/>
                <a:ahLst/>
                <a:cxnLst/>
                <a:rect r="r" b="b" t="t" l="l"/>
                <a:pathLst>
                  <a:path w="3127291" h="988138" stroke="true" fill="norm" extrusionOk="true">
                    <a:moveTo>
                      <a:pt x="1529532" y="0"/>
                    </a:moveTo>
                    <a:cubicBezTo>
                      <a:pt x="2047546" y="0"/>
                      <a:pt x="2738230" y="172343"/>
                      <a:pt x="3118107" y="965120"/>
                    </a:cubicBezTo>
                    <a:cubicBezTo>
                      <a:pt x="3118107" y="965120"/>
                      <a:pt x="3120985" y="972122"/>
                      <a:pt x="3125999" y="984823"/>
                    </a:cubicBezTo>
                    <a:lnTo>
                      <a:pt x="3127291" y="988138"/>
                    </a:lnTo>
                    <a:lnTo>
                      <a:pt x="0" y="988138"/>
                    </a:lnTo>
                    <a:lnTo>
                      <a:pt x="33049" y="884693"/>
                    </a:lnTo>
                    <a:cubicBezTo>
                      <a:pt x="263277" y="252769"/>
                      <a:pt x="1011519" y="0"/>
                      <a:pt x="152953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2E2E2"/>
                  </a:gs>
                  <a:gs pos="100000">
                    <a:srgbClr val="FDFDFD"/>
                  </a:gs>
                </a:gsLst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Autofit/>
              </a:bodyPr>
              <a:p>
                <a:pPr algn="l" marL="0"/>
              </a:p>
            </p:txBody>
          </p:sp>
          <p:sp>
            <p:nvSpPr>
              <p:cNvPr name="Freeform 10" id="10"/>
              <p:cNvSpPr/>
              <p:nvPr/>
            </p:nvSpPr>
            <p:spPr>
              <a:xfrm>
                <a:off x="5072371" y="1819934"/>
                <a:ext cx="3371233" cy="988138"/>
              </a:xfrm>
              <a:custGeom>
                <a:avLst/>
                <a:gdLst/>
                <a:ahLst/>
                <a:cxnLst/>
                <a:rect r="r" b="b" t="t" l="l"/>
                <a:pathLst>
                  <a:path w="3371233" h="988138" stroke="true" fill="norm" extrusionOk="true">
                    <a:moveTo>
                      <a:pt x="63629" y="0"/>
                    </a:moveTo>
                    <a:lnTo>
                      <a:pt x="3190920" y="0"/>
                    </a:lnTo>
                    <a:lnTo>
                      <a:pt x="3198658" y="19849"/>
                    </a:lnTo>
                    <a:cubicBezTo>
                      <a:pt x="3243925" y="137342"/>
                      <a:pt x="3363760" y="468159"/>
                      <a:pt x="3354407" y="654863"/>
                    </a:cubicBezTo>
                    <a:cubicBezTo>
                      <a:pt x="3354407" y="654863"/>
                      <a:pt x="3193247" y="792738"/>
                      <a:pt x="3342895" y="953591"/>
                    </a:cubicBezTo>
                    <a:lnTo>
                      <a:pt x="3371233" y="988138"/>
                    </a:lnTo>
                    <a:lnTo>
                      <a:pt x="73769" y="988138"/>
                    </a:lnTo>
                    <a:lnTo>
                      <a:pt x="67990" y="968079"/>
                    </a:lnTo>
                    <a:cubicBezTo>
                      <a:pt x="14030" y="769060"/>
                      <a:pt x="-48923" y="405385"/>
                      <a:pt x="58996" y="144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DFDFD"/>
                  </a:gs>
                  <a:gs pos="100000">
                    <a:srgbClr val="E2E2E2"/>
                  </a:gs>
                </a:gsLst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Autofit/>
              </a:bodyPr>
              <a:p>
                <a:pPr algn="l" marL="0"/>
              </a:p>
            </p:txBody>
          </p:sp>
          <p:sp>
            <p:nvSpPr>
              <p:cNvPr name="Freeform 11" id="11"/>
              <p:cNvSpPr/>
              <p:nvPr/>
            </p:nvSpPr>
            <p:spPr>
              <a:xfrm>
                <a:off x="5145693" y="2808072"/>
                <a:ext cx="3649002" cy="988138"/>
              </a:xfrm>
              <a:custGeom>
                <a:avLst/>
                <a:gdLst/>
                <a:ahLst/>
                <a:cxnLst/>
                <a:rect r="r" b="b" t="t" l="l"/>
                <a:pathLst>
                  <a:path w="3649002" h="988138" stroke="true" fill="norm" extrusionOk="true">
                    <a:moveTo>
                      <a:pt x="0" y="0"/>
                    </a:moveTo>
                    <a:lnTo>
                      <a:pt x="3297464" y="0"/>
                    </a:lnTo>
                    <a:lnTo>
                      <a:pt x="3321310" y="29072"/>
                    </a:lnTo>
                    <a:cubicBezTo>
                      <a:pt x="3452410" y="192910"/>
                      <a:pt x="3637491" y="448012"/>
                      <a:pt x="3637491" y="448012"/>
                    </a:cubicBezTo>
                    <a:cubicBezTo>
                      <a:pt x="3637491" y="448012"/>
                      <a:pt x="3683537" y="539929"/>
                      <a:pt x="3591446" y="585887"/>
                    </a:cubicBezTo>
                    <a:cubicBezTo>
                      <a:pt x="3499355" y="620355"/>
                      <a:pt x="3441798" y="620355"/>
                      <a:pt x="3384241" y="666313"/>
                    </a:cubicBezTo>
                    <a:cubicBezTo>
                      <a:pt x="3326683" y="712271"/>
                      <a:pt x="3315172" y="746740"/>
                      <a:pt x="3384241" y="804188"/>
                    </a:cubicBezTo>
                    <a:cubicBezTo>
                      <a:pt x="3441798" y="861635"/>
                      <a:pt x="3418775" y="953551"/>
                      <a:pt x="3372729" y="976530"/>
                    </a:cubicBezTo>
                    <a:lnTo>
                      <a:pt x="3356582" y="988138"/>
                    </a:lnTo>
                    <a:lnTo>
                      <a:pt x="604562" y="988138"/>
                    </a:lnTo>
                    <a:lnTo>
                      <a:pt x="589869" y="965580"/>
                    </a:lnTo>
                    <a:cubicBezTo>
                      <a:pt x="575817" y="944935"/>
                      <a:pt x="559629" y="921956"/>
                      <a:pt x="540923" y="896104"/>
                    </a:cubicBezTo>
                    <a:cubicBezTo>
                      <a:pt x="379763" y="677803"/>
                      <a:pt x="115001" y="310138"/>
                      <a:pt x="68955" y="206733"/>
                    </a:cubicBezTo>
                    <a:cubicBezTo>
                      <a:pt x="68955" y="195243"/>
                      <a:pt x="45932" y="137795"/>
                      <a:pt x="45932" y="137795"/>
                    </a:cubicBezTo>
                    <a:cubicBezTo>
                      <a:pt x="45932" y="137795"/>
                      <a:pt x="30104" y="100454"/>
                      <a:pt x="9959" y="34569"/>
                    </a:cubicBezTo>
                    <a:close/>
                  </a:path>
                </a:pathLst>
              </a:custGeom>
              <a:gradFill>
                <a:gsLst>
                  <a:gs pos="0">
                    <a:srgbClr val="E2E2E2"/>
                  </a:gs>
                  <a:gs pos="100000">
                    <a:srgbClr val="FDFDFD"/>
                  </a:gs>
                </a:gsLst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Autofit/>
              </a:bodyPr>
              <a:p>
                <a:pPr algn="l" marL="0"/>
              </a:p>
            </p:txBody>
          </p:sp>
          <p:sp>
            <p:nvSpPr>
              <p:cNvPr name="Freeform 12" id="12"/>
              <p:cNvSpPr/>
              <p:nvPr/>
            </p:nvSpPr>
            <p:spPr>
              <a:xfrm>
                <a:off x="5075228" y="821549"/>
                <a:ext cx="3722771" cy="3996061"/>
              </a:xfrm>
              <a:custGeom>
                <a:avLst/>
                <a:gdLst/>
                <a:ahLst/>
                <a:cxnLst/>
                <a:rect r="r" b="b" t="t" l="l"/>
                <a:pathLst>
                  <a:path w="3722771" h="3996061" stroke="true" fill="norm" extrusionOk="true">
                    <a:moveTo>
                      <a:pt x="1593161" y="0"/>
                    </a:moveTo>
                    <a:cubicBezTo>
                      <a:pt x="2111175" y="0"/>
                      <a:pt x="2801859" y="172343"/>
                      <a:pt x="3181736" y="965120"/>
                    </a:cubicBezTo>
                    <a:cubicBezTo>
                      <a:pt x="3181736" y="965120"/>
                      <a:pt x="3365918" y="1413211"/>
                      <a:pt x="3354407" y="1643001"/>
                    </a:cubicBezTo>
                    <a:cubicBezTo>
                      <a:pt x="3354407" y="1643001"/>
                      <a:pt x="3193247" y="1780876"/>
                      <a:pt x="3342895" y="1941729"/>
                    </a:cubicBezTo>
                    <a:cubicBezTo>
                      <a:pt x="3469521" y="2091093"/>
                      <a:pt x="3711260" y="2424288"/>
                      <a:pt x="3711260" y="2424288"/>
                    </a:cubicBezTo>
                    <a:cubicBezTo>
                      <a:pt x="3711260" y="2424288"/>
                      <a:pt x="3757306" y="2516205"/>
                      <a:pt x="3665215" y="2562163"/>
                    </a:cubicBezTo>
                    <a:cubicBezTo>
                      <a:pt x="3573124" y="2596631"/>
                      <a:pt x="3515567" y="2596631"/>
                      <a:pt x="3458010" y="2642589"/>
                    </a:cubicBezTo>
                    <a:cubicBezTo>
                      <a:pt x="3400452" y="2688547"/>
                      <a:pt x="3388941" y="2723016"/>
                      <a:pt x="3458010" y="2780464"/>
                    </a:cubicBezTo>
                    <a:cubicBezTo>
                      <a:pt x="3515567" y="2837911"/>
                      <a:pt x="3492544" y="2929827"/>
                      <a:pt x="3446498" y="2952806"/>
                    </a:cubicBezTo>
                    <a:cubicBezTo>
                      <a:pt x="3400452" y="2987275"/>
                      <a:pt x="3377430" y="2998764"/>
                      <a:pt x="3377430" y="2998764"/>
                    </a:cubicBezTo>
                    <a:cubicBezTo>
                      <a:pt x="3377430" y="2998764"/>
                      <a:pt x="3481032" y="3067701"/>
                      <a:pt x="3388941" y="3148128"/>
                    </a:cubicBezTo>
                    <a:cubicBezTo>
                      <a:pt x="3296850" y="3228555"/>
                      <a:pt x="3308361" y="3274513"/>
                      <a:pt x="3319873" y="3331960"/>
                    </a:cubicBezTo>
                    <a:cubicBezTo>
                      <a:pt x="3331384" y="3377918"/>
                      <a:pt x="3377430" y="3458345"/>
                      <a:pt x="3342895" y="3527282"/>
                    </a:cubicBezTo>
                    <a:cubicBezTo>
                      <a:pt x="3308361" y="3596219"/>
                      <a:pt x="3239293" y="3653667"/>
                      <a:pt x="3066622" y="3676646"/>
                    </a:cubicBezTo>
                    <a:cubicBezTo>
                      <a:pt x="3066622" y="3676646"/>
                      <a:pt x="2675234" y="3653667"/>
                      <a:pt x="2583142" y="3676646"/>
                    </a:cubicBezTo>
                    <a:cubicBezTo>
                      <a:pt x="2491051" y="3688135"/>
                      <a:pt x="2491051" y="3699625"/>
                      <a:pt x="2491051" y="3699625"/>
                    </a:cubicBezTo>
                    <a:cubicBezTo>
                      <a:pt x="2491051" y="3699625"/>
                      <a:pt x="2364426" y="3757073"/>
                      <a:pt x="2329891" y="3963884"/>
                    </a:cubicBezTo>
                    <a:lnTo>
                      <a:pt x="2324592" y="3996061"/>
                    </a:lnTo>
                    <a:lnTo>
                      <a:pt x="737402" y="3600330"/>
                    </a:lnTo>
                    <a:lnTo>
                      <a:pt x="738619" y="3593526"/>
                    </a:lnTo>
                    <a:cubicBezTo>
                      <a:pt x="754268" y="3503585"/>
                      <a:pt x="784485" y="3311854"/>
                      <a:pt x="775851" y="3217065"/>
                    </a:cubicBezTo>
                    <a:cubicBezTo>
                      <a:pt x="752829" y="3102170"/>
                      <a:pt x="764340" y="3079191"/>
                      <a:pt x="614692" y="2872380"/>
                    </a:cubicBezTo>
                    <a:cubicBezTo>
                      <a:pt x="453532" y="2654079"/>
                      <a:pt x="188770" y="2286414"/>
                      <a:pt x="142724" y="2183009"/>
                    </a:cubicBezTo>
                    <a:cubicBezTo>
                      <a:pt x="142724" y="2171519"/>
                      <a:pt x="119701" y="2114071"/>
                      <a:pt x="119701" y="2114071"/>
                    </a:cubicBezTo>
                    <a:cubicBezTo>
                      <a:pt x="119701" y="2114071"/>
                      <a:pt x="-133550" y="1516617"/>
                      <a:pt x="96678" y="884693"/>
                    </a:cubicBezTo>
                    <a:cubicBezTo>
                      <a:pt x="326906" y="252769"/>
                      <a:pt x="1075148" y="0"/>
                      <a:pt x="1593161" y="0"/>
                    </a:cubicBezTo>
                    <a:close/>
                  </a:path>
                </a:pathLst>
              </a:custGeom>
              <a:noFill/>
              <a:ln w="19050"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lumMod val="85000"/>
                      </a:srgbClr>
                    </a:gs>
                  </a:gsLst>
                  <a:lin ang="2700000"/>
                </a:gradFill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Autofit/>
              </a:bodyPr>
              <a:p>
                <a:pPr algn="l" marL="0"/>
              </a:p>
            </p:txBody>
          </p:sp>
          <p:pic>
            <p:nvPicPr>
              <p:cNvPr name="image1.png" id="13"/>
              <p:cNvPicPr>
                <a:picLocks noChangeAspect="true"/>
              </p:cNvPicPr>
              <p:nvPr/>
            </p:nvPicPr>
            <p:blipFill>
              <a:blip r:embed="rId2"/>
              <a:srcRect t="55896"/>
              <a:stretch>
                <a:fillRect/>
              </a:stretch>
            </p:blipFill>
            <p:spPr>
              <a:xfrm>
                <a:off x="6548437" y="1819933"/>
                <a:ext cx="1756297" cy="180150"/>
              </a:xfrm>
              <a:prstGeom prst="rect">
                <a:avLst/>
              </a:prstGeom>
            </p:spPr>
          </p:pic>
          <p:pic>
            <p:nvPicPr>
              <p:cNvPr name="image1.png" id="14"/>
              <p:cNvPicPr>
                <a:picLocks noChangeAspect="true"/>
              </p:cNvPicPr>
              <p:nvPr/>
            </p:nvPicPr>
            <p:blipFill>
              <a:blip r:embed="rId2"/>
              <a:srcRect t="55896"/>
              <a:stretch>
                <a:fillRect/>
              </a:stretch>
            </p:blipFill>
            <p:spPr>
              <a:xfrm>
                <a:off x="6781802" y="3800352"/>
                <a:ext cx="1756297" cy="180150"/>
              </a:xfrm>
              <a:prstGeom prst="rect">
                <a:avLst/>
              </a:prstGeom>
            </p:spPr>
          </p:pic>
          <p:pic>
            <p:nvPicPr>
              <p:cNvPr name="image1.png" id="15"/>
              <p:cNvPicPr>
                <a:picLocks noChangeAspect="true"/>
              </p:cNvPicPr>
              <p:nvPr/>
            </p:nvPicPr>
            <p:blipFill>
              <a:blip r:embed="rId2"/>
              <a:srcRect t="55896"/>
              <a:stretch>
                <a:fillRect/>
              </a:stretch>
            </p:blipFill>
            <p:spPr>
              <a:xfrm flipH="true">
                <a:off x="5124763" y="2810897"/>
                <a:ext cx="1756297" cy="180150"/>
              </a:xfrm>
              <a:prstGeom prst="rect">
                <a:avLst/>
              </a:prstGeom>
            </p:spPr>
          </p:pic>
        </p:grpSp>
        <p:sp>
          <p:nvSpPr>
            <p:cNvPr name="Freeform 16" id="16"/>
            <p:cNvSpPr/>
            <p:nvPr/>
          </p:nvSpPr>
          <p:spPr>
            <a:xfrm>
              <a:off x="4710739" y="4931426"/>
              <a:ext cx="2828298" cy="834740"/>
            </a:xfrm>
            <a:custGeom>
              <a:avLst/>
              <a:gdLst/>
              <a:ahLst/>
              <a:cxnLst/>
              <a:rect r="r" b="b" t="t" l="l"/>
              <a:pathLst>
                <a:path w="2828298" h="1228726" stroke="true" fill="norm" extrusionOk="true">
                  <a:moveTo>
                    <a:pt x="0" y="1214438"/>
                  </a:moveTo>
                  <a:lnTo>
                    <a:pt x="314322" y="0"/>
                  </a:lnTo>
                  <a:lnTo>
                    <a:pt x="1661490" y="28575"/>
                  </a:lnTo>
                  <a:lnTo>
                    <a:pt x="2828298" y="1228726"/>
                  </a:lnTo>
                  <a:lnTo>
                    <a:pt x="0" y="1214438"/>
                  </a:lnTo>
                  <a:close/>
                </a:path>
              </a:pathLst>
            </a:custGeom>
            <a:solidFill>
              <a:srgbClr val="000000">
                <a:lumMod val="65000"/>
                <a:lumOff val="35000"/>
              </a:srgb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7" id="17"/>
            <p:cNvSpPr/>
            <p:nvPr/>
          </p:nvSpPr>
          <p:spPr>
            <a:xfrm rot="840000">
              <a:off x="4969183" y="4794126"/>
              <a:ext cx="2008760" cy="542868"/>
            </a:xfrm>
            <a:custGeom>
              <a:avLst/>
              <a:gdLst/>
              <a:ahLst/>
              <a:cxnLst/>
              <a:rect r="r" b="b" t="t" l="l"/>
              <a:pathLst>
                <a:path w="2008760" h="542868" stroke="true" fill="norm" extrusionOk="true">
                  <a:moveTo>
                    <a:pt x="2346" y="77263"/>
                  </a:moveTo>
                  <a:cubicBezTo>
                    <a:pt x="2346" y="34592"/>
                    <a:pt x="36938" y="0"/>
                    <a:pt x="79609" y="0"/>
                  </a:cubicBezTo>
                  <a:lnTo>
                    <a:pt x="1791576" y="0"/>
                  </a:lnTo>
                  <a:cubicBezTo>
                    <a:pt x="1834247" y="0"/>
                    <a:pt x="1868839" y="34592"/>
                    <a:pt x="1868839" y="77263"/>
                  </a:cubicBezTo>
                  <a:cubicBezTo>
                    <a:pt x="1893994" y="171522"/>
                    <a:pt x="1961259" y="361060"/>
                    <a:pt x="2008760" y="516312"/>
                  </a:cubicBezTo>
                  <a:lnTo>
                    <a:pt x="0" y="542868"/>
                  </a:lnTo>
                  <a:lnTo>
                    <a:pt x="2346" y="77263"/>
                  </a:ln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11452427" y="1369665"/>
            <a:ext cx="315219" cy="369400"/>
            <a:chOff x="1776" y="1776"/>
            <a:chExt cx="64" cy="75"/>
          </a:xfrm>
          <a:gradFill>
            <a:gsLst>
              <a:gs pos="0">
                <a:srgbClr val="C00000">
                  <a:lumMod val="50000"/>
                </a:srgbClr>
              </a:gs>
              <a:gs pos="100000">
                <a:srgbClr val="4A639A"/>
              </a:gs>
            </a:gsLst>
            <a:lin ang="2700000"/>
          </a:gradFill>
        </p:grpSpPr>
        <p:sp>
          <p:nvSpPr>
            <p:cNvPr name="Freeform 19" id="19"/>
            <p:cNvSpPr/>
            <p:nvPr/>
          </p:nvSpPr>
          <p:spPr>
            <a:xfrm>
              <a:off x="1795" y="1779"/>
              <a:ext cx="29" cy="26"/>
            </a:xfrm>
            <a:custGeom>
              <a:avLst/>
              <a:gdLst/>
              <a:ahLst/>
              <a:cxnLst/>
              <a:rect r="r" b="b" t="t" l="l"/>
              <a:pathLst>
                <a:path w="11" h="10" stroke="true" fill="norm" extrusionOk="true">
                  <a:moveTo>
                    <a:pt x="5" y="10"/>
                  </a:moveTo>
                  <a:cubicBezTo>
                    <a:pt x="5" y="10"/>
                    <a:pt x="5" y="10"/>
                    <a:pt x="5" y="10"/>
                  </a:cubicBezTo>
                  <a:cubicBezTo>
                    <a:pt x="8" y="10"/>
                    <a:pt x="11" y="8"/>
                    <a:pt x="11" y="5"/>
                  </a:cubicBezTo>
                  <a:cubicBezTo>
                    <a:pt x="11" y="2"/>
                    <a:pt x="8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1"/>
                    <a:pt x="0" y="3"/>
                    <a:pt x="0" y="5"/>
                  </a:cubicBezTo>
                  <a:cubicBezTo>
                    <a:pt x="0" y="8"/>
                    <a:pt x="2" y="10"/>
                    <a:pt x="5" y="10"/>
                  </a:cubicBezTo>
                  <a:close/>
                </a:path>
              </a:pathLst>
            </a:custGeom>
            <a:grp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1776" y="1810"/>
              <a:ext cx="64" cy="41"/>
            </a:xfrm>
            <a:custGeom>
              <a:avLst/>
              <a:gdLst/>
              <a:ahLst/>
              <a:cxnLst/>
              <a:rect r="r" b="b" t="t" l="l"/>
              <a:pathLst>
                <a:path w="24" h="16" stroke="true" fill="norm" extrusionOk="true">
                  <a:moveTo>
                    <a:pt x="23" y="3"/>
                  </a:moveTo>
                  <a:cubicBezTo>
                    <a:pt x="22" y="1"/>
                    <a:pt x="20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1"/>
                    <a:pt x="1" y="3"/>
                  </a:cubicBezTo>
                  <a:cubicBezTo>
                    <a:pt x="0" y="5"/>
                    <a:pt x="0" y="11"/>
                    <a:pt x="0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4" y="11"/>
                    <a:pt x="24" y="5"/>
                    <a:pt x="23" y="3"/>
                  </a:cubicBezTo>
                  <a:close/>
                </a:path>
              </a:pathLst>
            </a:custGeom>
            <a:grp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1795" y="1776"/>
              <a:ext cx="29" cy="26"/>
            </a:xfrm>
            <a:custGeom>
              <a:avLst/>
              <a:gdLst/>
              <a:ahLst/>
              <a:cxnLst/>
              <a:rect r="r" b="b" t="t" l="l"/>
              <a:pathLst>
                <a:path w="11" h="10" stroke="true" fill="norm" extrusionOk="true">
                  <a:moveTo>
                    <a:pt x="5" y="10"/>
                  </a:moveTo>
                  <a:cubicBezTo>
                    <a:pt x="5" y="10"/>
                    <a:pt x="5" y="10"/>
                    <a:pt x="5" y="10"/>
                  </a:cubicBezTo>
                  <a:cubicBezTo>
                    <a:pt x="8" y="10"/>
                    <a:pt x="11" y="8"/>
                    <a:pt x="11" y="5"/>
                  </a:cubicBezTo>
                  <a:cubicBezTo>
                    <a:pt x="11" y="2"/>
                    <a:pt x="8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1"/>
                    <a:pt x="0" y="3"/>
                    <a:pt x="0" y="5"/>
                  </a:cubicBezTo>
                  <a:cubicBezTo>
                    <a:pt x="0" y="8"/>
                    <a:pt x="2" y="10"/>
                    <a:pt x="5" y="10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1776" y="1807"/>
              <a:ext cx="64" cy="42"/>
            </a:xfrm>
            <a:custGeom>
              <a:avLst/>
              <a:gdLst/>
              <a:ahLst/>
              <a:cxnLst/>
              <a:rect r="r" b="b" t="t" l="l"/>
              <a:pathLst>
                <a:path w="24" h="16" stroke="true" fill="norm" extrusionOk="true">
                  <a:moveTo>
                    <a:pt x="23" y="3"/>
                  </a:moveTo>
                  <a:cubicBezTo>
                    <a:pt x="22" y="1"/>
                    <a:pt x="20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1"/>
                    <a:pt x="1" y="3"/>
                  </a:cubicBezTo>
                  <a:cubicBezTo>
                    <a:pt x="0" y="5"/>
                    <a:pt x="0" y="11"/>
                    <a:pt x="0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4" y="11"/>
                    <a:pt x="24" y="5"/>
                    <a:pt x="23" y="3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23" id="23"/>
          <p:cNvGrpSpPr/>
          <p:nvPr/>
        </p:nvGrpSpPr>
        <p:grpSpPr>
          <a:xfrm>
            <a:off x="264288" y="1387974"/>
            <a:ext cx="320131" cy="298304"/>
            <a:chOff x="3802" y="2858"/>
            <a:chExt cx="616" cy="574"/>
          </a:xfrm>
          <a:gradFill>
            <a:gsLst>
              <a:gs pos="0">
                <a:srgbClr val="C00000">
                  <a:lumMod val="50000"/>
                </a:srgbClr>
              </a:gs>
              <a:gs pos="100000">
                <a:srgbClr val="4A639A"/>
              </a:gs>
            </a:gsLst>
            <a:lin ang="2700000"/>
          </a:gradFill>
        </p:grpSpPr>
        <p:sp>
          <p:nvSpPr>
            <p:cNvPr name="AutoShape 24" id="24"/>
            <p:cNvSpPr/>
            <p:nvPr/>
          </p:nvSpPr>
          <p:spPr>
            <a:xfrm>
              <a:off x="3802" y="3205"/>
              <a:ext cx="129" cy="227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5" id="25"/>
            <p:cNvSpPr/>
            <p:nvPr/>
          </p:nvSpPr>
          <p:spPr>
            <a:xfrm>
              <a:off x="3964" y="3174"/>
              <a:ext cx="129" cy="258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6" id="26"/>
            <p:cNvSpPr/>
            <p:nvPr/>
          </p:nvSpPr>
          <p:spPr>
            <a:xfrm>
              <a:off x="4129" y="3131"/>
              <a:ext cx="129" cy="301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7" id="27"/>
            <p:cNvSpPr/>
            <p:nvPr/>
          </p:nvSpPr>
          <p:spPr>
            <a:xfrm>
              <a:off x="4289" y="3078"/>
              <a:ext cx="129" cy="354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3888" y="2858"/>
              <a:ext cx="370" cy="270"/>
            </a:xfrm>
            <a:custGeom>
              <a:avLst/>
              <a:gdLst/>
              <a:ahLst/>
              <a:cxnLst/>
              <a:rect r="r" b="b" t="t" l="l"/>
              <a:pathLst>
                <a:path w="155" h="113" stroke="true" fill="norm" extrusionOk="true">
                  <a:moveTo>
                    <a:pt x="94" y="21"/>
                  </a:moveTo>
                  <a:cubicBezTo>
                    <a:pt x="85" y="33"/>
                    <a:pt x="53" y="68"/>
                    <a:pt x="0" y="72"/>
                  </a:cubicBezTo>
                  <a:cubicBezTo>
                    <a:pt x="0" y="72"/>
                    <a:pt x="31" y="113"/>
                    <a:pt x="114" y="63"/>
                  </a:cubicBezTo>
                  <a:cubicBezTo>
                    <a:pt x="122" y="82"/>
                    <a:pt x="122" y="82"/>
                    <a:pt x="122" y="82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85" y="2"/>
                    <a:pt x="85" y="2"/>
                    <a:pt x="85" y="2"/>
                  </a:cubicBezTo>
                  <a:lnTo>
                    <a:pt x="94" y="21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29" id="29"/>
          <p:cNvGrpSpPr/>
          <p:nvPr/>
        </p:nvGrpSpPr>
        <p:grpSpPr>
          <a:xfrm>
            <a:off x="11412652" y="3986259"/>
            <a:ext cx="384399" cy="388939"/>
            <a:chOff x="2426" y="2781"/>
            <a:chExt cx="593" cy="600"/>
          </a:xfrm>
          <a:gradFill>
            <a:gsLst>
              <a:gs pos="0">
                <a:srgbClr val="C00000">
                  <a:lumMod val="50000"/>
                </a:srgbClr>
              </a:gs>
              <a:gs pos="100000">
                <a:srgbClr val="4A639A"/>
              </a:gs>
            </a:gsLst>
            <a:lin ang="2700000"/>
          </a:gradFill>
        </p:grpSpPr>
        <p:sp>
          <p:nvSpPr>
            <p:cNvPr name="Freeform 30" id="30"/>
            <p:cNvSpPr/>
            <p:nvPr/>
          </p:nvSpPr>
          <p:spPr>
            <a:xfrm>
              <a:off x="2442" y="2805"/>
              <a:ext cx="577" cy="576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0" y="115"/>
                  </a:moveTo>
                  <a:cubicBezTo>
                    <a:pt x="0" y="117"/>
                    <a:pt x="0" y="119"/>
                    <a:pt x="0" y="121"/>
                  </a:cubicBezTo>
                  <a:cubicBezTo>
                    <a:pt x="0" y="187"/>
                    <a:pt x="54" y="241"/>
                    <a:pt x="121" y="241"/>
                  </a:cubicBezTo>
                  <a:cubicBezTo>
                    <a:pt x="187" y="241"/>
                    <a:pt x="241" y="187"/>
                    <a:pt x="241" y="121"/>
                  </a:cubicBezTo>
                  <a:cubicBezTo>
                    <a:pt x="241" y="54"/>
                    <a:pt x="187" y="0"/>
                    <a:pt x="121" y="0"/>
                  </a:cubicBezTo>
                  <a:cubicBezTo>
                    <a:pt x="121" y="115"/>
                    <a:pt x="121" y="115"/>
                    <a:pt x="121" y="115"/>
                  </a:cubicBezTo>
                  <a:lnTo>
                    <a:pt x="0" y="115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2426" y="2781"/>
              <a:ext cx="275" cy="273"/>
            </a:xfrm>
            <a:custGeom>
              <a:avLst/>
              <a:gdLst/>
              <a:ahLst/>
              <a:cxnLst/>
              <a:rect r="r" b="b" t="t" l="l"/>
              <a:pathLst>
                <a:path w="115" h="114" stroke="true" fill="norm" extrusionOk="true">
                  <a:moveTo>
                    <a:pt x="0" y="114"/>
                  </a:moveTo>
                  <a:cubicBezTo>
                    <a:pt x="115" y="114"/>
                    <a:pt x="115" y="114"/>
                    <a:pt x="115" y="114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51" y="0"/>
                    <a:pt x="0" y="51"/>
                    <a:pt x="0" y="114"/>
                  </a:cubicBezTo>
                  <a:close/>
                  <a:moveTo>
                    <a:pt x="15" y="104"/>
                  </a:moveTo>
                  <a:cubicBezTo>
                    <a:pt x="15" y="54"/>
                    <a:pt x="55" y="14"/>
                    <a:pt x="104" y="14"/>
                  </a:cubicBezTo>
                  <a:cubicBezTo>
                    <a:pt x="104" y="104"/>
                    <a:pt x="104" y="104"/>
                    <a:pt x="104" y="104"/>
                  </a:cubicBezTo>
                  <a:lnTo>
                    <a:pt x="15" y="104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Freeform 32" id="32"/>
          <p:cNvSpPr/>
          <p:nvPr/>
        </p:nvSpPr>
        <p:spPr>
          <a:xfrm>
            <a:off x="262625" y="4026059"/>
            <a:ext cx="360000" cy="360000"/>
          </a:xfrm>
          <a:custGeom>
            <a:avLst/>
            <a:gdLst/>
            <a:ahLst/>
            <a:cxnLst/>
            <a:rect r="r" b="b" t="t" l="l"/>
            <a:pathLst>
              <a:path w="115" h="115" stroke="true" fill="norm" extrusionOk="true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grpSp>
        <p:nvGrpSpPr>
          <p:cNvPr name="Group 33" id="33"/>
          <p:cNvGrpSpPr/>
          <p:nvPr/>
        </p:nvGrpSpPr>
        <p:grpSpPr>
          <a:xfrm>
            <a:off x="4566684" y="1617947"/>
            <a:ext cx="505387" cy="505387"/>
            <a:chOff x="8069647" y="2571192"/>
            <a:chExt cx="505387" cy="505387"/>
          </a:xfrm>
        </p:grpSpPr>
        <p:sp>
          <p:nvSpPr>
            <p:cNvPr name="AutoShape 34" id="34"/>
            <p:cNvSpPr/>
            <p:nvPr/>
          </p:nvSpPr>
          <p:spPr>
            <a:xfrm rot="2700000">
              <a:off x="8069647" y="2571192"/>
              <a:ext cx="505387" cy="505387"/>
            </a:xfrm>
            <a:prstGeom prst="roundRect">
              <a:avLst>
                <a:gd name="adj" fmla="val 25832"/>
              </a:avLst>
            </a:prstGeom>
            <a:gradFill>
              <a:gsLst>
                <a:gs pos="56000">
                  <a:srgbClr val="FFFFFF"/>
                </a:gs>
                <a:gs pos="99000">
                  <a:srgbClr val="FFFFFF">
                    <a:lumMod val="75000"/>
                  </a:srgbClr>
                </a:gs>
              </a:gsLst>
              <a:lin ang="13500000"/>
            </a:gradFill>
            <a:ln w="12700" cap="flat" cmpd="sng">
              <a:gradFill>
                <a:gsLst>
                  <a:gs pos="1000">
                    <a:srgbClr val="FFFFFF">
                      <a:lumMod val="85000"/>
                    </a:srgbClr>
                  </a:gs>
                  <a:gs pos="58999">
                    <a:srgbClr val="FFFFFF"/>
                  </a:gs>
                </a:gsLst>
                <a:lin ang="10800000"/>
              </a:gradFill>
              <a:prstDash val="solid"/>
            </a:ln>
            <a:effectLst>
              <a:outerShdw algn="tl" blurRad="254000" dir="3600000" dist="127000" rotWithShape="false">
                <a:srgbClr val="000000">
                  <a:alpha val="20000"/>
                </a:srgb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35" id="35"/>
            <p:cNvSpPr/>
            <p:nvPr/>
          </p:nvSpPr>
          <p:spPr>
            <a:xfrm>
              <a:off x="8100851" y="2587371"/>
              <a:ext cx="426720" cy="461665"/>
            </a:xfrm>
            <a:prstGeom prst="rect">
              <a:avLst/>
            </a:prstGeom>
            <a:noFill/>
          </p:spPr>
          <p:txBody>
            <a:bodyPr vert="horz" anchor="t" wrap="square" tIns="45720" lIns="91440" bIns="45720" rIns="91440">
              <a:spAutoFit/>
            </a:bodyPr>
            <a:p>
              <a:pPr algn="ctr" marL="0"/>
              <a:r>
                <a:rPr lang="en-US" b="false" i="false" sz="2400" baseline="0" u="none">
                  <a:solidFill>
                    <a:schemeClr val="accent1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>
            <a:off x="6318210" y="2541867"/>
            <a:ext cx="505387" cy="505387"/>
            <a:chOff x="8069647" y="2571192"/>
            <a:chExt cx="505387" cy="505387"/>
          </a:xfrm>
        </p:grpSpPr>
        <p:sp>
          <p:nvSpPr>
            <p:cNvPr name="AutoShape 37" id="37"/>
            <p:cNvSpPr/>
            <p:nvPr/>
          </p:nvSpPr>
          <p:spPr>
            <a:xfrm rot="2700000">
              <a:off x="8069647" y="2571192"/>
              <a:ext cx="505387" cy="505387"/>
            </a:xfrm>
            <a:prstGeom prst="roundRect">
              <a:avLst>
                <a:gd name="adj" fmla="val 25832"/>
              </a:avLst>
            </a:prstGeom>
            <a:gradFill>
              <a:gsLst>
                <a:gs pos="56000">
                  <a:srgbClr val="FFFFFF"/>
                </a:gs>
                <a:gs pos="99000">
                  <a:srgbClr val="FFFFFF">
                    <a:lumMod val="75000"/>
                  </a:srgbClr>
                </a:gs>
              </a:gsLst>
              <a:lin ang="13500000"/>
            </a:gradFill>
            <a:ln w="12700" cap="flat" cmpd="sng">
              <a:gradFill>
                <a:gsLst>
                  <a:gs pos="1000">
                    <a:srgbClr val="FFFFFF">
                      <a:lumMod val="85000"/>
                    </a:srgbClr>
                  </a:gs>
                  <a:gs pos="58999">
                    <a:srgbClr val="FFFFFF"/>
                  </a:gs>
                </a:gsLst>
                <a:lin ang="10800000"/>
              </a:gradFill>
              <a:prstDash val="solid"/>
            </a:ln>
            <a:effectLst>
              <a:outerShdw algn="tl" blurRad="254000" dir="3600000" dist="127000" rotWithShape="false">
                <a:srgbClr val="000000">
                  <a:alpha val="20000"/>
                </a:srgb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38" id="38"/>
            <p:cNvSpPr/>
            <p:nvPr/>
          </p:nvSpPr>
          <p:spPr>
            <a:xfrm>
              <a:off x="8100851" y="2587371"/>
              <a:ext cx="426720" cy="461665"/>
            </a:xfrm>
            <a:prstGeom prst="rect">
              <a:avLst/>
            </a:prstGeom>
            <a:noFill/>
          </p:spPr>
          <p:txBody>
            <a:bodyPr vert="horz" anchor="t" wrap="square" tIns="45720" lIns="91440" bIns="45720" rIns="91440">
              <a:spAutoFit/>
            </a:bodyPr>
            <a:p>
              <a:pPr algn="ctr" marL="0"/>
              <a:r>
                <a:rPr lang="en-US" b="false" i="false" sz="2400" baseline="0" u="none">
                  <a:solidFill>
                    <a:schemeClr val="accent1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>
            <a:off x="4566684" y="3523357"/>
            <a:ext cx="505387" cy="505387"/>
            <a:chOff x="8069647" y="2571192"/>
            <a:chExt cx="505387" cy="505387"/>
          </a:xfrm>
        </p:grpSpPr>
        <p:sp>
          <p:nvSpPr>
            <p:cNvPr name="AutoShape 40" id="40"/>
            <p:cNvSpPr/>
            <p:nvPr/>
          </p:nvSpPr>
          <p:spPr>
            <a:xfrm rot="2700000">
              <a:off x="8069647" y="2571192"/>
              <a:ext cx="505387" cy="505387"/>
            </a:xfrm>
            <a:prstGeom prst="roundRect">
              <a:avLst>
                <a:gd name="adj" fmla="val 25832"/>
              </a:avLst>
            </a:prstGeom>
            <a:gradFill>
              <a:gsLst>
                <a:gs pos="56000">
                  <a:srgbClr val="FFFFFF"/>
                </a:gs>
                <a:gs pos="99000">
                  <a:srgbClr val="FFFFFF">
                    <a:lumMod val="75000"/>
                  </a:srgbClr>
                </a:gs>
              </a:gsLst>
              <a:lin ang="13500000"/>
            </a:gradFill>
            <a:ln w="12700" cap="flat" cmpd="sng">
              <a:gradFill>
                <a:gsLst>
                  <a:gs pos="1000">
                    <a:srgbClr val="FFFFFF">
                      <a:lumMod val="85000"/>
                    </a:srgbClr>
                  </a:gs>
                  <a:gs pos="58999">
                    <a:srgbClr val="FFFFFF"/>
                  </a:gs>
                </a:gsLst>
                <a:lin ang="10800000"/>
              </a:gradFill>
              <a:prstDash val="solid"/>
            </a:ln>
            <a:effectLst>
              <a:outerShdw algn="tl" blurRad="254000" dir="3600000" dist="127000" rotWithShape="false">
                <a:srgbClr val="000000">
                  <a:alpha val="20000"/>
                </a:srgb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41" id="41"/>
            <p:cNvSpPr/>
            <p:nvPr/>
          </p:nvSpPr>
          <p:spPr>
            <a:xfrm>
              <a:off x="8100851" y="2587371"/>
              <a:ext cx="426720" cy="461665"/>
            </a:xfrm>
            <a:prstGeom prst="rect">
              <a:avLst/>
            </a:prstGeom>
            <a:noFill/>
          </p:spPr>
          <p:txBody>
            <a:bodyPr vert="horz" anchor="t" wrap="square" tIns="45720" lIns="91440" bIns="45720" rIns="91440">
              <a:spAutoFit/>
            </a:bodyPr>
            <a:p>
              <a:pPr algn="ctr" marL="0"/>
              <a:r>
                <a:rPr lang="en-US" b="false" i="false" sz="2400" baseline="0" u="none">
                  <a:solidFill>
                    <a:schemeClr val="accent1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>
            <a:off x="6318210" y="4428255"/>
            <a:ext cx="505387" cy="505387"/>
            <a:chOff x="8069647" y="2571192"/>
            <a:chExt cx="505387" cy="505387"/>
          </a:xfrm>
        </p:grpSpPr>
        <p:sp>
          <p:nvSpPr>
            <p:cNvPr name="AutoShape 43" id="43"/>
            <p:cNvSpPr/>
            <p:nvPr/>
          </p:nvSpPr>
          <p:spPr>
            <a:xfrm rot="2700000">
              <a:off x="8069647" y="2571192"/>
              <a:ext cx="505387" cy="505387"/>
            </a:xfrm>
            <a:prstGeom prst="roundRect">
              <a:avLst>
                <a:gd name="adj" fmla="val 25832"/>
              </a:avLst>
            </a:prstGeom>
            <a:gradFill>
              <a:gsLst>
                <a:gs pos="56000">
                  <a:srgbClr val="FFFFFF"/>
                </a:gs>
                <a:gs pos="99000">
                  <a:srgbClr val="FFFFFF">
                    <a:lumMod val="75000"/>
                  </a:srgbClr>
                </a:gs>
              </a:gsLst>
              <a:lin ang="13500000"/>
            </a:gradFill>
            <a:ln w="12700" cap="flat" cmpd="sng">
              <a:gradFill>
                <a:gsLst>
                  <a:gs pos="1000">
                    <a:srgbClr val="FFFFFF">
                      <a:lumMod val="85000"/>
                    </a:srgbClr>
                  </a:gs>
                  <a:gs pos="58999">
                    <a:srgbClr val="FFFFFF"/>
                  </a:gs>
                </a:gsLst>
                <a:lin ang="10800000"/>
              </a:gradFill>
              <a:prstDash val="solid"/>
            </a:ln>
            <a:effectLst>
              <a:outerShdw algn="tl" blurRad="254000" dir="3600000" dist="127000" rotWithShape="false">
                <a:srgbClr val="000000">
                  <a:alpha val="20000"/>
                </a:srgb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44" id="44"/>
            <p:cNvSpPr/>
            <p:nvPr/>
          </p:nvSpPr>
          <p:spPr>
            <a:xfrm>
              <a:off x="8100851" y="2587371"/>
              <a:ext cx="426720" cy="461665"/>
            </a:xfrm>
            <a:prstGeom prst="rect">
              <a:avLst/>
            </a:prstGeom>
            <a:noFill/>
          </p:spPr>
          <p:txBody>
            <a:bodyPr vert="horz" anchor="t" wrap="square" tIns="45720" lIns="91440" bIns="45720" rIns="91440">
              <a:spAutoFit/>
            </a:bodyPr>
            <a:p>
              <a:pPr algn="ctr" marL="0"/>
              <a:r>
                <a:rPr lang="en-US" b="false" i="false" sz="2400" baseline="0" u="none">
                  <a:solidFill>
                    <a:schemeClr val="accent1"/>
                  </a:solidFill>
                  <a:latin typeface="Microsoft YaHei"/>
                  <a:ea typeface="Microsoft YaHei"/>
                </a:rPr>
                <a:t>4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>
            <a:off x="8111016" y="1807703"/>
            <a:ext cx="3686034" cy="608243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fontAlgn="base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FFFFFF">
                    <a:lumMod val="50000"/>
                  </a:srgbClr>
                </a:solidFill>
                <a:latin typeface="Microsoft YaHei"/>
                <a:ea typeface="Microsoft YaHei"/>
              </a:rPr>
              <a:t>儲存設備成本，根據容量、性能和冗餘程度而異。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8114320" y="1492844"/>
            <a:ext cx="3215695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r" fontAlgn="base" marL="0"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儲存設備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8111016" y="4400280"/>
            <a:ext cx="3739312" cy="608243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fontAlgn="base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FFFFFF">
                    <a:lumMod val="50000"/>
                  </a:srgbClr>
                </a:solidFill>
                <a:latin typeface="Microsoft YaHei"/>
                <a:ea typeface="Microsoft YaHei"/>
              </a:rPr>
              <a:t>Networking服務成本，包括數據傳輸和網路安全。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8111016" y="4059830"/>
            <a:ext cx="3218999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r" fontAlgn="base" marL="0"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Networking服務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263601" y="1811202"/>
            <a:ext cx="3682536" cy="608243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fontAlgn="base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FFFFFF">
                    <a:lumMod val="50000"/>
                  </a:srgbClr>
                </a:solidFill>
                <a:latin typeface="Microsoft YaHei"/>
                <a:ea typeface="Microsoft YaHei"/>
              </a:rPr>
              <a:t>數據中心運營成本，包括電力、冷卻和維護。</a:t>
            </a:r>
            <a:endParaRPr lang="en-US" sz="1100"/>
          </a:p>
        </p:txBody>
      </p:sp>
      <p:sp>
        <p:nvSpPr>
          <p:cNvPr name="TextBox 50" id="50"/>
          <p:cNvSpPr txBox="true"/>
          <p:nvPr/>
        </p:nvSpPr>
        <p:spPr>
          <a:xfrm>
            <a:off x="673252" y="1459436"/>
            <a:ext cx="2889597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fontAlgn="base" marL="0"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數據中心運營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262625" y="4433140"/>
            <a:ext cx="3683512" cy="608243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fontAlgn="base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FFFFFF">
                    <a:lumMod val="50000"/>
                  </a:srgbClr>
                </a:solidFill>
                <a:latin typeface="Microsoft YaHei"/>
                <a:ea typeface="Microsoft YaHei"/>
              </a:rPr>
              <a:t>伺服器設備成本，包括計算資源和相關軟體授權。</a:t>
            </a:r>
            <a:endParaRPr lang="en-US" sz="1100"/>
          </a:p>
        </p:txBody>
      </p:sp>
      <p:sp>
        <p:nvSpPr>
          <p:cNvPr name="TextBox 52" id="52"/>
          <p:cNvSpPr txBox="true"/>
          <p:nvPr/>
        </p:nvSpPr>
        <p:spPr>
          <a:xfrm>
            <a:off x="693089" y="4074369"/>
            <a:ext cx="3341497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fontAlgn="base" marL="0"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伺服器設備</a:t>
            </a:r>
            <a:endParaRPr lang="en-US" sz="1100"/>
          </a:p>
        </p:txBody>
      </p:sp>
      <p:grpSp>
        <p:nvGrpSpPr>
          <p:cNvPr name="Group 53" id="53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54" id="54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55" id="5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6" id="5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58" id="5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雲服務成本驅動因素</a:t>
            </a:r>
            <a:endParaRPr lang="en-US" sz="1100"/>
          </a:p>
        </p:txBody>
      </p:sp>
      <p:cxnSp>
        <p:nvCxnSpPr>
          <p:cNvPr name="Connector 59" id="59"/>
          <p:cNvCxnSpPr/>
          <p:nvPr/>
        </p:nvCxnSpPr>
        <p:spPr>
          <a:xfrm>
            <a:off x="4131386" y="872053"/>
            <a:ext cx="6551212" cy="0"/>
          </a:xfrm>
          <a:prstGeom prst="line">
            <a:avLst/>
          </a:prstGeom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</p:cxnSp>
    </p:spTree>
  </p:cSld>
  <p:clrMapOvr>
    <a:masterClrMapping/>
  </p:clrMapOvr>
  <p:transition spd="slow">
    <p:random/>
  </p:transition>
  <p:timing>
    <p:tnLst>
      <p:par>
        <p:cTn id="24413" dur="indefinite" repeatCount="1000" spd="100%" accel="0%" decel="0%" restart="never" nodeType="tmRoot">
          <p:childTnLst>
            <p:seq concurrent="true" nextAc="seek">
              <p:cTn id="24414" dur="indefinite" repeatCount="1000" spd="100%" accel="0%" decel="0%" nodeType="mainSeq">
                <p:childTnLst>
                  <p:par>
                    <p:cTn id="24415" repeatCount="1000" spd="100%" accel="0%" decel="0%" fill="hold">
                      <p:stCondLst>
                        <p:cond delay="indefinite"/>
                        <p:cond evt="onBegin" delay="0">
                          <p:tn val="24414"/>
                        </p:cond>
                      </p:stCondLst>
                      <p:childTnLst>
                        <p:par>
                          <p:cTn id="2441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17" presetID="7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418" dur="2000" repeatCount="1000" spd="100%" accel="0%" decel="0%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19" dur="2000" repeatCount="1000" spd="100%" accel="0%" decel="0%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20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2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2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2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2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25" presetID="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426" dur="2000" repeatCount="1000" spd="100%" accel="0%" decel="0%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27" dur="2000" repeatCount="1000" spd="100%" accel="0%" decel="0%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28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2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30" presetID="5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down)" transition="in">
                                      <p:cBhvr>
                                        <p:cTn id="24431" dur="1000" repeatCount="1000" spd="100%" accel="0%" decel="0%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3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3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3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3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3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37" presetID="24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to="" valueType="num">
                                      <p:cBhvr>
                                        <p:cTn id="24438" dur="1" repeatCount="1000" spd="100%" accel="0%" decel="0%" fill="hold"/>
                                        <p:tgtEl>
                                          <p:spTgt spid="46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2443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4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41" presetID="41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4443" dur="1000" repeatCount="1000" spd="100%" accel="0%" decel="0%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44" dur="1000" repeatCount="1000" spd="100%" accel="0%" decel="0%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45" dur="1000" repeatCount="1000" spd="100%" accel="0%" decel="0%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46" dur="1000" repeatCount="1000" spd="100%" accel="0%" decel="0%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4442" dur="1000" repeatCount="1000" spd="100%" accel="0%" decel="0%" tmFilter="0,0; .5, 1; 1, 1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4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4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4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5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5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52" presetID="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453" dur="2000" repeatCount="1000" spd="100%" accel="0%" decel="0%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54" dur="2000" repeatCount="1000" spd="100%" accel="0%" decel="0%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5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5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57" presetID="4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459" dur="1000" repeatCount="1000" spd="100%" accel="0%" decel="0%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60" dur="1000" repeatCount="1000" spd="100%" accel="0%" decel="0%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4458" dur="1000" repeatCount="1000" spd="100%" accel="0%" decel="0%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6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6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63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6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6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66" presetID="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467" dur="2000" repeatCount="1000" spd="100%" accel="0%" decel="0%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68" dur="2000" repeatCount="1000" spd="100%" accel="0%" decel="0%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69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7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471" presetID="14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randombar(vertical)" transition="in">
                                      <p:cBhvr>
                                        <p:cTn id="24472" dur="1000" repeatCount="1000" spd="100%" accel="0%" decel="0%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7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45"/>
    </p:bldLst>
  </p:timing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480359" y="344800"/>
            <a:ext cx="11518931" cy="757209"/>
            <a:chOff x="478265" y="344880"/>
            <a:chExt cx="11521597" cy="757384"/>
          </a:xfrm>
        </p:grpSpPr>
        <p:grpSp>
          <p:nvGrpSpPr>
            <p:cNvPr name="Group 3" id="3"/>
            <p:cNvGrpSpPr/>
            <p:nvPr/>
          </p:nvGrpSpPr>
          <p:grpSpPr>
            <a:xfrm>
              <a:off x="478265" y="344880"/>
              <a:ext cx="714540" cy="757384"/>
              <a:chOff x="2298564" y="1784885"/>
              <a:chExt cx="3094484" cy="3280036"/>
            </a:xfrm>
          </p:grpSpPr>
          <p:grpSp>
            <p:nvGrpSpPr>
              <p:cNvPr name="Group 4" id="4"/>
              <p:cNvGrpSpPr/>
              <p:nvPr/>
            </p:nvGrpSpPr>
            <p:grpSpPr>
              <a:xfrm rot="5400000">
                <a:off x="2287916" y="1971364"/>
                <a:ext cx="3280036" cy="2907078"/>
                <a:chOff x="3385822" y="2342962"/>
                <a:chExt cx="2463822" cy="2183669"/>
              </a:xfrm>
            </p:grpSpPr>
            <p:sp>
              <p:nvSpPr>
                <p:cNvPr name="Freeform 5" id="5"/>
                <p:cNvSpPr/>
                <p:nvPr/>
              </p:nvSpPr>
              <p:spPr>
                <a:xfrm rot="10800000">
                  <a:off x="3385822" y="2342962"/>
                  <a:ext cx="2463822" cy="218366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/>
                </a:gradFill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" id="6"/>
                <p:cNvSpPr/>
                <p:nvPr/>
              </p:nvSpPr>
              <p:spPr>
                <a:xfrm rot="10800000">
                  <a:off x="3589408" y="2523401"/>
                  <a:ext cx="2056648" cy="18227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rgbClr val="C00000"/>
                </a:solidFill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</p:grpSp>
          <p:sp>
            <p:nvSpPr>
              <p:cNvPr name="TextBox 7" id="7"/>
              <p:cNvSpPr txBox="true"/>
              <p:nvPr/>
            </p:nvSpPr>
            <p:spPr>
              <a:xfrm>
                <a:off x="2298564" y="2445999"/>
                <a:ext cx="3094484" cy="1999353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en-US" b="false" i="false" sz="2400" baseline="0" u="none">
                    <a:solidFill>
                      <a:srgbClr val="C00000"/>
                    </a:solidFill>
                    <a:latin typeface="Microsoft YaHei"/>
                    <a:ea typeface="Microsoft YaHei"/>
                  </a:rPr>
                  <a:t>01</a:t>
                </a:r>
                <a:endParaRPr lang="en-US" sz="1100"/>
              </a:p>
            </p:txBody>
          </p:sp>
        </p:grpSp>
        <p:cxnSp>
          <p:nvCxnSpPr>
            <p:cNvPr name="Connector 8" id="8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9" id="9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C00000"/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10" id="10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AI應用的“黑箱”問題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5652550" y="1539029"/>
            <a:ext cx="5912678" cy="2427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algn="ctr" blurRad="1270000" rotWithShape="false" sx="81000" sy="81000">
              <a:srgbClr val="000000">
                <a:alpha val="26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 flipH="true">
            <a:off x="480359" y="1966542"/>
            <a:ext cx="4996516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AI應用於RCA的過程中，必須避免“黑箱”問題，確保推論過程可追溯。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80359" y="1679751"/>
            <a:ext cx="499651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避免推論不透明</a:t>
            </a:r>
            <a:endParaRPr lang="en-US" sz="1100"/>
          </a:p>
        </p:txBody>
      </p:sp>
      <p:grpSp>
        <p:nvGrpSpPr>
          <p:cNvPr name="Group 14" id="14"/>
          <p:cNvGrpSpPr/>
          <p:nvPr/>
        </p:nvGrpSpPr>
        <p:grpSpPr>
          <a:xfrm>
            <a:off x="7652317" y="4181811"/>
            <a:ext cx="805987" cy="820955"/>
            <a:chOff x="304800" y="673100"/>
            <a:chExt cx="4000500" cy="4000500"/>
          </a:xfrm>
        </p:grpSpPr>
        <p:sp>
          <p:nvSpPr>
            <p:cNvPr name="AutoShape 15" id="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392113" y="760411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4066879" y="4541510"/>
            <a:ext cx="805987" cy="820955"/>
            <a:chOff x="304800" y="673100"/>
            <a:chExt cx="4000500" cy="4000500"/>
          </a:xfrm>
        </p:grpSpPr>
        <p:sp>
          <p:nvSpPr>
            <p:cNvPr name="AutoShape 18" id="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19" id="19"/>
            <p:cNvSpPr/>
            <p:nvPr/>
          </p:nvSpPr>
          <p:spPr>
            <a:xfrm>
              <a:off x="392113" y="760411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7852622" y="4329685"/>
            <a:ext cx="877109" cy="52520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en-US" b="false" i="false" sz="2813" baseline="0" u="none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name="AutoShape 21" id="21"/>
          <p:cNvSpPr/>
          <p:nvPr/>
        </p:nvSpPr>
        <p:spPr>
          <a:xfrm>
            <a:off x="4257852" y="4715140"/>
            <a:ext cx="1095032" cy="52520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en-US" b="false" i="false" sz="2813" baseline="0" u="none">
                <a:solidFill>
                  <a:srgbClr val="C00000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name="AutoShape 22" id="22"/>
          <p:cNvSpPr/>
          <p:nvPr/>
        </p:nvSpPr>
        <p:spPr>
          <a:xfrm flipH="true">
            <a:off x="5864948" y="1965290"/>
            <a:ext cx="5476873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利用檢索增強生成（RAG）技術來引用數據源，增強推論的透明度。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5876925" y="1685019"/>
            <a:ext cx="54768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RAG技術應用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26496" dur="indefinite" repeatCount="1000" spd="100%" accel="0%" decel="0%" restart="never" nodeType="tmRoot">
          <p:childTnLst>
            <p:seq concurrent="true" nextAc="seek">
              <p:cTn id="26497" dur="indefinite" repeatCount="1000" spd="100%" accel="0%" decel="0%" nodeType="mainSeq">
                <p:childTnLst>
                  <p:par>
                    <p:cTn id="26498" repeatCount="1000" spd="100%" accel="0%" decel="0%" fill="hold">
                      <p:stCondLst>
                        <p:cond delay="indefinite"/>
                        <p:cond evt="onBegin" delay="0">
                          <p:tn val="26497"/>
                        </p:cond>
                      </p:stCondLst>
                      <p:childTnLst>
                        <p:par>
                          <p:cTn id="2649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500" presetID="1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501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02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03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#ppt_x+(cos(-2*pi*(1-$))*-#ppt_x-sin(-2*pi*(1-$))*(1-#ppt_y))*(1-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04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+(sin(-2*pi*(1-$))*-#ppt_x+cos(-2*pi*(1-$))*(1-#ppt_y))*(1-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0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0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507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0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0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510" presetID="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511" dur="2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12" dur="2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13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1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515" presetID="21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4)" transition="in">
                                      <p:cBhvr>
                                        <p:cTn id="26516" dur="10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1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1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51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2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2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522" presetID="13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plus(in)" transition="in">
                                      <p:cBhvr>
                                        <p:cTn id="26523" dur="1000" repeatCount="1000" spd="100%" accel="0%" decel="0%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2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2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526" presetID="23" presetClass="entr" presetSubtype="52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527" dur="500" repeatCount="1000" spd="100%" accel="0%" decel="0%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28" dur="500" repeatCount="1000" spd="100%" accel="0%" decel="0%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29" dur="500" repeatCount="1000" spd="100%" accel="0%" decel="0%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30" dur="500" repeatCount="1000" spd="100%" accel="0%" decel="0%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31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AI模型深入分析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337727" y="2105384"/>
            <a:ext cx="3465305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accent2"/>
                </a:solidFill>
                <a:latin typeface="Microsoft YaHei"/>
                <a:ea typeface="Microsoft YaHei"/>
              </a:rPr>
              <a:t>數據中心效率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04951" y="2519898"/>
            <a:ext cx="3255932" cy="1670073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l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分析數據中心效率如何影響服務定價，進行成本優化。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182950" y="1105264"/>
            <a:ext cx="436370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chemeClr val="accent2"/>
                </a:solidFill>
                <a:latin typeface="Microsoft YaHei"/>
                <a:ea typeface="Microsoft YaHei"/>
              </a:rPr>
              <a:t>資源需求優化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597281" y="1452533"/>
            <a:ext cx="3402009" cy="1670073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l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根據不同的資源需求優化儲存和計算成本，提高資源利用率。</a:t>
            </a:r>
          </a:p>
        </p:txBody>
      </p:sp>
      <p:grpSp>
        <p:nvGrpSpPr>
          <p:cNvPr name="Group 13" id="13"/>
          <p:cNvGrpSpPr/>
          <p:nvPr/>
        </p:nvGrpSpPr>
        <p:grpSpPr>
          <a:xfrm>
            <a:off x="530571" y="1443818"/>
            <a:ext cx="10972318" cy="4604557"/>
            <a:chOff x="530571" y="1443818"/>
            <a:chExt cx="10972318" cy="4604557"/>
          </a:xfrm>
        </p:grpSpPr>
        <p:grpSp>
          <p:nvGrpSpPr>
            <p:cNvPr name="Group 14" id="14"/>
            <p:cNvGrpSpPr/>
            <p:nvPr/>
          </p:nvGrpSpPr>
          <p:grpSpPr>
            <a:xfrm>
              <a:off x="3351787" y="2274661"/>
              <a:ext cx="5660572" cy="3773714"/>
              <a:chOff x="3314079" y="2274661"/>
              <a:chExt cx="5660572" cy="3773714"/>
            </a:xfrm>
          </p:grpSpPr>
          <p:sp>
            <p:nvSpPr>
              <p:cNvPr name="AutoShape 15" id="15"/>
              <p:cNvSpPr/>
              <p:nvPr/>
            </p:nvSpPr>
            <p:spPr>
              <a:xfrm>
                <a:off x="4065608" y="2852937"/>
                <a:ext cx="4135120" cy="1867988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16" id="16"/>
              <p:cNvGrpSpPr/>
              <p:nvPr/>
            </p:nvGrpSpPr>
            <p:grpSpPr>
              <a:xfrm>
                <a:off x="4478240" y="3164894"/>
                <a:ext cx="3307514" cy="1369607"/>
                <a:chOff x="232" y="1135"/>
                <a:chExt cx="5250" cy="3012"/>
              </a:xfrm>
              <a:solidFill>
                <a:srgbClr val="FFFFFF"/>
              </a:solidFill>
            </p:grpSpPr>
            <p:sp>
              <p:nvSpPr>
                <p:cNvPr name="Freeform 17" id="17"/>
                <p:cNvSpPr/>
                <p:nvPr/>
              </p:nvSpPr>
              <p:spPr>
                <a:xfrm>
                  <a:off x="1686" y="4104"/>
                  <a:ext cx="45" cy="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38" stroke="true" fill="norm" extrusionOk="true">
                      <a:moveTo>
                        <a:pt x="0" y="30"/>
                      </a:moveTo>
                      <a:lnTo>
                        <a:pt x="10" y="0"/>
                      </a:lnTo>
                      <a:lnTo>
                        <a:pt x="13" y="0"/>
                      </a:lnTo>
                      <a:lnTo>
                        <a:pt x="22" y="12"/>
                      </a:lnTo>
                      <a:lnTo>
                        <a:pt x="40" y="25"/>
                      </a:lnTo>
                      <a:lnTo>
                        <a:pt x="19" y="25"/>
                      </a:lnTo>
                      <a:lnTo>
                        <a:pt x="15" y="37"/>
                      </a:lnTo>
                      <a:lnTo>
                        <a:pt x="0" y="3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" id="18"/>
                <p:cNvSpPr/>
                <p:nvPr/>
              </p:nvSpPr>
              <p:spPr>
                <a:xfrm>
                  <a:off x="1661" y="4098"/>
                  <a:ext cx="40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5" h="38" stroke="true" fill="norm" extrusionOk="true">
                      <a:moveTo>
                        <a:pt x="31" y="5"/>
                      </a:moveTo>
                      <a:lnTo>
                        <a:pt x="21" y="37"/>
                      </a:lnTo>
                      <a:lnTo>
                        <a:pt x="0" y="25"/>
                      </a:lnTo>
                      <a:lnTo>
                        <a:pt x="5" y="7"/>
                      </a:lnTo>
                      <a:lnTo>
                        <a:pt x="14" y="0"/>
                      </a:lnTo>
                      <a:lnTo>
                        <a:pt x="34" y="5"/>
                      </a:lnTo>
                      <a:lnTo>
                        <a:pt x="31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" id="19"/>
                <p:cNvSpPr/>
                <p:nvPr/>
              </p:nvSpPr>
              <p:spPr>
                <a:xfrm>
                  <a:off x="1550" y="3369"/>
                  <a:ext cx="116" cy="75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3" h="674" stroke="true" fill="norm" extrusionOk="true">
                      <a:moveTo>
                        <a:pt x="99" y="623"/>
                      </a:moveTo>
                      <a:lnTo>
                        <a:pt x="56" y="625"/>
                      </a:lnTo>
                      <a:lnTo>
                        <a:pt x="53" y="604"/>
                      </a:lnTo>
                      <a:lnTo>
                        <a:pt x="40" y="597"/>
                      </a:lnTo>
                      <a:lnTo>
                        <a:pt x="38" y="552"/>
                      </a:lnTo>
                      <a:lnTo>
                        <a:pt x="46" y="551"/>
                      </a:lnTo>
                      <a:lnTo>
                        <a:pt x="48" y="538"/>
                      </a:lnTo>
                      <a:lnTo>
                        <a:pt x="49" y="478"/>
                      </a:lnTo>
                      <a:lnTo>
                        <a:pt x="43" y="462"/>
                      </a:lnTo>
                      <a:lnTo>
                        <a:pt x="43" y="438"/>
                      </a:lnTo>
                      <a:lnTo>
                        <a:pt x="38" y="411"/>
                      </a:lnTo>
                      <a:lnTo>
                        <a:pt x="33" y="397"/>
                      </a:lnTo>
                      <a:lnTo>
                        <a:pt x="33" y="385"/>
                      </a:lnTo>
                      <a:lnTo>
                        <a:pt x="44" y="372"/>
                      </a:lnTo>
                      <a:lnTo>
                        <a:pt x="31" y="343"/>
                      </a:lnTo>
                      <a:lnTo>
                        <a:pt x="41" y="326"/>
                      </a:lnTo>
                      <a:lnTo>
                        <a:pt x="48" y="317"/>
                      </a:lnTo>
                      <a:lnTo>
                        <a:pt x="41" y="309"/>
                      </a:lnTo>
                      <a:lnTo>
                        <a:pt x="41" y="287"/>
                      </a:lnTo>
                      <a:lnTo>
                        <a:pt x="49" y="284"/>
                      </a:lnTo>
                      <a:lnTo>
                        <a:pt x="48" y="267"/>
                      </a:lnTo>
                      <a:lnTo>
                        <a:pt x="41" y="265"/>
                      </a:lnTo>
                      <a:lnTo>
                        <a:pt x="40" y="240"/>
                      </a:lnTo>
                      <a:lnTo>
                        <a:pt x="47" y="235"/>
                      </a:lnTo>
                      <a:lnTo>
                        <a:pt x="45" y="222"/>
                      </a:lnTo>
                      <a:lnTo>
                        <a:pt x="42" y="198"/>
                      </a:lnTo>
                      <a:lnTo>
                        <a:pt x="48" y="189"/>
                      </a:lnTo>
                      <a:lnTo>
                        <a:pt x="49" y="175"/>
                      </a:lnTo>
                      <a:lnTo>
                        <a:pt x="59" y="168"/>
                      </a:lnTo>
                      <a:lnTo>
                        <a:pt x="63" y="155"/>
                      </a:lnTo>
                      <a:lnTo>
                        <a:pt x="55" y="144"/>
                      </a:lnTo>
                      <a:lnTo>
                        <a:pt x="64" y="134"/>
                      </a:lnTo>
                      <a:lnTo>
                        <a:pt x="64" y="115"/>
                      </a:lnTo>
                      <a:lnTo>
                        <a:pt x="73" y="112"/>
                      </a:lnTo>
                      <a:lnTo>
                        <a:pt x="74" y="93"/>
                      </a:lnTo>
                      <a:lnTo>
                        <a:pt x="64" y="87"/>
                      </a:lnTo>
                      <a:lnTo>
                        <a:pt x="54" y="67"/>
                      </a:lnTo>
                      <a:lnTo>
                        <a:pt x="54" y="36"/>
                      </a:lnTo>
                      <a:lnTo>
                        <a:pt x="40" y="23"/>
                      </a:lnTo>
                      <a:lnTo>
                        <a:pt x="38" y="8"/>
                      </a:lnTo>
                      <a:lnTo>
                        <a:pt x="31" y="0"/>
                      </a:lnTo>
                      <a:lnTo>
                        <a:pt x="21" y="10"/>
                      </a:lnTo>
                      <a:lnTo>
                        <a:pt x="24" y="31"/>
                      </a:lnTo>
                      <a:lnTo>
                        <a:pt x="28" y="39"/>
                      </a:lnTo>
                      <a:lnTo>
                        <a:pt x="29" y="97"/>
                      </a:lnTo>
                      <a:lnTo>
                        <a:pt x="23" y="104"/>
                      </a:lnTo>
                      <a:lnTo>
                        <a:pt x="23" y="112"/>
                      </a:lnTo>
                      <a:lnTo>
                        <a:pt x="28" y="112"/>
                      </a:lnTo>
                      <a:lnTo>
                        <a:pt x="28" y="147"/>
                      </a:lnTo>
                      <a:lnTo>
                        <a:pt x="24" y="147"/>
                      </a:lnTo>
                      <a:lnTo>
                        <a:pt x="23" y="187"/>
                      </a:lnTo>
                      <a:lnTo>
                        <a:pt x="13" y="187"/>
                      </a:lnTo>
                      <a:lnTo>
                        <a:pt x="18" y="196"/>
                      </a:lnTo>
                      <a:lnTo>
                        <a:pt x="14" y="216"/>
                      </a:lnTo>
                      <a:lnTo>
                        <a:pt x="11" y="266"/>
                      </a:lnTo>
                      <a:lnTo>
                        <a:pt x="15" y="268"/>
                      </a:lnTo>
                      <a:lnTo>
                        <a:pt x="9" y="330"/>
                      </a:lnTo>
                      <a:lnTo>
                        <a:pt x="4" y="340"/>
                      </a:lnTo>
                      <a:lnTo>
                        <a:pt x="0" y="346"/>
                      </a:lnTo>
                      <a:lnTo>
                        <a:pt x="11" y="437"/>
                      </a:lnTo>
                      <a:lnTo>
                        <a:pt x="5" y="451"/>
                      </a:lnTo>
                      <a:lnTo>
                        <a:pt x="15" y="451"/>
                      </a:lnTo>
                      <a:lnTo>
                        <a:pt x="18" y="454"/>
                      </a:lnTo>
                      <a:lnTo>
                        <a:pt x="20" y="499"/>
                      </a:lnTo>
                      <a:lnTo>
                        <a:pt x="14" y="512"/>
                      </a:lnTo>
                      <a:lnTo>
                        <a:pt x="13" y="535"/>
                      </a:lnTo>
                      <a:lnTo>
                        <a:pt x="23" y="540"/>
                      </a:lnTo>
                      <a:lnTo>
                        <a:pt x="13" y="566"/>
                      </a:lnTo>
                      <a:lnTo>
                        <a:pt x="20" y="592"/>
                      </a:lnTo>
                      <a:lnTo>
                        <a:pt x="28" y="605"/>
                      </a:lnTo>
                      <a:lnTo>
                        <a:pt x="38" y="610"/>
                      </a:lnTo>
                      <a:lnTo>
                        <a:pt x="40" y="625"/>
                      </a:lnTo>
                      <a:lnTo>
                        <a:pt x="44" y="632"/>
                      </a:lnTo>
                      <a:lnTo>
                        <a:pt x="54" y="637"/>
                      </a:lnTo>
                      <a:lnTo>
                        <a:pt x="59" y="647"/>
                      </a:lnTo>
                      <a:lnTo>
                        <a:pt x="72" y="654"/>
                      </a:lnTo>
                      <a:lnTo>
                        <a:pt x="80" y="662"/>
                      </a:lnTo>
                      <a:lnTo>
                        <a:pt x="87" y="673"/>
                      </a:lnTo>
                      <a:lnTo>
                        <a:pt x="91" y="656"/>
                      </a:lnTo>
                      <a:lnTo>
                        <a:pt x="102" y="650"/>
                      </a:lnTo>
                      <a:lnTo>
                        <a:pt x="99" y="62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" id="20"/>
                <p:cNvSpPr/>
                <p:nvPr/>
              </p:nvSpPr>
              <p:spPr>
                <a:xfrm>
                  <a:off x="1513" y="2667"/>
                  <a:ext cx="48" cy="4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3" h="41" stroke="true" fill="norm" extrusionOk="true">
                      <a:moveTo>
                        <a:pt x="32" y="1"/>
                      </a:moveTo>
                      <a:lnTo>
                        <a:pt x="26" y="14"/>
                      </a:lnTo>
                      <a:lnTo>
                        <a:pt x="32" y="21"/>
                      </a:lnTo>
                      <a:lnTo>
                        <a:pt x="23" y="26"/>
                      </a:lnTo>
                      <a:lnTo>
                        <a:pt x="0" y="26"/>
                      </a:lnTo>
                      <a:lnTo>
                        <a:pt x="3" y="37"/>
                      </a:lnTo>
                      <a:lnTo>
                        <a:pt x="21" y="38"/>
                      </a:lnTo>
                      <a:lnTo>
                        <a:pt x="37" y="40"/>
                      </a:lnTo>
                      <a:lnTo>
                        <a:pt x="42" y="29"/>
                      </a:lnTo>
                      <a:lnTo>
                        <a:pt x="42" y="8"/>
                      </a:lnTo>
                      <a:lnTo>
                        <a:pt x="42" y="0"/>
                      </a:lnTo>
                      <a:lnTo>
                        <a:pt x="32" y="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" id="21"/>
                <p:cNvSpPr/>
                <p:nvPr/>
              </p:nvSpPr>
              <p:spPr>
                <a:xfrm>
                  <a:off x="857" y="2422"/>
                  <a:ext cx="462" cy="3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2" h="312" stroke="true" fill="norm" extrusionOk="true">
                      <a:moveTo>
                        <a:pt x="265" y="119"/>
                      </a:moveTo>
                      <a:lnTo>
                        <a:pt x="245" y="119"/>
                      </a:lnTo>
                      <a:lnTo>
                        <a:pt x="241" y="99"/>
                      </a:lnTo>
                      <a:lnTo>
                        <a:pt x="229" y="93"/>
                      </a:lnTo>
                      <a:lnTo>
                        <a:pt x="225" y="72"/>
                      </a:lnTo>
                      <a:lnTo>
                        <a:pt x="216" y="60"/>
                      </a:lnTo>
                      <a:lnTo>
                        <a:pt x="201" y="49"/>
                      </a:lnTo>
                      <a:lnTo>
                        <a:pt x="196" y="70"/>
                      </a:lnTo>
                      <a:lnTo>
                        <a:pt x="181" y="70"/>
                      </a:lnTo>
                      <a:lnTo>
                        <a:pt x="174" y="45"/>
                      </a:lnTo>
                      <a:lnTo>
                        <a:pt x="165" y="43"/>
                      </a:lnTo>
                      <a:lnTo>
                        <a:pt x="164" y="29"/>
                      </a:lnTo>
                      <a:lnTo>
                        <a:pt x="152" y="26"/>
                      </a:lnTo>
                      <a:lnTo>
                        <a:pt x="147" y="11"/>
                      </a:lnTo>
                      <a:lnTo>
                        <a:pt x="137" y="19"/>
                      </a:lnTo>
                      <a:lnTo>
                        <a:pt x="125" y="20"/>
                      </a:lnTo>
                      <a:lnTo>
                        <a:pt x="122" y="29"/>
                      </a:lnTo>
                      <a:lnTo>
                        <a:pt x="101" y="29"/>
                      </a:lnTo>
                      <a:lnTo>
                        <a:pt x="85" y="36"/>
                      </a:lnTo>
                      <a:lnTo>
                        <a:pt x="63" y="31"/>
                      </a:lnTo>
                      <a:lnTo>
                        <a:pt x="47" y="15"/>
                      </a:lnTo>
                      <a:lnTo>
                        <a:pt x="35" y="11"/>
                      </a:lnTo>
                      <a:lnTo>
                        <a:pt x="31" y="2"/>
                      </a:lnTo>
                      <a:lnTo>
                        <a:pt x="0" y="0"/>
                      </a:lnTo>
                      <a:lnTo>
                        <a:pt x="3" y="37"/>
                      </a:lnTo>
                      <a:lnTo>
                        <a:pt x="16" y="53"/>
                      </a:lnTo>
                      <a:lnTo>
                        <a:pt x="29" y="73"/>
                      </a:lnTo>
                      <a:lnTo>
                        <a:pt x="25" y="87"/>
                      </a:lnTo>
                      <a:lnTo>
                        <a:pt x="17" y="92"/>
                      </a:lnTo>
                      <a:lnTo>
                        <a:pt x="41" y="110"/>
                      </a:lnTo>
                      <a:lnTo>
                        <a:pt x="57" y="123"/>
                      </a:lnTo>
                      <a:lnTo>
                        <a:pt x="59" y="146"/>
                      </a:lnTo>
                      <a:lnTo>
                        <a:pt x="87" y="177"/>
                      </a:lnTo>
                      <a:lnTo>
                        <a:pt x="98" y="177"/>
                      </a:lnTo>
                      <a:lnTo>
                        <a:pt x="91" y="154"/>
                      </a:lnTo>
                      <a:lnTo>
                        <a:pt x="78" y="129"/>
                      </a:lnTo>
                      <a:lnTo>
                        <a:pt x="69" y="105"/>
                      </a:lnTo>
                      <a:lnTo>
                        <a:pt x="51" y="83"/>
                      </a:lnTo>
                      <a:lnTo>
                        <a:pt x="40" y="63"/>
                      </a:lnTo>
                      <a:lnTo>
                        <a:pt x="31" y="45"/>
                      </a:lnTo>
                      <a:lnTo>
                        <a:pt x="31" y="22"/>
                      </a:lnTo>
                      <a:lnTo>
                        <a:pt x="41" y="28"/>
                      </a:lnTo>
                      <a:lnTo>
                        <a:pt x="52" y="40"/>
                      </a:lnTo>
                      <a:lnTo>
                        <a:pt x="64" y="49"/>
                      </a:lnTo>
                      <a:lnTo>
                        <a:pt x="66" y="76"/>
                      </a:lnTo>
                      <a:lnTo>
                        <a:pt x="78" y="88"/>
                      </a:lnTo>
                      <a:lnTo>
                        <a:pt x="89" y="106"/>
                      </a:lnTo>
                      <a:lnTo>
                        <a:pt x="97" y="112"/>
                      </a:lnTo>
                      <a:lnTo>
                        <a:pt x="96" y="127"/>
                      </a:lnTo>
                      <a:lnTo>
                        <a:pt x="110" y="132"/>
                      </a:lnTo>
                      <a:lnTo>
                        <a:pt x="111" y="150"/>
                      </a:lnTo>
                      <a:lnTo>
                        <a:pt x="129" y="158"/>
                      </a:lnTo>
                      <a:lnTo>
                        <a:pt x="129" y="171"/>
                      </a:lnTo>
                      <a:lnTo>
                        <a:pt x="140" y="172"/>
                      </a:lnTo>
                      <a:lnTo>
                        <a:pt x="141" y="190"/>
                      </a:lnTo>
                      <a:lnTo>
                        <a:pt x="147" y="207"/>
                      </a:lnTo>
                      <a:lnTo>
                        <a:pt x="142" y="222"/>
                      </a:lnTo>
                      <a:lnTo>
                        <a:pt x="156" y="230"/>
                      </a:lnTo>
                      <a:lnTo>
                        <a:pt x="235" y="282"/>
                      </a:lnTo>
                      <a:lnTo>
                        <a:pt x="275" y="295"/>
                      </a:lnTo>
                      <a:lnTo>
                        <a:pt x="288" y="286"/>
                      </a:lnTo>
                      <a:lnTo>
                        <a:pt x="299" y="291"/>
                      </a:lnTo>
                      <a:lnTo>
                        <a:pt x="316" y="297"/>
                      </a:lnTo>
                      <a:lnTo>
                        <a:pt x="327" y="311"/>
                      </a:lnTo>
                      <a:lnTo>
                        <a:pt x="333" y="293"/>
                      </a:lnTo>
                      <a:lnTo>
                        <a:pt x="346" y="290"/>
                      </a:lnTo>
                      <a:lnTo>
                        <a:pt x="348" y="272"/>
                      </a:lnTo>
                      <a:lnTo>
                        <a:pt x="370" y="263"/>
                      </a:lnTo>
                      <a:lnTo>
                        <a:pt x="378" y="260"/>
                      </a:lnTo>
                      <a:lnTo>
                        <a:pt x="396" y="250"/>
                      </a:lnTo>
                      <a:lnTo>
                        <a:pt x="406" y="237"/>
                      </a:lnTo>
                      <a:lnTo>
                        <a:pt x="405" y="218"/>
                      </a:lnTo>
                      <a:lnTo>
                        <a:pt x="411" y="214"/>
                      </a:lnTo>
                      <a:lnTo>
                        <a:pt x="408" y="200"/>
                      </a:lnTo>
                      <a:lnTo>
                        <a:pt x="375" y="197"/>
                      </a:lnTo>
                      <a:lnTo>
                        <a:pt x="362" y="208"/>
                      </a:lnTo>
                      <a:lnTo>
                        <a:pt x="347" y="238"/>
                      </a:lnTo>
                      <a:lnTo>
                        <a:pt x="325" y="245"/>
                      </a:lnTo>
                      <a:lnTo>
                        <a:pt x="293" y="246"/>
                      </a:lnTo>
                      <a:lnTo>
                        <a:pt x="269" y="229"/>
                      </a:lnTo>
                      <a:lnTo>
                        <a:pt x="262" y="188"/>
                      </a:lnTo>
                      <a:lnTo>
                        <a:pt x="254" y="160"/>
                      </a:lnTo>
                      <a:lnTo>
                        <a:pt x="261" y="139"/>
                      </a:lnTo>
                      <a:lnTo>
                        <a:pt x="265" y="1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" id="22"/>
                <p:cNvSpPr/>
                <p:nvPr/>
              </p:nvSpPr>
              <p:spPr>
                <a:xfrm>
                  <a:off x="1261" y="2747"/>
                  <a:ext cx="110" cy="5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8" h="49" stroke="true" fill="norm" extrusionOk="true">
                      <a:moveTo>
                        <a:pt x="15" y="8"/>
                      </a:moveTo>
                      <a:lnTo>
                        <a:pt x="13" y="20"/>
                      </a:lnTo>
                      <a:lnTo>
                        <a:pt x="3" y="20"/>
                      </a:lnTo>
                      <a:lnTo>
                        <a:pt x="0" y="34"/>
                      </a:lnTo>
                      <a:lnTo>
                        <a:pt x="11" y="29"/>
                      </a:lnTo>
                      <a:lnTo>
                        <a:pt x="27" y="29"/>
                      </a:lnTo>
                      <a:lnTo>
                        <a:pt x="29" y="48"/>
                      </a:lnTo>
                      <a:lnTo>
                        <a:pt x="42" y="40"/>
                      </a:lnTo>
                      <a:lnTo>
                        <a:pt x="61" y="40"/>
                      </a:lnTo>
                      <a:lnTo>
                        <a:pt x="66" y="25"/>
                      </a:lnTo>
                      <a:lnTo>
                        <a:pt x="88" y="25"/>
                      </a:lnTo>
                      <a:lnTo>
                        <a:pt x="97" y="14"/>
                      </a:lnTo>
                      <a:lnTo>
                        <a:pt x="82" y="10"/>
                      </a:lnTo>
                      <a:lnTo>
                        <a:pt x="73" y="1"/>
                      </a:lnTo>
                      <a:lnTo>
                        <a:pt x="50" y="1"/>
                      </a:lnTo>
                      <a:lnTo>
                        <a:pt x="40" y="8"/>
                      </a:lnTo>
                      <a:lnTo>
                        <a:pt x="35" y="0"/>
                      </a:lnTo>
                      <a:lnTo>
                        <a:pt x="24" y="7"/>
                      </a:lnTo>
                      <a:lnTo>
                        <a:pt x="15" y="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" id="23"/>
                <p:cNvSpPr/>
                <p:nvPr/>
              </p:nvSpPr>
              <p:spPr>
                <a:xfrm>
                  <a:off x="1293" y="2775"/>
                  <a:ext cx="74" cy="7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6" h="63" stroke="true" fill="norm" extrusionOk="true">
                      <a:moveTo>
                        <a:pt x="60" y="0"/>
                      </a:moveTo>
                      <a:lnTo>
                        <a:pt x="38" y="0"/>
                      </a:lnTo>
                      <a:lnTo>
                        <a:pt x="33" y="14"/>
                      </a:lnTo>
                      <a:lnTo>
                        <a:pt x="14" y="15"/>
                      </a:lnTo>
                      <a:lnTo>
                        <a:pt x="0" y="23"/>
                      </a:lnTo>
                      <a:lnTo>
                        <a:pt x="8" y="31"/>
                      </a:lnTo>
                      <a:lnTo>
                        <a:pt x="15" y="49"/>
                      </a:lnTo>
                      <a:lnTo>
                        <a:pt x="25" y="60"/>
                      </a:lnTo>
                      <a:lnTo>
                        <a:pt x="56" y="62"/>
                      </a:lnTo>
                      <a:lnTo>
                        <a:pt x="60" y="18"/>
                      </a:lnTo>
                      <a:lnTo>
                        <a:pt x="65" y="7"/>
                      </a:lnTo>
                      <a:lnTo>
                        <a:pt x="6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" id="24"/>
                <p:cNvSpPr/>
                <p:nvPr/>
              </p:nvSpPr>
              <p:spPr>
                <a:xfrm>
                  <a:off x="1585" y="3454"/>
                  <a:ext cx="272" cy="61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43" h="550" stroke="true" fill="norm" extrusionOk="true">
                      <a:moveTo>
                        <a:pt x="44" y="19"/>
                      </a:moveTo>
                      <a:lnTo>
                        <a:pt x="53" y="0"/>
                      </a:lnTo>
                      <a:lnTo>
                        <a:pt x="67" y="11"/>
                      </a:lnTo>
                      <a:lnTo>
                        <a:pt x="84" y="17"/>
                      </a:lnTo>
                      <a:lnTo>
                        <a:pt x="101" y="3"/>
                      </a:lnTo>
                      <a:lnTo>
                        <a:pt x="110" y="13"/>
                      </a:lnTo>
                      <a:lnTo>
                        <a:pt x="124" y="19"/>
                      </a:lnTo>
                      <a:lnTo>
                        <a:pt x="128" y="26"/>
                      </a:lnTo>
                      <a:lnTo>
                        <a:pt x="137" y="30"/>
                      </a:lnTo>
                      <a:lnTo>
                        <a:pt x="145" y="37"/>
                      </a:lnTo>
                      <a:lnTo>
                        <a:pt x="149" y="47"/>
                      </a:lnTo>
                      <a:lnTo>
                        <a:pt x="170" y="49"/>
                      </a:lnTo>
                      <a:lnTo>
                        <a:pt x="174" y="52"/>
                      </a:lnTo>
                      <a:lnTo>
                        <a:pt x="179" y="57"/>
                      </a:lnTo>
                      <a:lnTo>
                        <a:pt x="173" y="78"/>
                      </a:lnTo>
                      <a:lnTo>
                        <a:pt x="170" y="92"/>
                      </a:lnTo>
                      <a:lnTo>
                        <a:pt x="215" y="92"/>
                      </a:lnTo>
                      <a:lnTo>
                        <a:pt x="216" y="85"/>
                      </a:lnTo>
                      <a:lnTo>
                        <a:pt x="225" y="79"/>
                      </a:lnTo>
                      <a:lnTo>
                        <a:pt x="232" y="67"/>
                      </a:lnTo>
                      <a:lnTo>
                        <a:pt x="234" y="82"/>
                      </a:lnTo>
                      <a:lnTo>
                        <a:pt x="241" y="82"/>
                      </a:lnTo>
                      <a:lnTo>
                        <a:pt x="242" y="94"/>
                      </a:lnTo>
                      <a:lnTo>
                        <a:pt x="231" y="96"/>
                      </a:lnTo>
                      <a:lnTo>
                        <a:pt x="223" y="106"/>
                      </a:lnTo>
                      <a:lnTo>
                        <a:pt x="217" y="108"/>
                      </a:lnTo>
                      <a:lnTo>
                        <a:pt x="209" y="119"/>
                      </a:lnTo>
                      <a:lnTo>
                        <a:pt x="201" y="128"/>
                      </a:lnTo>
                      <a:lnTo>
                        <a:pt x="195" y="139"/>
                      </a:lnTo>
                      <a:lnTo>
                        <a:pt x="188" y="149"/>
                      </a:lnTo>
                      <a:lnTo>
                        <a:pt x="179" y="163"/>
                      </a:lnTo>
                      <a:lnTo>
                        <a:pt x="177" y="179"/>
                      </a:lnTo>
                      <a:lnTo>
                        <a:pt x="179" y="202"/>
                      </a:lnTo>
                      <a:lnTo>
                        <a:pt x="183" y="219"/>
                      </a:lnTo>
                      <a:lnTo>
                        <a:pt x="189" y="216"/>
                      </a:lnTo>
                      <a:lnTo>
                        <a:pt x="189" y="224"/>
                      </a:lnTo>
                      <a:lnTo>
                        <a:pt x="195" y="227"/>
                      </a:lnTo>
                      <a:lnTo>
                        <a:pt x="204" y="228"/>
                      </a:lnTo>
                      <a:lnTo>
                        <a:pt x="204" y="249"/>
                      </a:lnTo>
                      <a:lnTo>
                        <a:pt x="212" y="252"/>
                      </a:lnTo>
                      <a:lnTo>
                        <a:pt x="210" y="271"/>
                      </a:lnTo>
                      <a:lnTo>
                        <a:pt x="201" y="277"/>
                      </a:lnTo>
                      <a:lnTo>
                        <a:pt x="189" y="279"/>
                      </a:lnTo>
                      <a:lnTo>
                        <a:pt x="185" y="289"/>
                      </a:lnTo>
                      <a:lnTo>
                        <a:pt x="178" y="290"/>
                      </a:lnTo>
                      <a:lnTo>
                        <a:pt x="151" y="295"/>
                      </a:lnTo>
                      <a:lnTo>
                        <a:pt x="141" y="296"/>
                      </a:lnTo>
                      <a:lnTo>
                        <a:pt x="138" y="301"/>
                      </a:lnTo>
                      <a:lnTo>
                        <a:pt x="141" y="316"/>
                      </a:lnTo>
                      <a:lnTo>
                        <a:pt x="141" y="336"/>
                      </a:lnTo>
                      <a:lnTo>
                        <a:pt x="127" y="341"/>
                      </a:lnTo>
                      <a:lnTo>
                        <a:pt x="104" y="329"/>
                      </a:lnTo>
                      <a:lnTo>
                        <a:pt x="101" y="344"/>
                      </a:lnTo>
                      <a:lnTo>
                        <a:pt x="112" y="352"/>
                      </a:lnTo>
                      <a:lnTo>
                        <a:pt x="116" y="362"/>
                      </a:lnTo>
                      <a:lnTo>
                        <a:pt x="119" y="374"/>
                      </a:lnTo>
                      <a:lnTo>
                        <a:pt x="113" y="380"/>
                      </a:lnTo>
                      <a:lnTo>
                        <a:pt x="107" y="388"/>
                      </a:lnTo>
                      <a:lnTo>
                        <a:pt x="101" y="407"/>
                      </a:lnTo>
                      <a:lnTo>
                        <a:pt x="93" y="410"/>
                      </a:lnTo>
                      <a:lnTo>
                        <a:pt x="91" y="418"/>
                      </a:lnTo>
                      <a:lnTo>
                        <a:pt x="81" y="421"/>
                      </a:lnTo>
                      <a:lnTo>
                        <a:pt x="79" y="441"/>
                      </a:lnTo>
                      <a:lnTo>
                        <a:pt x="101" y="450"/>
                      </a:lnTo>
                      <a:lnTo>
                        <a:pt x="101" y="460"/>
                      </a:lnTo>
                      <a:lnTo>
                        <a:pt x="101" y="469"/>
                      </a:lnTo>
                      <a:lnTo>
                        <a:pt x="93" y="475"/>
                      </a:lnTo>
                      <a:lnTo>
                        <a:pt x="87" y="483"/>
                      </a:lnTo>
                      <a:lnTo>
                        <a:pt x="88" y="507"/>
                      </a:lnTo>
                      <a:lnTo>
                        <a:pt x="77" y="510"/>
                      </a:lnTo>
                      <a:lnTo>
                        <a:pt x="69" y="516"/>
                      </a:lnTo>
                      <a:lnTo>
                        <a:pt x="70" y="529"/>
                      </a:lnTo>
                      <a:lnTo>
                        <a:pt x="69" y="547"/>
                      </a:lnTo>
                      <a:lnTo>
                        <a:pt x="25" y="549"/>
                      </a:lnTo>
                      <a:lnTo>
                        <a:pt x="22" y="529"/>
                      </a:lnTo>
                      <a:lnTo>
                        <a:pt x="9" y="522"/>
                      </a:lnTo>
                      <a:lnTo>
                        <a:pt x="7" y="477"/>
                      </a:lnTo>
                      <a:lnTo>
                        <a:pt x="15" y="475"/>
                      </a:lnTo>
                      <a:lnTo>
                        <a:pt x="18" y="463"/>
                      </a:lnTo>
                      <a:lnTo>
                        <a:pt x="19" y="402"/>
                      </a:lnTo>
                      <a:lnTo>
                        <a:pt x="13" y="386"/>
                      </a:lnTo>
                      <a:lnTo>
                        <a:pt x="12" y="363"/>
                      </a:lnTo>
                      <a:lnTo>
                        <a:pt x="8" y="336"/>
                      </a:lnTo>
                      <a:lnTo>
                        <a:pt x="2" y="322"/>
                      </a:lnTo>
                      <a:lnTo>
                        <a:pt x="3" y="310"/>
                      </a:lnTo>
                      <a:lnTo>
                        <a:pt x="14" y="297"/>
                      </a:lnTo>
                      <a:lnTo>
                        <a:pt x="0" y="268"/>
                      </a:lnTo>
                      <a:lnTo>
                        <a:pt x="10" y="251"/>
                      </a:lnTo>
                      <a:lnTo>
                        <a:pt x="17" y="241"/>
                      </a:lnTo>
                      <a:lnTo>
                        <a:pt x="10" y="234"/>
                      </a:lnTo>
                      <a:lnTo>
                        <a:pt x="10" y="212"/>
                      </a:lnTo>
                      <a:lnTo>
                        <a:pt x="19" y="209"/>
                      </a:lnTo>
                      <a:lnTo>
                        <a:pt x="17" y="192"/>
                      </a:lnTo>
                      <a:lnTo>
                        <a:pt x="10" y="190"/>
                      </a:lnTo>
                      <a:lnTo>
                        <a:pt x="9" y="165"/>
                      </a:lnTo>
                      <a:lnTo>
                        <a:pt x="16" y="160"/>
                      </a:lnTo>
                      <a:lnTo>
                        <a:pt x="14" y="147"/>
                      </a:lnTo>
                      <a:lnTo>
                        <a:pt x="11" y="123"/>
                      </a:lnTo>
                      <a:lnTo>
                        <a:pt x="17" y="114"/>
                      </a:lnTo>
                      <a:lnTo>
                        <a:pt x="19" y="100"/>
                      </a:lnTo>
                      <a:lnTo>
                        <a:pt x="28" y="93"/>
                      </a:lnTo>
                      <a:lnTo>
                        <a:pt x="32" y="80"/>
                      </a:lnTo>
                      <a:lnTo>
                        <a:pt x="25" y="69"/>
                      </a:lnTo>
                      <a:lnTo>
                        <a:pt x="33" y="59"/>
                      </a:lnTo>
                      <a:lnTo>
                        <a:pt x="34" y="40"/>
                      </a:lnTo>
                      <a:lnTo>
                        <a:pt x="42" y="37"/>
                      </a:lnTo>
                      <a:lnTo>
                        <a:pt x="44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" id="25"/>
                <p:cNvSpPr/>
                <p:nvPr/>
              </p:nvSpPr>
              <p:spPr>
                <a:xfrm>
                  <a:off x="1698" y="3398"/>
                  <a:ext cx="147" cy="16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2" h="142" stroke="true" fill="norm" extrusionOk="true">
                      <a:moveTo>
                        <a:pt x="23" y="68"/>
                      </a:moveTo>
                      <a:lnTo>
                        <a:pt x="27" y="75"/>
                      </a:lnTo>
                      <a:lnTo>
                        <a:pt x="36" y="79"/>
                      </a:lnTo>
                      <a:lnTo>
                        <a:pt x="44" y="86"/>
                      </a:lnTo>
                      <a:lnTo>
                        <a:pt x="48" y="95"/>
                      </a:lnTo>
                      <a:lnTo>
                        <a:pt x="69" y="98"/>
                      </a:lnTo>
                      <a:lnTo>
                        <a:pt x="74" y="100"/>
                      </a:lnTo>
                      <a:lnTo>
                        <a:pt x="78" y="106"/>
                      </a:lnTo>
                      <a:lnTo>
                        <a:pt x="73" y="127"/>
                      </a:lnTo>
                      <a:lnTo>
                        <a:pt x="69" y="140"/>
                      </a:lnTo>
                      <a:lnTo>
                        <a:pt x="114" y="141"/>
                      </a:lnTo>
                      <a:lnTo>
                        <a:pt x="115" y="133"/>
                      </a:lnTo>
                      <a:lnTo>
                        <a:pt x="124" y="127"/>
                      </a:lnTo>
                      <a:lnTo>
                        <a:pt x="131" y="116"/>
                      </a:lnTo>
                      <a:lnTo>
                        <a:pt x="128" y="112"/>
                      </a:lnTo>
                      <a:lnTo>
                        <a:pt x="126" y="75"/>
                      </a:lnTo>
                      <a:lnTo>
                        <a:pt x="114" y="74"/>
                      </a:lnTo>
                      <a:lnTo>
                        <a:pt x="112" y="57"/>
                      </a:lnTo>
                      <a:lnTo>
                        <a:pt x="99" y="57"/>
                      </a:lnTo>
                      <a:lnTo>
                        <a:pt x="91" y="53"/>
                      </a:lnTo>
                      <a:lnTo>
                        <a:pt x="88" y="46"/>
                      </a:lnTo>
                      <a:lnTo>
                        <a:pt x="74" y="43"/>
                      </a:lnTo>
                      <a:lnTo>
                        <a:pt x="74" y="31"/>
                      </a:lnTo>
                      <a:lnTo>
                        <a:pt x="63" y="28"/>
                      </a:lnTo>
                      <a:lnTo>
                        <a:pt x="62" y="17"/>
                      </a:lnTo>
                      <a:lnTo>
                        <a:pt x="55" y="6"/>
                      </a:lnTo>
                      <a:lnTo>
                        <a:pt x="38" y="0"/>
                      </a:lnTo>
                      <a:lnTo>
                        <a:pt x="27" y="8"/>
                      </a:lnTo>
                      <a:lnTo>
                        <a:pt x="11" y="15"/>
                      </a:lnTo>
                      <a:lnTo>
                        <a:pt x="6" y="28"/>
                      </a:lnTo>
                      <a:lnTo>
                        <a:pt x="0" y="52"/>
                      </a:lnTo>
                      <a:lnTo>
                        <a:pt x="9" y="62"/>
                      </a:lnTo>
                      <a:lnTo>
                        <a:pt x="23" y="6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6" id="26"/>
                <p:cNvSpPr/>
                <p:nvPr/>
              </p:nvSpPr>
              <p:spPr>
                <a:xfrm>
                  <a:off x="1449" y="2694"/>
                  <a:ext cx="39" cy="2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4" h="18" stroke="true" fill="norm" extrusionOk="true">
                      <a:moveTo>
                        <a:pt x="8" y="0"/>
                      </a:moveTo>
                      <a:lnTo>
                        <a:pt x="19" y="0"/>
                      </a:lnTo>
                      <a:lnTo>
                        <a:pt x="33" y="6"/>
                      </a:lnTo>
                      <a:lnTo>
                        <a:pt x="29" y="16"/>
                      </a:lnTo>
                      <a:lnTo>
                        <a:pt x="11" y="17"/>
                      </a:lnTo>
                      <a:lnTo>
                        <a:pt x="0" y="9"/>
                      </a:lnTo>
                      <a:lnTo>
                        <a:pt x="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7" id="27"/>
                <p:cNvSpPr/>
                <p:nvPr/>
              </p:nvSpPr>
              <p:spPr>
                <a:xfrm>
                  <a:off x="1552" y="2667"/>
                  <a:ext cx="65" cy="4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7" h="41" stroke="true" fill="norm" extrusionOk="true">
                      <a:moveTo>
                        <a:pt x="0" y="40"/>
                      </a:moveTo>
                      <a:lnTo>
                        <a:pt x="5" y="29"/>
                      </a:lnTo>
                      <a:lnTo>
                        <a:pt x="5" y="8"/>
                      </a:lnTo>
                      <a:lnTo>
                        <a:pt x="5" y="0"/>
                      </a:lnTo>
                      <a:lnTo>
                        <a:pt x="18" y="2"/>
                      </a:lnTo>
                      <a:lnTo>
                        <a:pt x="23" y="9"/>
                      </a:lnTo>
                      <a:lnTo>
                        <a:pt x="29" y="11"/>
                      </a:lnTo>
                      <a:lnTo>
                        <a:pt x="36" y="11"/>
                      </a:lnTo>
                      <a:lnTo>
                        <a:pt x="39" y="20"/>
                      </a:lnTo>
                      <a:lnTo>
                        <a:pt x="47" y="24"/>
                      </a:lnTo>
                      <a:lnTo>
                        <a:pt x="56" y="31"/>
                      </a:lnTo>
                      <a:lnTo>
                        <a:pt x="53" y="37"/>
                      </a:lnTo>
                      <a:lnTo>
                        <a:pt x="40" y="38"/>
                      </a:lnTo>
                      <a:lnTo>
                        <a:pt x="18" y="37"/>
                      </a:lnTo>
                      <a:lnTo>
                        <a:pt x="0" y="4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8" id="28"/>
                <p:cNvSpPr/>
                <p:nvPr/>
              </p:nvSpPr>
              <p:spPr>
                <a:xfrm>
                  <a:off x="1628" y="2697"/>
                  <a:ext cx="26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3" h="16" stroke="true" fill="norm" extrusionOk="true">
                      <a:moveTo>
                        <a:pt x="8" y="2"/>
                      </a:moveTo>
                      <a:lnTo>
                        <a:pt x="0" y="7"/>
                      </a:lnTo>
                      <a:lnTo>
                        <a:pt x="6" y="11"/>
                      </a:lnTo>
                      <a:lnTo>
                        <a:pt x="14" y="15"/>
                      </a:lnTo>
                      <a:lnTo>
                        <a:pt x="22" y="11"/>
                      </a:lnTo>
                      <a:lnTo>
                        <a:pt x="22" y="0"/>
                      </a:lnTo>
                      <a:lnTo>
                        <a:pt x="8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9" id="29"/>
                <p:cNvSpPr/>
                <p:nvPr/>
              </p:nvSpPr>
              <p:spPr>
                <a:xfrm>
                  <a:off x="1223" y="2715"/>
                  <a:ext cx="56" cy="7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0" h="63" stroke="true" fill="norm" extrusionOk="true">
                      <a:moveTo>
                        <a:pt x="0" y="49"/>
                      </a:moveTo>
                      <a:lnTo>
                        <a:pt x="6" y="31"/>
                      </a:lnTo>
                      <a:lnTo>
                        <a:pt x="19" y="28"/>
                      </a:lnTo>
                      <a:lnTo>
                        <a:pt x="21" y="9"/>
                      </a:lnTo>
                      <a:lnTo>
                        <a:pt x="43" y="0"/>
                      </a:lnTo>
                      <a:lnTo>
                        <a:pt x="41" y="20"/>
                      </a:lnTo>
                      <a:lnTo>
                        <a:pt x="41" y="34"/>
                      </a:lnTo>
                      <a:lnTo>
                        <a:pt x="49" y="35"/>
                      </a:lnTo>
                      <a:lnTo>
                        <a:pt x="47" y="48"/>
                      </a:lnTo>
                      <a:lnTo>
                        <a:pt x="37" y="48"/>
                      </a:lnTo>
                      <a:lnTo>
                        <a:pt x="34" y="62"/>
                      </a:lnTo>
                      <a:lnTo>
                        <a:pt x="14" y="61"/>
                      </a:lnTo>
                      <a:lnTo>
                        <a:pt x="0" y="4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0" id="30"/>
                <p:cNvSpPr/>
                <p:nvPr/>
              </p:nvSpPr>
              <p:spPr>
                <a:xfrm>
                  <a:off x="1395" y="3076"/>
                  <a:ext cx="207" cy="30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5" h="274" stroke="true" fill="norm" extrusionOk="true">
                      <a:moveTo>
                        <a:pt x="149" y="12"/>
                      </a:moveTo>
                      <a:lnTo>
                        <a:pt x="136" y="3"/>
                      </a:lnTo>
                      <a:lnTo>
                        <a:pt x="111" y="0"/>
                      </a:lnTo>
                      <a:lnTo>
                        <a:pt x="103" y="10"/>
                      </a:lnTo>
                      <a:lnTo>
                        <a:pt x="62" y="29"/>
                      </a:lnTo>
                      <a:lnTo>
                        <a:pt x="42" y="43"/>
                      </a:lnTo>
                      <a:lnTo>
                        <a:pt x="28" y="54"/>
                      </a:lnTo>
                      <a:lnTo>
                        <a:pt x="17" y="43"/>
                      </a:lnTo>
                      <a:lnTo>
                        <a:pt x="14" y="31"/>
                      </a:lnTo>
                      <a:lnTo>
                        <a:pt x="6" y="31"/>
                      </a:lnTo>
                      <a:lnTo>
                        <a:pt x="0" y="37"/>
                      </a:lnTo>
                      <a:lnTo>
                        <a:pt x="0" y="71"/>
                      </a:lnTo>
                      <a:lnTo>
                        <a:pt x="15" y="71"/>
                      </a:lnTo>
                      <a:lnTo>
                        <a:pt x="21" y="94"/>
                      </a:lnTo>
                      <a:lnTo>
                        <a:pt x="29" y="100"/>
                      </a:lnTo>
                      <a:lnTo>
                        <a:pt x="31" y="114"/>
                      </a:lnTo>
                      <a:lnTo>
                        <a:pt x="36" y="127"/>
                      </a:lnTo>
                      <a:lnTo>
                        <a:pt x="45" y="132"/>
                      </a:lnTo>
                      <a:lnTo>
                        <a:pt x="47" y="147"/>
                      </a:lnTo>
                      <a:lnTo>
                        <a:pt x="51" y="151"/>
                      </a:lnTo>
                      <a:lnTo>
                        <a:pt x="57" y="159"/>
                      </a:lnTo>
                      <a:lnTo>
                        <a:pt x="61" y="173"/>
                      </a:lnTo>
                      <a:lnTo>
                        <a:pt x="68" y="187"/>
                      </a:lnTo>
                      <a:lnTo>
                        <a:pt x="75" y="193"/>
                      </a:lnTo>
                      <a:lnTo>
                        <a:pt x="71" y="199"/>
                      </a:lnTo>
                      <a:lnTo>
                        <a:pt x="76" y="212"/>
                      </a:lnTo>
                      <a:lnTo>
                        <a:pt x="91" y="221"/>
                      </a:lnTo>
                      <a:lnTo>
                        <a:pt x="105" y="239"/>
                      </a:lnTo>
                      <a:lnTo>
                        <a:pt x="127" y="247"/>
                      </a:lnTo>
                      <a:lnTo>
                        <a:pt x="147" y="263"/>
                      </a:lnTo>
                      <a:lnTo>
                        <a:pt x="159" y="273"/>
                      </a:lnTo>
                      <a:lnTo>
                        <a:pt x="170" y="263"/>
                      </a:lnTo>
                      <a:lnTo>
                        <a:pt x="174" y="251"/>
                      </a:lnTo>
                      <a:lnTo>
                        <a:pt x="179" y="249"/>
                      </a:lnTo>
                      <a:lnTo>
                        <a:pt x="174" y="241"/>
                      </a:lnTo>
                      <a:lnTo>
                        <a:pt x="176" y="215"/>
                      </a:lnTo>
                      <a:lnTo>
                        <a:pt x="176" y="196"/>
                      </a:lnTo>
                      <a:lnTo>
                        <a:pt x="182" y="190"/>
                      </a:lnTo>
                      <a:lnTo>
                        <a:pt x="184" y="175"/>
                      </a:lnTo>
                      <a:lnTo>
                        <a:pt x="173" y="158"/>
                      </a:lnTo>
                      <a:lnTo>
                        <a:pt x="160" y="151"/>
                      </a:lnTo>
                      <a:lnTo>
                        <a:pt x="155" y="134"/>
                      </a:lnTo>
                      <a:lnTo>
                        <a:pt x="143" y="140"/>
                      </a:lnTo>
                      <a:lnTo>
                        <a:pt x="131" y="138"/>
                      </a:lnTo>
                      <a:lnTo>
                        <a:pt x="129" y="129"/>
                      </a:lnTo>
                      <a:lnTo>
                        <a:pt x="119" y="128"/>
                      </a:lnTo>
                      <a:lnTo>
                        <a:pt x="115" y="118"/>
                      </a:lnTo>
                      <a:lnTo>
                        <a:pt x="105" y="110"/>
                      </a:lnTo>
                      <a:lnTo>
                        <a:pt x="102" y="100"/>
                      </a:lnTo>
                      <a:lnTo>
                        <a:pt x="104" y="87"/>
                      </a:lnTo>
                      <a:lnTo>
                        <a:pt x="113" y="82"/>
                      </a:lnTo>
                      <a:lnTo>
                        <a:pt x="120" y="77"/>
                      </a:lnTo>
                      <a:lnTo>
                        <a:pt x="116" y="67"/>
                      </a:lnTo>
                      <a:lnTo>
                        <a:pt x="120" y="54"/>
                      </a:lnTo>
                      <a:lnTo>
                        <a:pt x="131" y="47"/>
                      </a:lnTo>
                      <a:lnTo>
                        <a:pt x="143" y="50"/>
                      </a:lnTo>
                      <a:lnTo>
                        <a:pt x="155" y="44"/>
                      </a:lnTo>
                      <a:lnTo>
                        <a:pt x="159" y="31"/>
                      </a:lnTo>
                      <a:lnTo>
                        <a:pt x="149" y="1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1" id="31"/>
                <p:cNvSpPr/>
                <p:nvPr/>
              </p:nvSpPr>
              <p:spPr>
                <a:xfrm>
                  <a:off x="1426" y="2814"/>
                  <a:ext cx="185" cy="27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6" h="248" stroke="true" fill="norm" extrusionOk="true">
                      <a:moveTo>
                        <a:pt x="23" y="95"/>
                      </a:moveTo>
                      <a:lnTo>
                        <a:pt x="26" y="63"/>
                      </a:lnTo>
                      <a:lnTo>
                        <a:pt x="40" y="76"/>
                      </a:lnTo>
                      <a:lnTo>
                        <a:pt x="41" y="53"/>
                      </a:lnTo>
                      <a:lnTo>
                        <a:pt x="57" y="48"/>
                      </a:lnTo>
                      <a:lnTo>
                        <a:pt x="58" y="31"/>
                      </a:lnTo>
                      <a:lnTo>
                        <a:pt x="74" y="20"/>
                      </a:lnTo>
                      <a:lnTo>
                        <a:pt x="91" y="18"/>
                      </a:lnTo>
                      <a:lnTo>
                        <a:pt x="96" y="6"/>
                      </a:lnTo>
                      <a:lnTo>
                        <a:pt x="106" y="0"/>
                      </a:lnTo>
                      <a:lnTo>
                        <a:pt x="113" y="6"/>
                      </a:lnTo>
                      <a:lnTo>
                        <a:pt x="102" y="20"/>
                      </a:lnTo>
                      <a:lnTo>
                        <a:pt x="96" y="42"/>
                      </a:lnTo>
                      <a:lnTo>
                        <a:pt x="85" y="49"/>
                      </a:lnTo>
                      <a:lnTo>
                        <a:pt x="98" y="67"/>
                      </a:lnTo>
                      <a:lnTo>
                        <a:pt x="95" y="84"/>
                      </a:lnTo>
                      <a:lnTo>
                        <a:pt x="121" y="86"/>
                      </a:lnTo>
                      <a:lnTo>
                        <a:pt x="121" y="95"/>
                      </a:lnTo>
                      <a:lnTo>
                        <a:pt x="143" y="105"/>
                      </a:lnTo>
                      <a:lnTo>
                        <a:pt x="165" y="113"/>
                      </a:lnTo>
                      <a:lnTo>
                        <a:pt x="165" y="141"/>
                      </a:lnTo>
                      <a:lnTo>
                        <a:pt x="161" y="160"/>
                      </a:lnTo>
                      <a:lnTo>
                        <a:pt x="162" y="173"/>
                      </a:lnTo>
                      <a:lnTo>
                        <a:pt x="138" y="182"/>
                      </a:lnTo>
                      <a:lnTo>
                        <a:pt x="132" y="192"/>
                      </a:lnTo>
                      <a:lnTo>
                        <a:pt x="140" y="199"/>
                      </a:lnTo>
                      <a:lnTo>
                        <a:pt x="132" y="204"/>
                      </a:lnTo>
                      <a:lnTo>
                        <a:pt x="135" y="233"/>
                      </a:lnTo>
                      <a:lnTo>
                        <a:pt x="135" y="245"/>
                      </a:lnTo>
                      <a:lnTo>
                        <a:pt x="121" y="247"/>
                      </a:lnTo>
                      <a:lnTo>
                        <a:pt x="107" y="238"/>
                      </a:lnTo>
                      <a:lnTo>
                        <a:pt x="83" y="235"/>
                      </a:lnTo>
                      <a:lnTo>
                        <a:pt x="70" y="219"/>
                      </a:lnTo>
                      <a:lnTo>
                        <a:pt x="55" y="209"/>
                      </a:lnTo>
                      <a:lnTo>
                        <a:pt x="44" y="199"/>
                      </a:lnTo>
                      <a:lnTo>
                        <a:pt x="21" y="200"/>
                      </a:lnTo>
                      <a:lnTo>
                        <a:pt x="0" y="188"/>
                      </a:lnTo>
                      <a:lnTo>
                        <a:pt x="11" y="171"/>
                      </a:lnTo>
                      <a:lnTo>
                        <a:pt x="14" y="163"/>
                      </a:lnTo>
                      <a:lnTo>
                        <a:pt x="27" y="161"/>
                      </a:lnTo>
                      <a:lnTo>
                        <a:pt x="23" y="9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2" id="32"/>
                <p:cNvSpPr/>
                <p:nvPr/>
              </p:nvSpPr>
              <p:spPr>
                <a:xfrm>
                  <a:off x="2830" y="1254"/>
                  <a:ext cx="187" cy="11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7" h="99" stroke="true" fill="norm" extrusionOk="true">
                      <a:moveTo>
                        <a:pt x="65" y="3"/>
                      </a:moveTo>
                      <a:lnTo>
                        <a:pt x="60" y="23"/>
                      </a:lnTo>
                      <a:lnTo>
                        <a:pt x="42" y="11"/>
                      </a:lnTo>
                      <a:lnTo>
                        <a:pt x="27" y="20"/>
                      </a:lnTo>
                      <a:lnTo>
                        <a:pt x="20" y="3"/>
                      </a:lnTo>
                      <a:lnTo>
                        <a:pt x="0" y="19"/>
                      </a:lnTo>
                      <a:lnTo>
                        <a:pt x="4" y="28"/>
                      </a:lnTo>
                      <a:lnTo>
                        <a:pt x="8" y="45"/>
                      </a:lnTo>
                      <a:lnTo>
                        <a:pt x="30" y="47"/>
                      </a:lnTo>
                      <a:lnTo>
                        <a:pt x="42" y="35"/>
                      </a:lnTo>
                      <a:lnTo>
                        <a:pt x="53" y="38"/>
                      </a:lnTo>
                      <a:lnTo>
                        <a:pt x="48" y="52"/>
                      </a:lnTo>
                      <a:lnTo>
                        <a:pt x="45" y="65"/>
                      </a:lnTo>
                      <a:lnTo>
                        <a:pt x="57" y="75"/>
                      </a:lnTo>
                      <a:lnTo>
                        <a:pt x="68" y="92"/>
                      </a:lnTo>
                      <a:lnTo>
                        <a:pt x="82" y="98"/>
                      </a:lnTo>
                      <a:lnTo>
                        <a:pt x="88" y="73"/>
                      </a:lnTo>
                      <a:lnTo>
                        <a:pt x="109" y="51"/>
                      </a:lnTo>
                      <a:lnTo>
                        <a:pt x="121" y="58"/>
                      </a:lnTo>
                      <a:lnTo>
                        <a:pt x="121" y="75"/>
                      </a:lnTo>
                      <a:lnTo>
                        <a:pt x="145" y="73"/>
                      </a:lnTo>
                      <a:lnTo>
                        <a:pt x="157" y="78"/>
                      </a:lnTo>
                      <a:lnTo>
                        <a:pt x="166" y="60"/>
                      </a:lnTo>
                      <a:lnTo>
                        <a:pt x="109" y="30"/>
                      </a:lnTo>
                      <a:lnTo>
                        <a:pt x="90" y="0"/>
                      </a:lnTo>
                      <a:lnTo>
                        <a:pt x="65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3" id="33"/>
                <p:cNvSpPr/>
                <p:nvPr/>
              </p:nvSpPr>
              <p:spPr>
                <a:xfrm>
                  <a:off x="2952" y="1241"/>
                  <a:ext cx="107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5" h="38" stroke="true" fill="norm" extrusionOk="true">
                      <a:moveTo>
                        <a:pt x="0" y="3"/>
                      </a:moveTo>
                      <a:lnTo>
                        <a:pt x="5" y="27"/>
                      </a:lnTo>
                      <a:lnTo>
                        <a:pt x="43" y="37"/>
                      </a:lnTo>
                      <a:lnTo>
                        <a:pt x="71" y="27"/>
                      </a:lnTo>
                      <a:lnTo>
                        <a:pt x="94" y="5"/>
                      </a:lnTo>
                      <a:lnTo>
                        <a:pt x="54" y="5"/>
                      </a:lnTo>
                      <a:lnTo>
                        <a:pt x="31" y="0"/>
                      </a:lnTo>
                      <a:lnTo>
                        <a:pt x="0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4" id="34"/>
                <p:cNvSpPr/>
                <p:nvPr/>
              </p:nvSpPr>
              <p:spPr>
                <a:xfrm>
                  <a:off x="1270" y="2703"/>
                  <a:ext cx="31" cy="5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9" h="48" stroke="true" fill="norm" extrusionOk="true">
                      <a:moveTo>
                        <a:pt x="2" y="13"/>
                      </a:moveTo>
                      <a:lnTo>
                        <a:pt x="10" y="10"/>
                      </a:lnTo>
                      <a:lnTo>
                        <a:pt x="28" y="0"/>
                      </a:lnTo>
                      <a:lnTo>
                        <a:pt x="25" y="19"/>
                      </a:lnTo>
                      <a:lnTo>
                        <a:pt x="28" y="39"/>
                      </a:lnTo>
                      <a:lnTo>
                        <a:pt x="18" y="46"/>
                      </a:lnTo>
                      <a:lnTo>
                        <a:pt x="8" y="47"/>
                      </a:lnTo>
                      <a:lnTo>
                        <a:pt x="0" y="45"/>
                      </a:lnTo>
                      <a:lnTo>
                        <a:pt x="0" y="32"/>
                      </a:lnTo>
                      <a:lnTo>
                        <a:pt x="2" y="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5" id="35"/>
                <p:cNvSpPr/>
                <p:nvPr/>
              </p:nvSpPr>
              <p:spPr>
                <a:xfrm>
                  <a:off x="1319" y="2843"/>
                  <a:ext cx="55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9" h="31" stroke="true" fill="norm" extrusionOk="true">
                      <a:moveTo>
                        <a:pt x="33" y="2"/>
                      </a:moveTo>
                      <a:lnTo>
                        <a:pt x="1" y="0"/>
                      </a:lnTo>
                      <a:lnTo>
                        <a:pt x="0" y="12"/>
                      </a:lnTo>
                      <a:lnTo>
                        <a:pt x="7" y="23"/>
                      </a:lnTo>
                      <a:lnTo>
                        <a:pt x="35" y="30"/>
                      </a:lnTo>
                      <a:lnTo>
                        <a:pt x="48" y="23"/>
                      </a:lnTo>
                      <a:lnTo>
                        <a:pt x="47" y="10"/>
                      </a:lnTo>
                      <a:lnTo>
                        <a:pt x="33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6" id="36"/>
                <p:cNvSpPr/>
                <p:nvPr/>
              </p:nvSpPr>
              <p:spPr>
                <a:xfrm>
                  <a:off x="1521" y="2814"/>
                  <a:ext cx="214" cy="2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1" h="193" stroke="true" fill="norm" extrusionOk="true">
                      <a:moveTo>
                        <a:pt x="28" y="6"/>
                      </a:moveTo>
                      <a:lnTo>
                        <a:pt x="16" y="19"/>
                      </a:lnTo>
                      <a:lnTo>
                        <a:pt x="10" y="42"/>
                      </a:lnTo>
                      <a:lnTo>
                        <a:pt x="0" y="49"/>
                      </a:lnTo>
                      <a:lnTo>
                        <a:pt x="13" y="67"/>
                      </a:lnTo>
                      <a:lnTo>
                        <a:pt x="9" y="84"/>
                      </a:lnTo>
                      <a:lnTo>
                        <a:pt x="36" y="85"/>
                      </a:lnTo>
                      <a:lnTo>
                        <a:pt x="36" y="95"/>
                      </a:lnTo>
                      <a:lnTo>
                        <a:pt x="58" y="105"/>
                      </a:lnTo>
                      <a:lnTo>
                        <a:pt x="80" y="112"/>
                      </a:lnTo>
                      <a:lnTo>
                        <a:pt x="80" y="140"/>
                      </a:lnTo>
                      <a:lnTo>
                        <a:pt x="75" y="159"/>
                      </a:lnTo>
                      <a:lnTo>
                        <a:pt x="77" y="173"/>
                      </a:lnTo>
                      <a:lnTo>
                        <a:pt x="87" y="176"/>
                      </a:lnTo>
                      <a:lnTo>
                        <a:pt x="94" y="186"/>
                      </a:lnTo>
                      <a:lnTo>
                        <a:pt x="105" y="192"/>
                      </a:lnTo>
                      <a:lnTo>
                        <a:pt x="120" y="189"/>
                      </a:lnTo>
                      <a:lnTo>
                        <a:pt x="132" y="180"/>
                      </a:lnTo>
                      <a:lnTo>
                        <a:pt x="131" y="169"/>
                      </a:lnTo>
                      <a:lnTo>
                        <a:pt x="122" y="162"/>
                      </a:lnTo>
                      <a:lnTo>
                        <a:pt x="120" y="154"/>
                      </a:lnTo>
                      <a:lnTo>
                        <a:pt x="124" y="140"/>
                      </a:lnTo>
                      <a:lnTo>
                        <a:pt x="130" y="139"/>
                      </a:lnTo>
                      <a:lnTo>
                        <a:pt x="143" y="150"/>
                      </a:lnTo>
                      <a:lnTo>
                        <a:pt x="150" y="145"/>
                      </a:lnTo>
                      <a:lnTo>
                        <a:pt x="176" y="143"/>
                      </a:lnTo>
                      <a:lnTo>
                        <a:pt x="179" y="134"/>
                      </a:lnTo>
                      <a:lnTo>
                        <a:pt x="179" y="123"/>
                      </a:lnTo>
                      <a:lnTo>
                        <a:pt x="172" y="114"/>
                      </a:lnTo>
                      <a:lnTo>
                        <a:pt x="173" y="100"/>
                      </a:lnTo>
                      <a:lnTo>
                        <a:pt x="182" y="92"/>
                      </a:lnTo>
                      <a:lnTo>
                        <a:pt x="184" y="85"/>
                      </a:lnTo>
                      <a:lnTo>
                        <a:pt x="190" y="79"/>
                      </a:lnTo>
                      <a:lnTo>
                        <a:pt x="190" y="64"/>
                      </a:lnTo>
                      <a:lnTo>
                        <a:pt x="184" y="61"/>
                      </a:lnTo>
                      <a:lnTo>
                        <a:pt x="179" y="47"/>
                      </a:lnTo>
                      <a:lnTo>
                        <a:pt x="172" y="39"/>
                      </a:lnTo>
                      <a:lnTo>
                        <a:pt x="176" y="35"/>
                      </a:lnTo>
                      <a:lnTo>
                        <a:pt x="176" y="28"/>
                      </a:lnTo>
                      <a:lnTo>
                        <a:pt x="154" y="27"/>
                      </a:lnTo>
                      <a:lnTo>
                        <a:pt x="137" y="30"/>
                      </a:lnTo>
                      <a:lnTo>
                        <a:pt x="128" y="37"/>
                      </a:lnTo>
                      <a:lnTo>
                        <a:pt x="117" y="35"/>
                      </a:lnTo>
                      <a:lnTo>
                        <a:pt x="86" y="33"/>
                      </a:lnTo>
                      <a:lnTo>
                        <a:pt x="83" y="25"/>
                      </a:lnTo>
                      <a:lnTo>
                        <a:pt x="75" y="22"/>
                      </a:lnTo>
                      <a:lnTo>
                        <a:pt x="62" y="18"/>
                      </a:lnTo>
                      <a:lnTo>
                        <a:pt x="59" y="9"/>
                      </a:lnTo>
                      <a:lnTo>
                        <a:pt x="48" y="6"/>
                      </a:lnTo>
                      <a:lnTo>
                        <a:pt x="48" y="0"/>
                      </a:lnTo>
                      <a:lnTo>
                        <a:pt x="43" y="6"/>
                      </a:lnTo>
                      <a:lnTo>
                        <a:pt x="28" y="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7" id="37"/>
                <p:cNvSpPr/>
                <p:nvPr/>
              </p:nvSpPr>
              <p:spPr>
                <a:xfrm>
                  <a:off x="1783" y="3608"/>
                  <a:ext cx="89" cy="10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0" h="88" stroke="true" fill="norm" extrusionOk="true">
                      <a:moveTo>
                        <a:pt x="19" y="0"/>
                      </a:moveTo>
                      <a:lnTo>
                        <a:pt x="25" y="8"/>
                      </a:lnTo>
                      <a:lnTo>
                        <a:pt x="39" y="13"/>
                      </a:lnTo>
                      <a:lnTo>
                        <a:pt x="70" y="42"/>
                      </a:lnTo>
                      <a:lnTo>
                        <a:pt x="76" y="53"/>
                      </a:lnTo>
                      <a:lnTo>
                        <a:pt x="79" y="65"/>
                      </a:lnTo>
                      <a:lnTo>
                        <a:pt x="70" y="71"/>
                      </a:lnTo>
                      <a:lnTo>
                        <a:pt x="66" y="75"/>
                      </a:lnTo>
                      <a:lnTo>
                        <a:pt x="64" y="81"/>
                      </a:lnTo>
                      <a:lnTo>
                        <a:pt x="53" y="83"/>
                      </a:lnTo>
                      <a:lnTo>
                        <a:pt x="50" y="87"/>
                      </a:lnTo>
                      <a:lnTo>
                        <a:pt x="44" y="84"/>
                      </a:lnTo>
                      <a:lnTo>
                        <a:pt x="29" y="78"/>
                      </a:lnTo>
                      <a:lnTo>
                        <a:pt x="18" y="72"/>
                      </a:lnTo>
                      <a:lnTo>
                        <a:pt x="12" y="78"/>
                      </a:lnTo>
                      <a:lnTo>
                        <a:pt x="6" y="81"/>
                      </a:lnTo>
                      <a:lnTo>
                        <a:pt x="2" y="64"/>
                      </a:lnTo>
                      <a:lnTo>
                        <a:pt x="0" y="40"/>
                      </a:lnTo>
                      <a:lnTo>
                        <a:pt x="3" y="24"/>
                      </a:lnTo>
                      <a:lnTo>
                        <a:pt x="11" y="10"/>
                      </a:lnTo>
                      <a:lnTo>
                        <a:pt x="19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8" id="38"/>
                <p:cNvSpPr/>
                <p:nvPr/>
              </p:nvSpPr>
              <p:spPr>
                <a:xfrm>
                  <a:off x="1585" y="3227"/>
                  <a:ext cx="199" cy="2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7" h="222" stroke="true" fill="norm" extrusionOk="true">
                      <a:moveTo>
                        <a:pt x="162" y="170"/>
                      </a:moveTo>
                      <a:lnTo>
                        <a:pt x="169" y="169"/>
                      </a:lnTo>
                      <a:lnTo>
                        <a:pt x="174" y="159"/>
                      </a:lnTo>
                      <a:lnTo>
                        <a:pt x="176" y="141"/>
                      </a:lnTo>
                      <a:lnTo>
                        <a:pt x="171" y="137"/>
                      </a:lnTo>
                      <a:lnTo>
                        <a:pt x="169" y="126"/>
                      </a:lnTo>
                      <a:lnTo>
                        <a:pt x="161" y="124"/>
                      </a:lnTo>
                      <a:lnTo>
                        <a:pt x="160" y="113"/>
                      </a:lnTo>
                      <a:lnTo>
                        <a:pt x="141" y="114"/>
                      </a:lnTo>
                      <a:lnTo>
                        <a:pt x="136" y="108"/>
                      </a:lnTo>
                      <a:lnTo>
                        <a:pt x="131" y="108"/>
                      </a:lnTo>
                      <a:lnTo>
                        <a:pt x="131" y="87"/>
                      </a:lnTo>
                      <a:lnTo>
                        <a:pt x="138" y="81"/>
                      </a:lnTo>
                      <a:lnTo>
                        <a:pt x="131" y="80"/>
                      </a:lnTo>
                      <a:lnTo>
                        <a:pt x="129" y="66"/>
                      </a:lnTo>
                      <a:lnTo>
                        <a:pt x="121" y="64"/>
                      </a:lnTo>
                      <a:lnTo>
                        <a:pt x="107" y="62"/>
                      </a:lnTo>
                      <a:lnTo>
                        <a:pt x="104" y="53"/>
                      </a:lnTo>
                      <a:lnTo>
                        <a:pt x="94" y="51"/>
                      </a:lnTo>
                      <a:lnTo>
                        <a:pt x="93" y="47"/>
                      </a:lnTo>
                      <a:lnTo>
                        <a:pt x="70" y="47"/>
                      </a:lnTo>
                      <a:lnTo>
                        <a:pt x="67" y="42"/>
                      </a:lnTo>
                      <a:lnTo>
                        <a:pt x="61" y="32"/>
                      </a:lnTo>
                      <a:lnTo>
                        <a:pt x="60" y="3"/>
                      </a:lnTo>
                      <a:lnTo>
                        <a:pt x="40" y="0"/>
                      </a:lnTo>
                      <a:lnTo>
                        <a:pt x="39" y="11"/>
                      </a:lnTo>
                      <a:lnTo>
                        <a:pt x="31" y="10"/>
                      </a:lnTo>
                      <a:lnTo>
                        <a:pt x="28" y="17"/>
                      </a:lnTo>
                      <a:lnTo>
                        <a:pt x="23" y="21"/>
                      </a:lnTo>
                      <a:lnTo>
                        <a:pt x="13" y="25"/>
                      </a:lnTo>
                      <a:lnTo>
                        <a:pt x="3" y="24"/>
                      </a:lnTo>
                      <a:lnTo>
                        <a:pt x="14" y="41"/>
                      </a:lnTo>
                      <a:lnTo>
                        <a:pt x="13" y="55"/>
                      </a:lnTo>
                      <a:lnTo>
                        <a:pt x="6" y="61"/>
                      </a:lnTo>
                      <a:lnTo>
                        <a:pt x="6" y="80"/>
                      </a:lnTo>
                      <a:lnTo>
                        <a:pt x="4" y="106"/>
                      </a:lnTo>
                      <a:lnTo>
                        <a:pt x="9" y="114"/>
                      </a:lnTo>
                      <a:lnTo>
                        <a:pt x="4" y="116"/>
                      </a:lnTo>
                      <a:lnTo>
                        <a:pt x="0" y="128"/>
                      </a:lnTo>
                      <a:lnTo>
                        <a:pt x="8" y="135"/>
                      </a:lnTo>
                      <a:lnTo>
                        <a:pt x="9" y="151"/>
                      </a:lnTo>
                      <a:lnTo>
                        <a:pt x="23" y="163"/>
                      </a:lnTo>
                      <a:lnTo>
                        <a:pt x="23" y="195"/>
                      </a:lnTo>
                      <a:lnTo>
                        <a:pt x="34" y="214"/>
                      </a:lnTo>
                      <a:lnTo>
                        <a:pt x="44" y="221"/>
                      </a:lnTo>
                      <a:lnTo>
                        <a:pt x="53" y="202"/>
                      </a:lnTo>
                      <a:lnTo>
                        <a:pt x="67" y="213"/>
                      </a:lnTo>
                      <a:lnTo>
                        <a:pt x="83" y="219"/>
                      </a:lnTo>
                      <a:lnTo>
                        <a:pt x="100" y="206"/>
                      </a:lnTo>
                      <a:lnTo>
                        <a:pt x="106" y="181"/>
                      </a:lnTo>
                      <a:lnTo>
                        <a:pt x="111" y="169"/>
                      </a:lnTo>
                      <a:lnTo>
                        <a:pt x="127" y="162"/>
                      </a:lnTo>
                      <a:lnTo>
                        <a:pt x="138" y="153"/>
                      </a:lnTo>
                      <a:lnTo>
                        <a:pt x="155" y="159"/>
                      </a:lnTo>
                      <a:lnTo>
                        <a:pt x="162" y="17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39" id="39"/>
                <p:cNvSpPr/>
                <p:nvPr/>
              </p:nvSpPr>
              <p:spPr>
                <a:xfrm>
                  <a:off x="1823" y="2937"/>
                  <a:ext cx="57" cy="7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1" h="64" stroke="true" fill="norm" extrusionOk="true">
                      <a:moveTo>
                        <a:pt x="9" y="2"/>
                      </a:moveTo>
                      <a:lnTo>
                        <a:pt x="4" y="10"/>
                      </a:lnTo>
                      <a:lnTo>
                        <a:pt x="4" y="51"/>
                      </a:lnTo>
                      <a:lnTo>
                        <a:pt x="0" y="55"/>
                      </a:lnTo>
                      <a:lnTo>
                        <a:pt x="6" y="61"/>
                      </a:lnTo>
                      <a:lnTo>
                        <a:pt x="22" y="63"/>
                      </a:lnTo>
                      <a:lnTo>
                        <a:pt x="25" y="54"/>
                      </a:lnTo>
                      <a:lnTo>
                        <a:pt x="30" y="46"/>
                      </a:lnTo>
                      <a:lnTo>
                        <a:pt x="38" y="38"/>
                      </a:lnTo>
                      <a:lnTo>
                        <a:pt x="50" y="38"/>
                      </a:lnTo>
                      <a:lnTo>
                        <a:pt x="47" y="28"/>
                      </a:lnTo>
                      <a:lnTo>
                        <a:pt x="37" y="22"/>
                      </a:lnTo>
                      <a:lnTo>
                        <a:pt x="35" y="13"/>
                      </a:lnTo>
                      <a:lnTo>
                        <a:pt x="28" y="10"/>
                      </a:lnTo>
                      <a:lnTo>
                        <a:pt x="18" y="8"/>
                      </a:lnTo>
                      <a:lnTo>
                        <a:pt x="16" y="0"/>
                      </a:lnTo>
                      <a:lnTo>
                        <a:pt x="9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0" id="40"/>
                <p:cNvSpPr/>
                <p:nvPr/>
              </p:nvSpPr>
              <p:spPr>
                <a:xfrm>
                  <a:off x="1782" y="4041"/>
                  <a:ext cx="61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5" h="37" stroke="true" fill="norm" extrusionOk="true">
                      <a:moveTo>
                        <a:pt x="17" y="9"/>
                      </a:moveTo>
                      <a:lnTo>
                        <a:pt x="2" y="12"/>
                      </a:lnTo>
                      <a:lnTo>
                        <a:pt x="0" y="25"/>
                      </a:lnTo>
                      <a:lnTo>
                        <a:pt x="3" y="36"/>
                      </a:lnTo>
                      <a:lnTo>
                        <a:pt x="14" y="25"/>
                      </a:lnTo>
                      <a:lnTo>
                        <a:pt x="21" y="30"/>
                      </a:lnTo>
                      <a:lnTo>
                        <a:pt x="42" y="24"/>
                      </a:lnTo>
                      <a:lnTo>
                        <a:pt x="54" y="18"/>
                      </a:lnTo>
                      <a:lnTo>
                        <a:pt x="39" y="9"/>
                      </a:lnTo>
                      <a:lnTo>
                        <a:pt x="31" y="0"/>
                      </a:lnTo>
                      <a:lnTo>
                        <a:pt x="29" y="11"/>
                      </a:lnTo>
                      <a:lnTo>
                        <a:pt x="17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1" id="41"/>
                <p:cNvSpPr/>
                <p:nvPr/>
              </p:nvSpPr>
              <p:spPr>
                <a:xfrm>
                  <a:off x="1920" y="1562"/>
                  <a:ext cx="41" cy="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6" h="18" stroke="true" fill="norm" extrusionOk="true">
                      <a:moveTo>
                        <a:pt x="10" y="0"/>
                      </a:moveTo>
                      <a:lnTo>
                        <a:pt x="0" y="17"/>
                      </a:lnTo>
                      <a:lnTo>
                        <a:pt x="17" y="17"/>
                      </a:lnTo>
                      <a:lnTo>
                        <a:pt x="35" y="10"/>
                      </a:lnTo>
                      <a:lnTo>
                        <a:pt x="1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2" id="42"/>
                <p:cNvSpPr/>
                <p:nvPr/>
              </p:nvSpPr>
              <p:spPr>
                <a:xfrm>
                  <a:off x="232" y="1531"/>
                  <a:ext cx="534" cy="43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76" h="391" stroke="true" fill="norm" extrusionOk="true">
                      <a:moveTo>
                        <a:pt x="240" y="0"/>
                      </a:moveTo>
                      <a:lnTo>
                        <a:pt x="229" y="10"/>
                      </a:lnTo>
                      <a:lnTo>
                        <a:pt x="198" y="10"/>
                      </a:lnTo>
                      <a:lnTo>
                        <a:pt x="191" y="25"/>
                      </a:lnTo>
                      <a:lnTo>
                        <a:pt x="156" y="27"/>
                      </a:lnTo>
                      <a:lnTo>
                        <a:pt x="143" y="55"/>
                      </a:lnTo>
                      <a:lnTo>
                        <a:pt x="93" y="63"/>
                      </a:lnTo>
                      <a:lnTo>
                        <a:pt x="88" y="75"/>
                      </a:lnTo>
                      <a:lnTo>
                        <a:pt x="115" y="95"/>
                      </a:lnTo>
                      <a:lnTo>
                        <a:pt x="158" y="112"/>
                      </a:lnTo>
                      <a:lnTo>
                        <a:pt x="128" y="117"/>
                      </a:lnTo>
                      <a:lnTo>
                        <a:pt x="108" y="122"/>
                      </a:lnTo>
                      <a:lnTo>
                        <a:pt x="98" y="110"/>
                      </a:lnTo>
                      <a:lnTo>
                        <a:pt x="83" y="115"/>
                      </a:lnTo>
                      <a:lnTo>
                        <a:pt x="83" y="122"/>
                      </a:lnTo>
                      <a:lnTo>
                        <a:pt x="58" y="125"/>
                      </a:lnTo>
                      <a:lnTo>
                        <a:pt x="51" y="135"/>
                      </a:lnTo>
                      <a:lnTo>
                        <a:pt x="66" y="143"/>
                      </a:lnTo>
                      <a:lnTo>
                        <a:pt x="64" y="158"/>
                      </a:lnTo>
                      <a:lnTo>
                        <a:pt x="74" y="165"/>
                      </a:lnTo>
                      <a:lnTo>
                        <a:pt x="103" y="165"/>
                      </a:lnTo>
                      <a:lnTo>
                        <a:pt x="123" y="153"/>
                      </a:lnTo>
                      <a:lnTo>
                        <a:pt x="130" y="160"/>
                      </a:lnTo>
                      <a:lnTo>
                        <a:pt x="121" y="167"/>
                      </a:lnTo>
                      <a:lnTo>
                        <a:pt x="119" y="185"/>
                      </a:lnTo>
                      <a:lnTo>
                        <a:pt x="96" y="185"/>
                      </a:lnTo>
                      <a:lnTo>
                        <a:pt x="91" y="200"/>
                      </a:lnTo>
                      <a:lnTo>
                        <a:pt x="79" y="190"/>
                      </a:lnTo>
                      <a:lnTo>
                        <a:pt x="58" y="200"/>
                      </a:lnTo>
                      <a:lnTo>
                        <a:pt x="56" y="215"/>
                      </a:lnTo>
                      <a:lnTo>
                        <a:pt x="36" y="225"/>
                      </a:lnTo>
                      <a:lnTo>
                        <a:pt x="43" y="238"/>
                      </a:lnTo>
                      <a:lnTo>
                        <a:pt x="56" y="242"/>
                      </a:lnTo>
                      <a:lnTo>
                        <a:pt x="38" y="253"/>
                      </a:lnTo>
                      <a:lnTo>
                        <a:pt x="51" y="268"/>
                      </a:lnTo>
                      <a:lnTo>
                        <a:pt x="66" y="265"/>
                      </a:lnTo>
                      <a:lnTo>
                        <a:pt x="74" y="253"/>
                      </a:lnTo>
                      <a:lnTo>
                        <a:pt x="74" y="273"/>
                      </a:lnTo>
                      <a:lnTo>
                        <a:pt x="66" y="285"/>
                      </a:lnTo>
                      <a:lnTo>
                        <a:pt x="68" y="301"/>
                      </a:lnTo>
                      <a:lnTo>
                        <a:pt x="91" y="293"/>
                      </a:lnTo>
                      <a:lnTo>
                        <a:pt x="98" y="299"/>
                      </a:lnTo>
                      <a:lnTo>
                        <a:pt x="115" y="293"/>
                      </a:lnTo>
                      <a:lnTo>
                        <a:pt x="119" y="316"/>
                      </a:lnTo>
                      <a:lnTo>
                        <a:pt x="61" y="354"/>
                      </a:lnTo>
                      <a:lnTo>
                        <a:pt x="20" y="373"/>
                      </a:lnTo>
                      <a:lnTo>
                        <a:pt x="0" y="382"/>
                      </a:lnTo>
                      <a:lnTo>
                        <a:pt x="1" y="390"/>
                      </a:lnTo>
                      <a:lnTo>
                        <a:pt x="68" y="377"/>
                      </a:lnTo>
                      <a:lnTo>
                        <a:pt x="138" y="330"/>
                      </a:lnTo>
                      <a:lnTo>
                        <a:pt x="146" y="323"/>
                      </a:lnTo>
                      <a:lnTo>
                        <a:pt x="157" y="315"/>
                      </a:lnTo>
                      <a:lnTo>
                        <a:pt x="177" y="302"/>
                      </a:lnTo>
                      <a:lnTo>
                        <a:pt x="174" y="289"/>
                      </a:lnTo>
                      <a:lnTo>
                        <a:pt x="196" y="268"/>
                      </a:lnTo>
                      <a:lnTo>
                        <a:pt x="223" y="235"/>
                      </a:lnTo>
                      <a:lnTo>
                        <a:pt x="247" y="241"/>
                      </a:lnTo>
                      <a:lnTo>
                        <a:pt x="209" y="268"/>
                      </a:lnTo>
                      <a:lnTo>
                        <a:pt x="216" y="278"/>
                      </a:lnTo>
                      <a:lnTo>
                        <a:pt x="206" y="285"/>
                      </a:lnTo>
                      <a:lnTo>
                        <a:pt x="217" y="293"/>
                      </a:lnTo>
                      <a:lnTo>
                        <a:pt x="221" y="293"/>
                      </a:lnTo>
                      <a:lnTo>
                        <a:pt x="225" y="292"/>
                      </a:lnTo>
                      <a:lnTo>
                        <a:pt x="229" y="291"/>
                      </a:lnTo>
                      <a:lnTo>
                        <a:pt x="233" y="288"/>
                      </a:lnTo>
                      <a:lnTo>
                        <a:pt x="236" y="285"/>
                      </a:lnTo>
                      <a:lnTo>
                        <a:pt x="240" y="281"/>
                      </a:lnTo>
                      <a:lnTo>
                        <a:pt x="244" y="278"/>
                      </a:lnTo>
                      <a:lnTo>
                        <a:pt x="246" y="274"/>
                      </a:lnTo>
                      <a:lnTo>
                        <a:pt x="249" y="271"/>
                      </a:lnTo>
                      <a:lnTo>
                        <a:pt x="251" y="269"/>
                      </a:lnTo>
                      <a:lnTo>
                        <a:pt x="251" y="268"/>
                      </a:lnTo>
                      <a:lnTo>
                        <a:pt x="251" y="267"/>
                      </a:lnTo>
                      <a:lnTo>
                        <a:pt x="264" y="260"/>
                      </a:lnTo>
                      <a:lnTo>
                        <a:pt x="267" y="244"/>
                      </a:lnTo>
                      <a:lnTo>
                        <a:pt x="285" y="238"/>
                      </a:lnTo>
                      <a:lnTo>
                        <a:pt x="290" y="247"/>
                      </a:lnTo>
                      <a:lnTo>
                        <a:pt x="303" y="249"/>
                      </a:lnTo>
                      <a:lnTo>
                        <a:pt x="303" y="261"/>
                      </a:lnTo>
                      <a:lnTo>
                        <a:pt x="347" y="264"/>
                      </a:lnTo>
                      <a:lnTo>
                        <a:pt x="351" y="268"/>
                      </a:lnTo>
                      <a:lnTo>
                        <a:pt x="353" y="276"/>
                      </a:lnTo>
                      <a:lnTo>
                        <a:pt x="368" y="280"/>
                      </a:lnTo>
                      <a:lnTo>
                        <a:pt x="370" y="291"/>
                      </a:lnTo>
                      <a:lnTo>
                        <a:pt x="382" y="290"/>
                      </a:lnTo>
                      <a:lnTo>
                        <a:pt x="385" y="301"/>
                      </a:lnTo>
                      <a:lnTo>
                        <a:pt x="397" y="307"/>
                      </a:lnTo>
                      <a:lnTo>
                        <a:pt x="403" y="297"/>
                      </a:lnTo>
                      <a:lnTo>
                        <a:pt x="409" y="307"/>
                      </a:lnTo>
                      <a:lnTo>
                        <a:pt x="417" y="312"/>
                      </a:lnTo>
                      <a:lnTo>
                        <a:pt x="423" y="307"/>
                      </a:lnTo>
                      <a:lnTo>
                        <a:pt x="429" y="308"/>
                      </a:lnTo>
                      <a:lnTo>
                        <a:pt x="428" y="315"/>
                      </a:lnTo>
                      <a:lnTo>
                        <a:pt x="428" y="328"/>
                      </a:lnTo>
                      <a:lnTo>
                        <a:pt x="434" y="335"/>
                      </a:lnTo>
                      <a:lnTo>
                        <a:pt x="443" y="336"/>
                      </a:lnTo>
                      <a:lnTo>
                        <a:pt x="443" y="348"/>
                      </a:lnTo>
                      <a:lnTo>
                        <a:pt x="454" y="354"/>
                      </a:lnTo>
                      <a:lnTo>
                        <a:pt x="465" y="354"/>
                      </a:lnTo>
                      <a:lnTo>
                        <a:pt x="475" y="344"/>
                      </a:lnTo>
                      <a:lnTo>
                        <a:pt x="456" y="339"/>
                      </a:lnTo>
                      <a:lnTo>
                        <a:pt x="450" y="315"/>
                      </a:lnTo>
                      <a:lnTo>
                        <a:pt x="443" y="312"/>
                      </a:lnTo>
                      <a:lnTo>
                        <a:pt x="439" y="294"/>
                      </a:lnTo>
                      <a:lnTo>
                        <a:pt x="417" y="270"/>
                      </a:lnTo>
                      <a:lnTo>
                        <a:pt x="409" y="268"/>
                      </a:lnTo>
                      <a:lnTo>
                        <a:pt x="406" y="279"/>
                      </a:lnTo>
                      <a:lnTo>
                        <a:pt x="398" y="279"/>
                      </a:lnTo>
                      <a:lnTo>
                        <a:pt x="395" y="287"/>
                      </a:lnTo>
                      <a:lnTo>
                        <a:pt x="382" y="279"/>
                      </a:lnTo>
                      <a:lnTo>
                        <a:pt x="378" y="260"/>
                      </a:lnTo>
                      <a:lnTo>
                        <a:pt x="372" y="255"/>
                      </a:lnTo>
                      <a:lnTo>
                        <a:pt x="359" y="260"/>
                      </a:lnTo>
                      <a:lnTo>
                        <a:pt x="423" y="40"/>
                      </a:lnTo>
                      <a:lnTo>
                        <a:pt x="408" y="26"/>
                      </a:lnTo>
                      <a:lnTo>
                        <a:pt x="373" y="30"/>
                      </a:lnTo>
                      <a:lnTo>
                        <a:pt x="358" y="31"/>
                      </a:lnTo>
                      <a:lnTo>
                        <a:pt x="348" y="21"/>
                      </a:lnTo>
                      <a:lnTo>
                        <a:pt x="303" y="25"/>
                      </a:lnTo>
                      <a:lnTo>
                        <a:pt x="288" y="4"/>
                      </a:lnTo>
                      <a:lnTo>
                        <a:pt x="273" y="18"/>
                      </a:lnTo>
                      <a:lnTo>
                        <a:pt x="251" y="15"/>
                      </a:lnTo>
                      <a:lnTo>
                        <a:pt x="251" y="1"/>
                      </a:lnTo>
                      <a:lnTo>
                        <a:pt x="24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3" id="43"/>
                <p:cNvSpPr/>
                <p:nvPr/>
              </p:nvSpPr>
              <p:spPr>
                <a:xfrm>
                  <a:off x="770" y="2086"/>
                  <a:ext cx="905" cy="50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05" h="505" stroke="true" fill="norm" extrusionOk="true">
                      <a:moveTo>
                        <a:pt x="63" y="1"/>
                      </a:moveTo>
                      <a:lnTo>
                        <a:pt x="489" y="0"/>
                      </a:lnTo>
                      <a:lnTo>
                        <a:pt x="488" y="10"/>
                      </a:lnTo>
                      <a:lnTo>
                        <a:pt x="518" y="10"/>
                      </a:lnTo>
                      <a:lnTo>
                        <a:pt x="562" y="16"/>
                      </a:lnTo>
                      <a:lnTo>
                        <a:pt x="531" y="37"/>
                      </a:lnTo>
                      <a:lnTo>
                        <a:pt x="531" y="50"/>
                      </a:lnTo>
                      <a:lnTo>
                        <a:pt x="558" y="58"/>
                      </a:lnTo>
                      <a:lnTo>
                        <a:pt x="583" y="26"/>
                      </a:lnTo>
                      <a:lnTo>
                        <a:pt x="585" y="32"/>
                      </a:lnTo>
                      <a:lnTo>
                        <a:pt x="616" y="37"/>
                      </a:lnTo>
                      <a:lnTo>
                        <a:pt x="622" y="53"/>
                      </a:lnTo>
                      <a:lnTo>
                        <a:pt x="596" y="53"/>
                      </a:lnTo>
                      <a:lnTo>
                        <a:pt x="577" y="71"/>
                      </a:lnTo>
                      <a:lnTo>
                        <a:pt x="576" y="89"/>
                      </a:lnTo>
                      <a:lnTo>
                        <a:pt x="589" y="77"/>
                      </a:lnTo>
                      <a:lnTo>
                        <a:pt x="580" y="110"/>
                      </a:lnTo>
                      <a:lnTo>
                        <a:pt x="579" y="143"/>
                      </a:lnTo>
                      <a:lnTo>
                        <a:pt x="594" y="163"/>
                      </a:lnTo>
                      <a:lnTo>
                        <a:pt x="613" y="145"/>
                      </a:lnTo>
                      <a:lnTo>
                        <a:pt x="603" y="106"/>
                      </a:lnTo>
                      <a:lnTo>
                        <a:pt x="604" y="85"/>
                      </a:lnTo>
                      <a:lnTo>
                        <a:pt x="622" y="76"/>
                      </a:lnTo>
                      <a:lnTo>
                        <a:pt x="622" y="56"/>
                      </a:lnTo>
                      <a:lnTo>
                        <a:pt x="649" y="86"/>
                      </a:lnTo>
                      <a:lnTo>
                        <a:pt x="643" y="115"/>
                      </a:lnTo>
                      <a:lnTo>
                        <a:pt x="657" y="107"/>
                      </a:lnTo>
                      <a:lnTo>
                        <a:pt x="664" y="118"/>
                      </a:lnTo>
                      <a:lnTo>
                        <a:pt x="652" y="138"/>
                      </a:lnTo>
                      <a:lnTo>
                        <a:pt x="643" y="150"/>
                      </a:lnTo>
                      <a:lnTo>
                        <a:pt x="668" y="160"/>
                      </a:lnTo>
                      <a:lnTo>
                        <a:pt x="702" y="130"/>
                      </a:lnTo>
                      <a:lnTo>
                        <a:pt x="716" y="117"/>
                      </a:lnTo>
                      <a:lnTo>
                        <a:pt x="753" y="119"/>
                      </a:lnTo>
                      <a:lnTo>
                        <a:pt x="760" y="94"/>
                      </a:lnTo>
                      <a:lnTo>
                        <a:pt x="772" y="83"/>
                      </a:lnTo>
                      <a:lnTo>
                        <a:pt x="839" y="86"/>
                      </a:lnTo>
                      <a:lnTo>
                        <a:pt x="850" y="71"/>
                      </a:lnTo>
                      <a:lnTo>
                        <a:pt x="858" y="55"/>
                      </a:lnTo>
                      <a:lnTo>
                        <a:pt x="868" y="28"/>
                      </a:lnTo>
                      <a:lnTo>
                        <a:pt x="890" y="34"/>
                      </a:lnTo>
                      <a:lnTo>
                        <a:pt x="894" y="77"/>
                      </a:lnTo>
                      <a:lnTo>
                        <a:pt x="905" y="83"/>
                      </a:lnTo>
                      <a:lnTo>
                        <a:pt x="896" y="94"/>
                      </a:lnTo>
                      <a:lnTo>
                        <a:pt x="881" y="95"/>
                      </a:lnTo>
                      <a:lnTo>
                        <a:pt x="875" y="107"/>
                      </a:lnTo>
                      <a:lnTo>
                        <a:pt x="862" y="104"/>
                      </a:lnTo>
                      <a:lnTo>
                        <a:pt x="860" y="113"/>
                      </a:lnTo>
                      <a:lnTo>
                        <a:pt x="846" y="113"/>
                      </a:lnTo>
                      <a:lnTo>
                        <a:pt x="841" y="127"/>
                      </a:lnTo>
                      <a:lnTo>
                        <a:pt x="839" y="139"/>
                      </a:lnTo>
                      <a:lnTo>
                        <a:pt x="850" y="150"/>
                      </a:lnTo>
                      <a:lnTo>
                        <a:pt x="836" y="159"/>
                      </a:lnTo>
                      <a:lnTo>
                        <a:pt x="807" y="162"/>
                      </a:lnTo>
                      <a:lnTo>
                        <a:pt x="800" y="175"/>
                      </a:lnTo>
                      <a:lnTo>
                        <a:pt x="796" y="183"/>
                      </a:lnTo>
                      <a:lnTo>
                        <a:pt x="778" y="185"/>
                      </a:lnTo>
                      <a:lnTo>
                        <a:pt x="770" y="196"/>
                      </a:lnTo>
                      <a:lnTo>
                        <a:pt x="766" y="224"/>
                      </a:lnTo>
                      <a:lnTo>
                        <a:pt x="754" y="229"/>
                      </a:lnTo>
                      <a:lnTo>
                        <a:pt x="747" y="237"/>
                      </a:lnTo>
                      <a:lnTo>
                        <a:pt x="740" y="247"/>
                      </a:lnTo>
                      <a:lnTo>
                        <a:pt x="749" y="252"/>
                      </a:lnTo>
                      <a:lnTo>
                        <a:pt x="747" y="286"/>
                      </a:lnTo>
                      <a:lnTo>
                        <a:pt x="736" y="292"/>
                      </a:lnTo>
                      <a:lnTo>
                        <a:pt x="733" y="304"/>
                      </a:lnTo>
                      <a:lnTo>
                        <a:pt x="715" y="303"/>
                      </a:lnTo>
                      <a:lnTo>
                        <a:pt x="707" y="314"/>
                      </a:lnTo>
                      <a:lnTo>
                        <a:pt x="689" y="320"/>
                      </a:lnTo>
                      <a:lnTo>
                        <a:pt x="685" y="335"/>
                      </a:lnTo>
                      <a:lnTo>
                        <a:pt x="671" y="338"/>
                      </a:lnTo>
                      <a:lnTo>
                        <a:pt x="658" y="350"/>
                      </a:lnTo>
                      <a:lnTo>
                        <a:pt x="653" y="366"/>
                      </a:lnTo>
                      <a:lnTo>
                        <a:pt x="653" y="390"/>
                      </a:lnTo>
                      <a:lnTo>
                        <a:pt x="652" y="412"/>
                      </a:lnTo>
                      <a:lnTo>
                        <a:pt x="659" y="415"/>
                      </a:lnTo>
                      <a:lnTo>
                        <a:pt x="660" y="442"/>
                      </a:lnTo>
                      <a:lnTo>
                        <a:pt x="665" y="450"/>
                      </a:lnTo>
                      <a:lnTo>
                        <a:pt x="671" y="489"/>
                      </a:lnTo>
                      <a:lnTo>
                        <a:pt x="665" y="505"/>
                      </a:lnTo>
                      <a:lnTo>
                        <a:pt x="656" y="495"/>
                      </a:lnTo>
                      <a:lnTo>
                        <a:pt x="640" y="484"/>
                      </a:lnTo>
                      <a:lnTo>
                        <a:pt x="631" y="462"/>
                      </a:lnTo>
                      <a:lnTo>
                        <a:pt x="624" y="439"/>
                      </a:lnTo>
                      <a:lnTo>
                        <a:pt x="628" y="414"/>
                      </a:lnTo>
                      <a:lnTo>
                        <a:pt x="615" y="402"/>
                      </a:lnTo>
                      <a:lnTo>
                        <a:pt x="598" y="388"/>
                      </a:lnTo>
                      <a:lnTo>
                        <a:pt x="579" y="393"/>
                      </a:lnTo>
                      <a:lnTo>
                        <a:pt x="565" y="385"/>
                      </a:lnTo>
                      <a:lnTo>
                        <a:pt x="528" y="386"/>
                      </a:lnTo>
                      <a:lnTo>
                        <a:pt x="515" y="395"/>
                      </a:lnTo>
                      <a:lnTo>
                        <a:pt x="523" y="412"/>
                      </a:lnTo>
                      <a:lnTo>
                        <a:pt x="506" y="414"/>
                      </a:lnTo>
                      <a:lnTo>
                        <a:pt x="488" y="410"/>
                      </a:lnTo>
                      <a:lnTo>
                        <a:pt x="485" y="386"/>
                      </a:lnTo>
                      <a:lnTo>
                        <a:pt x="473" y="390"/>
                      </a:lnTo>
                      <a:lnTo>
                        <a:pt x="468" y="408"/>
                      </a:lnTo>
                      <a:lnTo>
                        <a:pt x="459" y="405"/>
                      </a:lnTo>
                      <a:lnTo>
                        <a:pt x="449" y="390"/>
                      </a:lnTo>
                      <a:lnTo>
                        <a:pt x="437" y="397"/>
                      </a:lnTo>
                      <a:lnTo>
                        <a:pt x="428" y="408"/>
                      </a:lnTo>
                      <a:lnTo>
                        <a:pt x="418" y="423"/>
                      </a:lnTo>
                      <a:lnTo>
                        <a:pt x="409" y="434"/>
                      </a:lnTo>
                      <a:lnTo>
                        <a:pt x="390" y="442"/>
                      </a:lnTo>
                      <a:lnTo>
                        <a:pt x="384" y="469"/>
                      </a:lnTo>
                      <a:lnTo>
                        <a:pt x="360" y="469"/>
                      </a:lnTo>
                      <a:lnTo>
                        <a:pt x="356" y="447"/>
                      </a:lnTo>
                      <a:lnTo>
                        <a:pt x="342" y="440"/>
                      </a:lnTo>
                      <a:lnTo>
                        <a:pt x="338" y="416"/>
                      </a:lnTo>
                      <a:lnTo>
                        <a:pt x="328" y="403"/>
                      </a:lnTo>
                      <a:lnTo>
                        <a:pt x="311" y="390"/>
                      </a:lnTo>
                      <a:lnTo>
                        <a:pt x="305" y="414"/>
                      </a:lnTo>
                      <a:lnTo>
                        <a:pt x="289" y="414"/>
                      </a:lnTo>
                      <a:lnTo>
                        <a:pt x="281" y="386"/>
                      </a:lnTo>
                      <a:lnTo>
                        <a:pt x="272" y="385"/>
                      </a:lnTo>
                      <a:lnTo>
                        <a:pt x="269" y="368"/>
                      </a:lnTo>
                      <a:lnTo>
                        <a:pt x="256" y="366"/>
                      </a:lnTo>
                      <a:lnTo>
                        <a:pt x="251" y="348"/>
                      </a:lnTo>
                      <a:lnTo>
                        <a:pt x="240" y="357"/>
                      </a:lnTo>
                      <a:lnTo>
                        <a:pt x="226" y="359"/>
                      </a:lnTo>
                      <a:lnTo>
                        <a:pt x="222" y="368"/>
                      </a:lnTo>
                      <a:lnTo>
                        <a:pt x="199" y="368"/>
                      </a:lnTo>
                      <a:lnTo>
                        <a:pt x="181" y="376"/>
                      </a:lnTo>
                      <a:lnTo>
                        <a:pt x="156" y="370"/>
                      </a:lnTo>
                      <a:lnTo>
                        <a:pt x="139" y="353"/>
                      </a:lnTo>
                      <a:lnTo>
                        <a:pt x="125" y="348"/>
                      </a:lnTo>
                      <a:lnTo>
                        <a:pt x="120" y="338"/>
                      </a:lnTo>
                      <a:lnTo>
                        <a:pt x="85" y="335"/>
                      </a:lnTo>
                      <a:lnTo>
                        <a:pt x="86" y="323"/>
                      </a:lnTo>
                      <a:lnTo>
                        <a:pt x="65" y="315"/>
                      </a:lnTo>
                      <a:lnTo>
                        <a:pt x="52" y="304"/>
                      </a:lnTo>
                      <a:lnTo>
                        <a:pt x="37" y="297"/>
                      </a:lnTo>
                      <a:lnTo>
                        <a:pt x="39" y="274"/>
                      </a:lnTo>
                      <a:lnTo>
                        <a:pt x="20" y="270"/>
                      </a:lnTo>
                      <a:lnTo>
                        <a:pt x="21" y="258"/>
                      </a:lnTo>
                      <a:lnTo>
                        <a:pt x="27" y="243"/>
                      </a:lnTo>
                      <a:lnTo>
                        <a:pt x="16" y="230"/>
                      </a:lnTo>
                      <a:lnTo>
                        <a:pt x="3" y="217"/>
                      </a:lnTo>
                      <a:lnTo>
                        <a:pt x="0" y="168"/>
                      </a:lnTo>
                      <a:lnTo>
                        <a:pt x="9" y="160"/>
                      </a:lnTo>
                      <a:lnTo>
                        <a:pt x="3" y="153"/>
                      </a:lnTo>
                      <a:lnTo>
                        <a:pt x="1" y="145"/>
                      </a:lnTo>
                      <a:lnTo>
                        <a:pt x="6" y="137"/>
                      </a:lnTo>
                      <a:lnTo>
                        <a:pt x="8" y="119"/>
                      </a:lnTo>
                      <a:lnTo>
                        <a:pt x="16" y="113"/>
                      </a:lnTo>
                      <a:lnTo>
                        <a:pt x="16" y="85"/>
                      </a:lnTo>
                      <a:lnTo>
                        <a:pt x="25" y="77"/>
                      </a:lnTo>
                      <a:lnTo>
                        <a:pt x="33" y="46"/>
                      </a:lnTo>
                      <a:lnTo>
                        <a:pt x="40" y="43"/>
                      </a:lnTo>
                      <a:lnTo>
                        <a:pt x="28" y="28"/>
                      </a:lnTo>
                      <a:lnTo>
                        <a:pt x="28" y="16"/>
                      </a:lnTo>
                      <a:lnTo>
                        <a:pt x="44" y="12"/>
                      </a:lnTo>
                      <a:lnTo>
                        <a:pt x="53" y="24"/>
                      </a:lnTo>
                      <a:lnTo>
                        <a:pt x="60" y="34"/>
                      </a:lnTo>
                      <a:lnTo>
                        <a:pt x="63" y="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4" id="44"/>
                <p:cNvSpPr/>
                <p:nvPr/>
              </p:nvSpPr>
              <p:spPr>
                <a:xfrm>
                  <a:off x="636" y="1520"/>
                  <a:ext cx="1226" cy="7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26" h="726" stroke="true" fill="norm" extrusionOk="true">
                      <a:moveTo>
                        <a:pt x="1119" y="301"/>
                      </a:moveTo>
                      <a:lnTo>
                        <a:pt x="1127" y="313"/>
                      </a:lnTo>
                      <a:lnTo>
                        <a:pt x="1132" y="335"/>
                      </a:lnTo>
                      <a:lnTo>
                        <a:pt x="1145" y="335"/>
                      </a:lnTo>
                      <a:lnTo>
                        <a:pt x="1148" y="364"/>
                      </a:lnTo>
                      <a:lnTo>
                        <a:pt x="1157" y="362"/>
                      </a:lnTo>
                      <a:lnTo>
                        <a:pt x="1157" y="375"/>
                      </a:lnTo>
                      <a:lnTo>
                        <a:pt x="1148" y="380"/>
                      </a:lnTo>
                      <a:lnTo>
                        <a:pt x="1150" y="392"/>
                      </a:lnTo>
                      <a:lnTo>
                        <a:pt x="1161" y="394"/>
                      </a:lnTo>
                      <a:lnTo>
                        <a:pt x="1166" y="421"/>
                      </a:lnTo>
                      <a:lnTo>
                        <a:pt x="1188" y="418"/>
                      </a:lnTo>
                      <a:lnTo>
                        <a:pt x="1186" y="430"/>
                      </a:lnTo>
                      <a:lnTo>
                        <a:pt x="1202" y="426"/>
                      </a:lnTo>
                      <a:lnTo>
                        <a:pt x="1191" y="442"/>
                      </a:lnTo>
                      <a:lnTo>
                        <a:pt x="1186" y="453"/>
                      </a:lnTo>
                      <a:lnTo>
                        <a:pt x="1164" y="459"/>
                      </a:lnTo>
                      <a:lnTo>
                        <a:pt x="1173" y="463"/>
                      </a:lnTo>
                      <a:lnTo>
                        <a:pt x="1191" y="459"/>
                      </a:lnTo>
                      <a:lnTo>
                        <a:pt x="1207" y="450"/>
                      </a:lnTo>
                      <a:lnTo>
                        <a:pt x="1221" y="451"/>
                      </a:lnTo>
                      <a:lnTo>
                        <a:pt x="1224" y="466"/>
                      </a:lnTo>
                      <a:lnTo>
                        <a:pt x="1224" y="485"/>
                      </a:lnTo>
                      <a:lnTo>
                        <a:pt x="1226" y="496"/>
                      </a:lnTo>
                      <a:lnTo>
                        <a:pt x="1224" y="505"/>
                      </a:lnTo>
                      <a:lnTo>
                        <a:pt x="1205" y="510"/>
                      </a:lnTo>
                      <a:lnTo>
                        <a:pt x="1188" y="508"/>
                      </a:lnTo>
                      <a:lnTo>
                        <a:pt x="1166" y="528"/>
                      </a:lnTo>
                      <a:lnTo>
                        <a:pt x="1128" y="533"/>
                      </a:lnTo>
                      <a:lnTo>
                        <a:pt x="1088" y="533"/>
                      </a:lnTo>
                      <a:lnTo>
                        <a:pt x="1069" y="530"/>
                      </a:lnTo>
                      <a:lnTo>
                        <a:pt x="1054" y="543"/>
                      </a:lnTo>
                      <a:lnTo>
                        <a:pt x="1034" y="553"/>
                      </a:lnTo>
                      <a:lnTo>
                        <a:pt x="1014" y="578"/>
                      </a:lnTo>
                      <a:lnTo>
                        <a:pt x="1048" y="563"/>
                      </a:lnTo>
                      <a:lnTo>
                        <a:pt x="1067" y="553"/>
                      </a:lnTo>
                      <a:lnTo>
                        <a:pt x="1087" y="565"/>
                      </a:lnTo>
                      <a:lnTo>
                        <a:pt x="1074" y="585"/>
                      </a:lnTo>
                      <a:lnTo>
                        <a:pt x="1092" y="605"/>
                      </a:lnTo>
                      <a:lnTo>
                        <a:pt x="1137" y="627"/>
                      </a:lnTo>
                      <a:lnTo>
                        <a:pt x="1097" y="648"/>
                      </a:lnTo>
                      <a:lnTo>
                        <a:pt x="1058" y="675"/>
                      </a:lnTo>
                      <a:lnTo>
                        <a:pt x="1049" y="665"/>
                      </a:lnTo>
                      <a:lnTo>
                        <a:pt x="1097" y="620"/>
                      </a:lnTo>
                      <a:lnTo>
                        <a:pt x="1094" y="614"/>
                      </a:lnTo>
                      <a:lnTo>
                        <a:pt x="1079" y="614"/>
                      </a:lnTo>
                      <a:lnTo>
                        <a:pt x="1040" y="648"/>
                      </a:lnTo>
                      <a:lnTo>
                        <a:pt x="1028" y="643"/>
                      </a:lnTo>
                      <a:lnTo>
                        <a:pt x="1025" y="599"/>
                      </a:lnTo>
                      <a:lnTo>
                        <a:pt x="1003" y="593"/>
                      </a:lnTo>
                      <a:lnTo>
                        <a:pt x="993" y="620"/>
                      </a:lnTo>
                      <a:lnTo>
                        <a:pt x="985" y="636"/>
                      </a:lnTo>
                      <a:lnTo>
                        <a:pt x="972" y="652"/>
                      </a:lnTo>
                      <a:lnTo>
                        <a:pt x="907" y="648"/>
                      </a:lnTo>
                      <a:lnTo>
                        <a:pt x="895" y="660"/>
                      </a:lnTo>
                      <a:lnTo>
                        <a:pt x="888" y="684"/>
                      </a:lnTo>
                      <a:lnTo>
                        <a:pt x="851" y="682"/>
                      </a:lnTo>
                      <a:lnTo>
                        <a:pt x="837" y="696"/>
                      </a:lnTo>
                      <a:lnTo>
                        <a:pt x="803" y="726"/>
                      </a:lnTo>
                      <a:lnTo>
                        <a:pt x="778" y="717"/>
                      </a:lnTo>
                      <a:lnTo>
                        <a:pt x="786" y="703"/>
                      </a:lnTo>
                      <a:lnTo>
                        <a:pt x="801" y="682"/>
                      </a:lnTo>
                      <a:lnTo>
                        <a:pt x="812" y="691"/>
                      </a:lnTo>
                      <a:lnTo>
                        <a:pt x="815" y="654"/>
                      </a:lnTo>
                      <a:lnTo>
                        <a:pt x="834" y="657"/>
                      </a:lnTo>
                      <a:lnTo>
                        <a:pt x="818" y="628"/>
                      </a:lnTo>
                      <a:lnTo>
                        <a:pt x="767" y="619"/>
                      </a:lnTo>
                      <a:lnTo>
                        <a:pt x="752" y="564"/>
                      </a:lnTo>
                      <a:lnTo>
                        <a:pt x="696" y="571"/>
                      </a:lnTo>
                      <a:lnTo>
                        <a:pt x="698" y="580"/>
                      </a:lnTo>
                      <a:lnTo>
                        <a:pt x="653" y="576"/>
                      </a:lnTo>
                      <a:lnTo>
                        <a:pt x="622" y="576"/>
                      </a:lnTo>
                      <a:lnTo>
                        <a:pt x="625" y="565"/>
                      </a:lnTo>
                      <a:lnTo>
                        <a:pt x="197" y="567"/>
                      </a:lnTo>
                      <a:lnTo>
                        <a:pt x="177" y="540"/>
                      </a:lnTo>
                      <a:lnTo>
                        <a:pt x="156" y="525"/>
                      </a:lnTo>
                      <a:lnTo>
                        <a:pt x="139" y="506"/>
                      </a:lnTo>
                      <a:lnTo>
                        <a:pt x="138" y="482"/>
                      </a:lnTo>
                      <a:lnTo>
                        <a:pt x="136" y="462"/>
                      </a:lnTo>
                      <a:lnTo>
                        <a:pt x="121" y="463"/>
                      </a:lnTo>
                      <a:lnTo>
                        <a:pt x="119" y="449"/>
                      </a:lnTo>
                      <a:lnTo>
                        <a:pt x="110" y="444"/>
                      </a:lnTo>
                      <a:lnTo>
                        <a:pt x="112" y="421"/>
                      </a:lnTo>
                      <a:lnTo>
                        <a:pt x="119" y="408"/>
                      </a:lnTo>
                      <a:lnTo>
                        <a:pt x="130" y="397"/>
                      </a:lnTo>
                      <a:lnTo>
                        <a:pt x="109" y="392"/>
                      </a:lnTo>
                      <a:lnTo>
                        <a:pt x="103" y="365"/>
                      </a:lnTo>
                      <a:lnTo>
                        <a:pt x="94" y="361"/>
                      </a:lnTo>
                      <a:lnTo>
                        <a:pt x="90" y="341"/>
                      </a:lnTo>
                      <a:lnTo>
                        <a:pt x="66" y="314"/>
                      </a:lnTo>
                      <a:lnTo>
                        <a:pt x="56" y="313"/>
                      </a:lnTo>
                      <a:lnTo>
                        <a:pt x="53" y="324"/>
                      </a:lnTo>
                      <a:lnTo>
                        <a:pt x="44" y="324"/>
                      </a:lnTo>
                      <a:lnTo>
                        <a:pt x="40" y="333"/>
                      </a:lnTo>
                      <a:lnTo>
                        <a:pt x="26" y="324"/>
                      </a:lnTo>
                      <a:lnTo>
                        <a:pt x="21" y="303"/>
                      </a:lnTo>
                      <a:lnTo>
                        <a:pt x="15" y="297"/>
                      </a:lnTo>
                      <a:lnTo>
                        <a:pt x="0" y="303"/>
                      </a:lnTo>
                      <a:lnTo>
                        <a:pt x="72" y="57"/>
                      </a:lnTo>
                      <a:lnTo>
                        <a:pt x="118" y="65"/>
                      </a:lnTo>
                      <a:lnTo>
                        <a:pt x="159" y="85"/>
                      </a:lnTo>
                      <a:lnTo>
                        <a:pt x="177" y="86"/>
                      </a:lnTo>
                      <a:lnTo>
                        <a:pt x="178" y="71"/>
                      </a:lnTo>
                      <a:lnTo>
                        <a:pt x="194" y="58"/>
                      </a:lnTo>
                      <a:lnTo>
                        <a:pt x="233" y="34"/>
                      </a:lnTo>
                      <a:lnTo>
                        <a:pt x="245" y="40"/>
                      </a:lnTo>
                      <a:lnTo>
                        <a:pt x="216" y="58"/>
                      </a:lnTo>
                      <a:lnTo>
                        <a:pt x="247" y="57"/>
                      </a:lnTo>
                      <a:lnTo>
                        <a:pt x="257" y="46"/>
                      </a:lnTo>
                      <a:lnTo>
                        <a:pt x="264" y="34"/>
                      </a:lnTo>
                      <a:lnTo>
                        <a:pt x="274" y="29"/>
                      </a:lnTo>
                      <a:lnTo>
                        <a:pt x="287" y="53"/>
                      </a:lnTo>
                      <a:lnTo>
                        <a:pt x="306" y="55"/>
                      </a:lnTo>
                      <a:lnTo>
                        <a:pt x="315" y="46"/>
                      </a:lnTo>
                      <a:lnTo>
                        <a:pt x="325" y="62"/>
                      </a:lnTo>
                      <a:lnTo>
                        <a:pt x="340" y="52"/>
                      </a:lnTo>
                      <a:lnTo>
                        <a:pt x="399" y="71"/>
                      </a:lnTo>
                      <a:lnTo>
                        <a:pt x="437" y="72"/>
                      </a:lnTo>
                      <a:lnTo>
                        <a:pt x="465" y="86"/>
                      </a:lnTo>
                      <a:lnTo>
                        <a:pt x="460" y="107"/>
                      </a:lnTo>
                      <a:lnTo>
                        <a:pt x="497" y="95"/>
                      </a:lnTo>
                      <a:lnTo>
                        <a:pt x="525" y="121"/>
                      </a:lnTo>
                      <a:lnTo>
                        <a:pt x="544" y="120"/>
                      </a:lnTo>
                      <a:lnTo>
                        <a:pt x="542" y="107"/>
                      </a:lnTo>
                      <a:lnTo>
                        <a:pt x="564" y="84"/>
                      </a:lnTo>
                      <a:lnTo>
                        <a:pt x="588" y="102"/>
                      </a:lnTo>
                      <a:lnTo>
                        <a:pt x="659" y="107"/>
                      </a:lnTo>
                      <a:lnTo>
                        <a:pt x="672" y="90"/>
                      </a:lnTo>
                      <a:lnTo>
                        <a:pt x="692" y="88"/>
                      </a:lnTo>
                      <a:lnTo>
                        <a:pt x="703" y="104"/>
                      </a:lnTo>
                      <a:lnTo>
                        <a:pt x="721" y="95"/>
                      </a:lnTo>
                      <a:lnTo>
                        <a:pt x="737" y="84"/>
                      </a:lnTo>
                      <a:lnTo>
                        <a:pt x="729" y="52"/>
                      </a:lnTo>
                      <a:lnTo>
                        <a:pt x="708" y="37"/>
                      </a:lnTo>
                      <a:lnTo>
                        <a:pt x="723" y="28"/>
                      </a:lnTo>
                      <a:lnTo>
                        <a:pt x="732" y="13"/>
                      </a:lnTo>
                      <a:lnTo>
                        <a:pt x="754" y="0"/>
                      </a:lnTo>
                      <a:lnTo>
                        <a:pt x="776" y="19"/>
                      </a:lnTo>
                      <a:lnTo>
                        <a:pt x="769" y="37"/>
                      </a:lnTo>
                      <a:lnTo>
                        <a:pt x="773" y="53"/>
                      </a:lnTo>
                      <a:lnTo>
                        <a:pt x="786" y="65"/>
                      </a:lnTo>
                      <a:lnTo>
                        <a:pt x="794" y="88"/>
                      </a:lnTo>
                      <a:lnTo>
                        <a:pt x="812" y="65"/>
                      </a:lnTo>
                      <a:lnTo>
                        <a:pt x="822" y="85"/>
                      </a:lnTo>
                      <a:lnTo>
                        <a:pt x="821" y="117"/>
                      </a:lnTo>
                      <a:lnTo>
                        <a:pt x="834" y="117"/>
                      </a:lnTo>
                      <a:lnTo>
                        <a:pt x="840" y="99"/>
                      </a:lnTo>
                      <a:lnTo>
                        <a:pt x="860" y="79"/>
                      </a:lnTo>
                      <a:lnTo>
                        <a:pt x="868" y="53"/>
                      </a:lnTo>
                      <a:lnTo>
                        <a:pt x="904" y="57"/>
                      </a:lnTo>
                      <a:lnTo>
                        <a:pt x="913" y="83"/>
                      </a:lnTo>
                      <a:lnTo>
                        <a:pt x="898" y="90"/>
                      </a:lnTo>
                      <a:lnTo>
                        <a:pt x="906" y="123"/>
                      </a:lnTo>
                      <a:lnTo>
                        <a:pt x="860" y="146"/>
                      </a:lnTo>
                      <a:lnTo>
                        <a:pt x="854" y="136"/>
                      </a:lnTo>
                      <a:lnTo>
                        <a:pt x="830" y="137"/>
                      </a:lnTo>
                      <a:lnTo>
                        <a:pt x="827" y="156"/>
                      </a:lnTo>
                      <a:lnTo>
                        <a:pt x="799" y="156"/>
                      </a:lnTo>
                      <a:lnTo>
                        <a:pt x="791" y="148"/>
                      </a:lnTo>
                      <a:lnTo>
                        <a:pt x="778" y="149"/>
                      </a:lnTo>
                      <a:lnTo>
                        <a:pt x="779" y="160"/>
                      </a:lnTo>
                      <a:lnTo>
                        <a:pt x="806" y="171"/>
                      </a:lnTo>
                      <a:lnTo>
                        <a:pt x="799" y="195"/>
                      </a:lnTo>
                      <a:lnTo>
                        <a:pt x="785" y="205"/>
                      </a:lnTo>
                      <a:lnTo>
                        <a:pt x="763" y="208"/>
                      </a:lnTo>
                      <a:lnTo>
                        <a:pt x="750" y="228"/>
                      </a:lnTo>
                      <a:lnTo>
                        <a:pt x="720" y="251"/>
                      </a:lnTo>
                      <a:lnTo>
                        <a:pt x="694" y="274"/>
                      </a:lnTo>
                      <a:lnTo>
                        <a:pt x="673" y="306"/>
                      </a:lnTo>
                      <a:lnTo>
                        <a:pt x="672" y="330"/>
                      </a:lnTo>
                      <a:lnTo>
                        <a:pt x="691" y="333"/>
                      </a:lnTo>
                      <a:lnTo>
                        <a:pt x="701" y="374"/>
                      </a:lnTo>
                      <a:lnTo>
                        <a:pt x="745" y="379"/>
                      </a:lnTo>
                      <a:lnTo>
                        <a:pt x="773" y="406"/>
                      </a:lnTo>
                      <a:lnTo>
                        <a:pt x="791" y="408"/>
                      </a:lnTo>
                      <a:lnTo>
                        <a:pt x="806" y="426"/>
                      </a:lnTo>
                      <a:lnTo>
                        <a:pt x="836" y="424"/>
                      </a:lnTo>
                      <a:lnTo>
                        <a:pt x="833" y="459"/>
                      </a:lnTo>
                      <a:lnTo>
                        <a:pt x="830" y="489"/>
                      </a:lnTo>
                      <a:lnTo>
                        <a:pt x="841" y="512"/>
                      </a:lnTo>
                      <a:lnTo>
                        <a:pt x="854" y="513"/>
                      </a:lnTo>
                      <a:lnTo>
                        <a:pt x="865" y="501"/>
                      </a:lnTo>
                      <a:lnTo>
                        <a:pt x="877" y="512"/>
                      </a:lnTo>
                      <a:lnTo>
                        <a:pt x="882" y="499"/>
                      </a:lnTo>
                      <a:lnTo>
                        <a:pt x="889" y="463"/>
                      </a:lnTo>
                      <a:lnTo>
                        <a:pt x="888" y="450"/>
                      </a:lnTo>
                      <a:lnTo>
                        <a:pt x="891" y="426"/>
                      </a:lnTo>
                      <a:lnTo>
                        <a:pt x="914" y="414"/>
                      </a:lnTo>
                      <a:lnTo>
                        <a:pt x="915" y="413"/>
                      </a:lnTo>
                      <a:lnTo>
                        <a:pt x="916" y="409"/>
                      </a:lnTo>
                      <a:lnTo>
                        <a:pt x="916" y="403"/>
                      </a:lnTo>
                      <a:lnTo>
                        <a:pt x="917" y="395"/>
                      </a:lnTo>
                      <a:lnTo>
                        <a:pt x="919" y="387"/>
                      </a:lnTo>
                      <a:lnTo>
                        <a:pt x="919" y="377"/>
                      </a:lnTo>
                      <a:lnTo>
                        <a:pt x="919" y="368"/>
                      </a:lnTo>
                      <a:lnTo>
                        <a:pt x="917" y="358"/>
                      </a:lnTo>
                      <a:lnTo>
                        <a:pt x="916" y="350"/>
                      </a:lnTo>
                      <a:lnTo>
                        <a:pt x="914" y="342"/>
                      </a:lnTo>
                      <a:lnTo>
                        <a:pt x="910" y="337"/>
                      </a:lnTo>
                      <a:lnTo>
                        <a:pt x="906" y="332"/>
                      </a:lnTo>
                      <a:lnTo>
                        <a:pt x="922" y="325"/>
                      </a:lnTo>
                      <a:lnTo>
                        <a:pt x="926" y="294"/>
                      </a:lnTo>
                      <a:lnTo>
                        <a:pt x="923" y="283"/>
                      </a:lnTo>
                      <a:lnTo>
                        <a:pt x="926" y="257"/>
                      </a:lnTo>
                      <a:lnTo>
                        <a:pt x="943" y="232"/>
                      </a:lnTo>
                      <a:lnTo>
                        <a:pt x="969" y="246"/>
                      </a:lnTo>
                      <a:lnTo>
                        <a:pt x="1004" y="246"/>
                      </a:lnTo>
                      <a:lnTo>
                        <a:pt x="1017" y="259"/>
                      </a:lnTo>
                      <a:lnTo>
                        <a:pt x="1033" y="275"/>
                      </a:lnTo>
                      <a:lnTo>
                        <a:pt x="1054" y="283"/>
                      </a:lnTo>
                      <a:lnTo>
                        <a:pt x="1045" y="295"/>
                      </a:lnTo>
                      <a:lnTo>
                        <a:pt x="1046" y="340"/>
                      </a:lnTo>
                      <a:lnTo>
                        <a:pt x="1071" y="347"/>
                      </a:lnTo>
                      <a:lnTo>
                        <a:pt x="1096" y="338"/>
                      </a:lnTo>
                      <a:lnTo>
                        <a:pt x="1105" y="324"/>
                      </a:lnTo>
                      <a:lnTo>
                        <a:pt x="1119" y="30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5" id="45"/>
                <p:cNvSpPr/>
                <p:nvPr/>
              </p:nvSpPr>
              <p:spPr>
                <a:xfrm>
                  <a:off x="1798" y="2040"/>
                  <a:ext cx="91" cy="9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1" h="84" stroke="true" fill="norm" extrusionOk="true">
                      <a:moveTo>
                        <a:pt x="44" y="0"/>
                      </a:moveTo>
                      <a:lnTo>
                        <a:pt x="34" y="3"/>
                      </a:lnTo>
                      <a:lnTo>
                        <a:pt x="27" y="13"/>
                      </a:lnTo>
                      <a:lnTo>
                        <a:pt x="19" y="24"/>
                      </a:lnTo>
                      <a:lnTo>
                        <a:pt x="6" y="30"/>
                      </a:lnTo>
                      <a:lnTo>
                        <a:pt x="0" y="44"/>
                      </a:lnTo>
                      <a:lnTo>
                        <a:pt x="0" y="64"/>
                      </a:lnTo>
                      <a:lnTo>
                        <a:pt x="16" y="66"/>
                      </a:lnTo>
                      <a:lnTo>
                        <a:pt x="31" y="60"/>
                      </a:lnTo>
                      <a:lnTo>
                        <a:pt x="42" y="60"/>
                      </a:lnTo>
                      <a:lnTo>
                        <a:pt x="44" y="79"/>
                      </a:lnTo>
                      <a:lnTo>
                        <a:pt x="54" y="83"/>
                      </a:lnTo>
                      <a:lnTo>
                        <a:pt x="54" y="70"/>
                      </a:lnTo>
                      <a:lnTo>
                        <a:pt x="63" y="71"/>
                      </a:lnTo>
                      <a:lnTo>
                        <a:pt x="66" y="83"/>
                      </a:lnTo>
                      <a:lnTo>
                        <a:pt x="74" y="65"/>
                      </a:lnTo>
                      <a:lnTo>
                        <a:pt x="80" y="50"/>
                      </a:lnTo>
                      <a:lnTo>
                        <a:pt x="77" y="30"/>
                      </a:lnTo>
                      <a:lnTo>
                        <a:pt x="66" y="26"/>
                      </a:lnTo>
                      <a:lnTo>
                        <a:pt x="54" y="26"/>
                      </a:lnTo>
                      <a:lnTo>
                        <a:pt x="49" y="13"/>
                      </a:lnTo>
                      <a:lnTo>
                        <a:pt x="50" y="5"/>
                      </a:lnTo>
                      <a:lnTo>
                        <a:pt x="4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6" id="46"/>
                <p:cNvSpPr/>
                <p:nvPr/>
              </p:nvSpPr>
              <p:spPr>
                <a:xfrm>
                  <a:off x="947" y="1422"/>
                  <a:ext cx="159" cy="10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2" h="98" stroke="true" fill="norm" extrusionOk="true">
                      <a:moveTo>
                        <a:pt x="45" y="4"/>
                      </a:moveTo>
                      <a:lnTo>
                        <a:pt x="28" y="32"/>
                      </a:lnTo>
                      <a:lnTo>
                        <a:pt x="18" y="50"/>
                      </a:lnTo>
                      <a:lnTo>
                        <a:pt x="0" y="70"/>
                      </a:lnTo>
                      <a:lnTo>
                        <a:pt x="13" y="84"/>
                      </a:lnTo>
                      <a:lnTo>
                        <a:pt x="32" y="97"/>
                      </a:lnTo>
                      <a:lnTo>
                        <a:pt x="71" y="77"/>
                      </a:lnTo>
                      <a:lnTo>
                        <a:pt x="91" y="64"/>
                      </a:lnTo>
                      <a:lnTo>
                        <a:pt x="121" y="57"/>
                      </a:lnTo>
                      <a:lnTo>
                        <a:pt x="141" y="42"/>
                      </a:lnTo>
                      <a:lnTo>
                        <a:pt x="116" y="19"/>
                      </a:lnTo>
                      <a:lnTo>
                        <a:pt x="84" y="12"/>
                      </a:lnTo>
                      <a:lnTo>
                        <a:pt x="71" y="0"/>
                      </a:lnTo>
                      <a:lnTo>
                        <a:pt x="56" y="15"/>
                      </a:lnTo>
                      <a:lnTo>
                        <a:pt x="45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7" id="47"/>
                <p:cNvSpPr/>
                <p:nvPr/>
              </p:nvSpPr>
              <p:spPr>
                <a:xfrm>
                  <a:off x="1050" y="1470"/>
                  <a:ext cx="228" cy="1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3" h="109" stroke="true" fill="norm" extrusionOk="true">
                      <a:moveTo>
                        <a:pt x="62" y="9"/>
                      </a:moveTo>
                      <a:lnTo>
                        <a:pt x="34" y="25"/>
                      </a:lnTo>
                      <a:lnTo>
                        <a:pt x="34" y="37"/>
                      </a:lnTo>
                      <a:lnTo>
                        <a:pt x="2" y="40"/>
                      </a:lnTo>
                      <a:lnTo>
                        <a:pt x="0" y="53"/>
                      </a:lnTo>
                      <a:lnTo>
                        <a:pt x="52" y="62"/>
                      </a:lnTo>
                      <a:lnTo>
                        <a:pt x="12" y="72"/>
                      </a:lnTo>
                      <a:lnTo>
                        <a:pt x="4" y="80"/>
                      </a:lnTo>
                      <a:lnTo>
                        <a:pt x="32" y="95"/>
                      </a:lnTo>
                      <a:lnTo>
                        <a:pt x="57" y="108"/>
                      </a:lnTo>
                      <a:lnTo>
                        <a:pt x="92" y="108"/>
                      </a:lnTo>
                      <a:lnTo>
                        <a:pt x="151" y="105"/>
                      </a:lnTo>
                      <a:lnTo>
                        <a:pt x="188" y="98"/>
                      </a:lnTo>
                      <a:lnTo>
                        <a:pt x="179" y="72"/>
                      </a:lnTo>
                      <a:lnTo>
                        <a:pt x="202" y="68"/>
                      </a:lnTo>
                      <a:lnTo>
                        <a:pt x="177" y="53"/>
                      </a:lnTo>
                      <a:lnTo>
                        <a:pt x="161" y="22"/>
                      </a:lnTo>
                      <a:lnTo>
                        <a:pt x="169" y="5"/>
                      </a:lnTo>
                      <a:lnTo>
                        <a:pt x="139" y="0"/>
                      </a:lnTo>
                      <a:lnTo>
                        <a:pt x="132" y="32"/>
                      </a:lnTo>
                      <a:lnTo>
                        <a:pt x="117" y="14"/>
                      </a:lnTo>
                      <a:lnTo>
                        <a:pt x="104" y="5"/>
                      </a:lnTo>
                      <a:lnTo>
                        <a:pt x="94" y="22"/>
                      </a:lnTo>
                      <a:lnTo>
                        <a:pt x="85" y="3"/>
                      </a:lnTo>
                      <a:lnTo>
                        <a:pt x="62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8" id="48"/>
                <p:cNvSpPr/>
                <p:nvPr/>
              </p:nvSpPr>
              <p:spPr>
                <a:xfrm>
                  <a:off x="1228" y="1446"/>
                  <a:ext cx="35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0" h="15" stroke="true" fill="norm" extrusionOk="true">
                      <a:moveTo>
                        <a:pt x="15" y="14"/>
                      </a:moveTo>
                      <a:lnTo>
                        <a:pt x="18" y="14"/>
                      </a:lnTo>
                      <a:lnTo>
                        <a:pt x="19" y="14"/>
                      </a:lnTo>
                      <a:lnTo>
                        <a:pt x="21" y="14"/>
                      </a:lnTo>
                      <a:lnTo>
                        <a:pt x="23" y="13"/>
                      </a:lnTo>
                      <a:lnTo>
                        <a:pt x="25" y="12"/>
                      </a:lnTo>
                      <a:lnTo>
                        <a:pt x="26" y="11"/>
                      </a:lnTo>
                      <a:lnTo>
                        <a:pt x="28" y="11"/>
                      </a:lnTo>
                      <a:lnTo>
                        <a:pt x="29" y="10"/>
                      </a:lnTo>
                      <a:lnTo>
                        <a:pt x="29" y="9"/>
                      </a:lnTo>
                      <a:lnTo>
                        <a:pt x="29" y="8"/>
                      </a:lnTo>
                      <a:lnTo>
                        <a:pt x="29" y="7"/>
                      </a:lnTo>
                      <a:lnTo>
                        <a:pt x="29" y="6"/>
                      </a:lnTo>
                      <a:lnTo>
                        <a:pt x="29" y="4"/>
                      </a:lnTo>
                      <a:lnTo>
                        <a:pt x="28" y="3"/>
                      </a:lnTo>
                      <a:lnTo>
                        <a:pt x="26" y="3"/>
                      </a:lnTo>
                      <a:lnTo>
                        <a:pt x="25" y="2"/>
                      </a:lnTo>
                      <a:lnTo>
                        <a:pt x="23" y="1"/>
                      </a:lnTo>
                      <a:lnTo>
                        <a:pt x="21" y="0"/>
                      </a:lnTo>
                      <a:lnTo>
                        <a:pt x="19" y="0"/>
                      </a:lnTo>
                      <a:lnTo>
                        <a:pt x="18" y="0"/>
                      </a:lnTo>
                      <a:lnTo>
                        <a:pt x="15" y="0"/>
                      </a:lnTo>
                      <a:lnTo>
                        <a:pt x="13" y="0"/>
                      </a:lnTo>
                      <a:lnTo>
                        <a:pt x="11" y="0"/>
                      </a:lnTo>
                      <a:lnTo>
                        <a:pt x="10" y="0"/>
                      </a:lnTo>
                      <a:lnTo>
                        <a:pt x="8" y="1"/>
                      </a:lnTo>
                      <a:lnTo>
                        <a:pt x="6" y="2"/>
                      </a:lnTo>
                      <a:lnTo>
                        <a:pt x="5" y="2"/>
                      </a:lnTo>
                      <a:lnTo>
                        <a:pt x="4" y="3"/>
                      </a:lnTo>
                      <a:lnTo>
                        <a:pt x="2" y="3"/>
                      </a:lnTo>
                      <a:lnTo>
                        <a:pt x="2" y="4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8"/>
                      </a:lnTo>
                      <a:lnTo>
                        <a:pt x="1" y="9"/>
                      </a:lnTo>
                      <a:lnTo>
                        <a:pt x="2" y="10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2"/>
                      </a:lnTo>
                      <a:lnTo>
                        <a:pt x="6" y="12"/>
                      </a:lnTo>
                      <a:lnTo>
                        <a:pt x="8" y="13"/>
                      </a:lnTo>
                      <a:lnTo>
                        <a:pt x="10" y="14"/>
                      </a:lnTo>
                      <a:lnTo>
                        <a:pt x="11" y="14"/>
                      </a:lnTo>
                      <a:lnTo>
                        <a:pt x="13" y="14"/>
                      </a:lnTo>
                      <a:lnTo>
                        <a:pt x="15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49" id="49"/>
                <p:cNvSpPr/>
                <p:nvPr/>
              </p:nvSpPr>
              <p:spPr>
                <a:xfrm>
                  <a:off x="1032" y="1335"/>
                  <a:ext cx="98" cy="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6" h="55" stroke="true" fill="norm" extrusionOk="true">
                      <a:moveTo>
                        <a:pt x="85" y="0"/>
                      </a:moveTo>
                      <a:lnTo>
                        <a:pt x="63" y="8"/>
                      </a:lnTo>
                      <a:lnTo>
                        <a:pt x="30" y="24"/>
                      </a:lnTo>
                      <a:lnTo>
                        <a:pt x="2" y="31"/>
                      </a:lnTo>
                      <a:lnTo>
                        <a:pt x="0" y="49"/>
                      </a:lnTo>
                      <a:lnTo>
                        <a:pt x="37" y="54"/>
                      </a:lnTo>
                      <a:lnTo>
                        <a:pt x="63" y="29"/>
                      </a:lnTo>
                      <a:lnTo>
                        <a:pt x="85" y="29"/>
                      </a:lnTo>
                      <a:lnTo>
                        <a:pt x="8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0" id="50"/>
                <p:cNvSpPr/>
                <p:nvPr/>
              </p:nvSpPr>
              <p:spPr>
                <a:xfrm>
                  <a:off x="1091" y="1391"/>
                  <a:ext cx="18" cy="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26" stroke="true" fill="norm" extrusionOk="true">
                      <a:moveTo>
                        <a:pt x="7" y="25"/>
                      </a:moveTo>
                      <a:lnTo>
                        <a:pt x="6" y="25"/>
                      </a:lnTo>
                      <a:lnTo>
                        <a:pt x="4" y="24"/>
                      </a:lnTo>
                      <a:lnTo>
                        <a:pt x="3" y="24"/>
                      </a:lnTo>
                      <a:lnTo>
                        <a:pt x="3" y="23"/>
                      </a:lnTo>
                      <a:lnTo>
                        <a:pt x="2" y="22"/>
                      </a:lnTo>
                      <a:lnTo>
                        <a:pt x="2" y="21"/>
                      </a:lnTo>
                      <a:lnTo>
                        <a:pt x="2" y="20"/>
                      </a:lnTo>
                      <a:lnTo>
                        <a:pt x="1" y="18"/>
                      </a:lnTo>
                      <a:lnTo>
                        <a:pt x="1" y="16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11"/>
                      </a:lnTo>
                      <a:lnTo>
                        <a:pt x="1" y="9"/>
                      </a:lnTo>
                      <a:lnTo>
                        <a:pt x="1" y="8"/>
                      </a:lnTo>
                      <a:lnTo>
                        <a:pt x="2" y="6"/>
                      </a:lnTo>
                      <a:lnTo>
                        <a:pt x="2" y="5"/>
                      </a:lnTo>
                      <a:lnTo>
                        <a:pt x="2" y="4"/>
                      </a:lnTo>
                      <a:lnTo>
                        <a:pt x="3" y="3"/>
                      </a:lnTo>
                      <a:lnTo>
                        <a:pt x="3" y="2"/>
                      </a:lnTo>
                      <a:lnTo>
                        <a:pt x="4" y="2"/>
                      </a:lnTo>
                      <a:lnTo>
                        <a:pt x="6" y="1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11" y="2"/>
                      </a:lnTo>
                      <a:lnTo>
                        <a:pt x="12" y="3"/>
                      </a:lnTo>
                      <a:lnTo>
                        <a:pt x="12" y="4"/>
                      </a:lnTo>
                      <a:lnTo>
                        <a:pt x="13" y="5"/>
                      </a:lnTo>
                      <a:lnTo>
                        <a:pt x="13" y="6"/>
                      </a:lnTo>
                      <a:lnTo>
                        <a:pt x="14" y="8"/>
                      </a:lnTo>
                      <a:lnTo>
                        <a:pt x="14" y="9"/>
                      </a:lnTo>
                      <a:lnTo>
                        <a:pt x="14" y="11"/>
                      </a:lnTo>
                      <a:lnTo>
                        <a:pt x="14" y="13"/>
                      </a:lnTo>
                      <a:lnTo>
                        <a:pt x="14" y="15"/>
                      </a:lnTo>
                      <a:lnTo>
                        <a:pt x="14" y="16"/>
                      </a:lnTo>
                      <a:lnTo>
                        <a:pt x="14" y="18"/>
                      </a:lnTo>
                      <a:lnTo>
                        <a:pt x="13" y="20"/>
                      </a:lnTo>
                      <a:lnTo>
                        <a:pt x="13" y="21"/>
                      </a:lnTo>
                      <a:lnTo>
                        <a:pt x="12" y="22"/>
                      </a:lnTo>
                      <a:lnTo>
                        <a:pt x="12" y="23"/>
                      </a:lnTo>
                      <a:lnTo>
                        <a:pt x="11" y="24"/>
                      </a:lnTo>
                      <a:lnTo>
                        <a:pt x="9" y="25"/>
                      </a:lnTo>
                      <a:lnTo>
                        <a:pt x="8" y="25"/>
                      </a:lnTo>
                      <a:lnTo>
                        <a:pt x="7" y="2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1" id="51"/>
                <p:cNvSpPr/>
                <p:nvPr/>
              </p:nvSpPr>
              <p:spPr>
                <a:xfrm>
                  <a:off x="1124" y="1364"/>
                  <a:ext cx="147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1" h="64" stroke="true" fill="norm" extrusionOk="true">
                      <a:moveTo>
                        <a:pt x="45" y="20"/>
                      </a:moveTo>
                      <a:lnTo>
                        <a:pt x="33" y="33"/>
                      </a:lnTo>
                      <a:lnTo>
                        <a:pt x="5" y="33"/>
                      </a:lnTo>
                      <a:lnTo>
                        <a:pt x="0" y="55"/>
                      </a:lnTo>
                      <a:lnTo>
                        <a:pt x="30" y="63"/>
                      </a:lnTo>
                      <a:lnTo>
                        <a:pt x="55" y="59"/>
                      </a:lnTo>
                      <a:lnTo>
                        <a:pt x="77" y="51"/>
                      </a:lnTo>
                      <a:lnTo>
                        <a:pt x="105" y="46"/>
                      </a:lnTo>
                      <a:lnTo>
                        <a:pt x="130" y="54"/>
                      </a:lnTo>
                      <a:lnTo>
                        <a:pt x="117" y="26"/>
                      </a:lnTo>
                      <a:lnTo>
                        <a:pt x="90" y="18"/>
                      </a:lnTo>
                      <a:lnTo>
                        <a:pt x="85" y="0"/>
                      </a:lnTo>
                      <a:lnTo>
                        <a:pt x="62" y="3"/>
                      </a:lnTo>
                      <a:lnTo>
                        <a:pt x="60" y="18"/>
                      </a:lnTo>
                      <a:lnTo>
                        <a:pt x="45" y="2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2" id="52"/>
                <p:cNvSpPr/>
                <p:nvPr/>
              </p:nvSpPr>
              <p:spPr>
                <a:xfrm>
                  <a:off x="1172" y="1326"/>
                  <a:ext cx="47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31" stroke="true" fill="norm" extrusionOk="true">
                      <a:moveTo>
                        <a:pt x="26" y="2"/>
                      </a:moveTo>
                      <a:lnTo>
                        <a:pt x="8" y="2"/>
                      </a:lnTo>
                      <a:lnTo>
                        <a:pt x="0" y="17"/>
                      </a:lnTo>
                      <a:lnTo>
                        <a:pt x="0" y="30"/>
                      </a:lnTo>
                      <a:lnTo>
                        <a:pt x="18" y="20"/>
                      </a:lnTo>
                      <a:lnTo>
                        <a:pt x="38" y="15"/>
                      </a:lnTo>
                      <a:lnTo>
                        <a:pt x="40" y="0"/>
                      </a:lnTo>
                      <a:lnTo>
                        <a:pt x="26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3" id="53"/>
                <p:cNvSpPr/>
                <p:nvPr/>
              </p:nvSpPr>
              <p:spPr>
                <a:xfrm>
                  <a:off x="1171" y="1286"/>
                  <a:ext cx="56" cy="3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1" h="27" stroke="true" fill="norm" extrusionOk="true">
                      <a:moveTo>
                        <a:pt x="13" y="7"/>
                      </a:moveTo>
                      <a:lnTo>
                        <a:pt x="25" y="0"/>
                      </a:lnTo>
                      <a:lnTo>
                        <a:pt x="42" y="2"/>
                      </a:lnTo>
                      <a:lnTo>
                        <a:pt x="50" y="15"/>
                      </a:lnTo>
                      <a:lnTo>
                        <a:pt x="28" y="23"/>
                      </a:lnTo>
                      <a:lnTo>
                        <a:pt x="0" y="26"/>
                      </a:lnTo>
                      <a:lnTo>
                        <a:pt x="13" y="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4" id="54"/>
                <p:cNvSpPr/>
                <p:nvPr/>
              </p:nvSpPr>
              <p:spPr>
                <a:xfrm>
                  <a:off x="1278" y="1286"/>
                  <a:ext cx="78" cy="5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0" h="45" stroke="true" fill="norm" extrusionOk="true">
                      <a:moveTo>
                        <a:pt x="13" y="0"/>
                      </a:moveTo>
                      <a:lnTo>
                        <a:pt x="31" y="2"/>
                      </a:lnTo>
                      <a:lnTo>
                        <a:pt x="48" y="7"/>
                      </a:lnTo>
                      <a:lnTo>
                        <a:pt x="64" y="25"/>
                      </a:lnTo>
                      <a:lnTo>
                        <a:pt x="69" y="40"/>
                      </a:lnTo>
                      <a:lnTo>
                        <a:pt x="39" y="44"/>
                      </a:lnTo>
                      <a:lnTo>
                        <a:pt x="31" y="29"/>
                      </a:lnTo>
                      <a:lnTo>
                        <a:pt x="13" y="27"/>
                      </a:lnTo>
                      <a:lnTo>
                        <a:pt x="0" y="9"/>
                      </a:lnTo>
                      <a:lnTo>
                        <a:pt x="13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5" id="55"/>
                <p:cNvSpPr/>
                <p:nvPr/>
              </p:nvSpPr>
              <p:spPr>
                <a:xfrm>
                  <a:off x="1278" y="1442"/>
                  <a:ext cx="75" cy="7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7" h="70" stroke="true" fill="norm" extrusionOk="true">
                      <a:moveTo>
                        <a:pt x="23" y="5"/>
                      </a:moveTo>
                      <a:lnTo>
                        <a:pt x="28" y="21"/>
                      </a:lnTo>
                      <a:lnTo>
                        <a:pt x="25" y="38"/>
                      </a:lnTo>
                      <a:lnTo>
                        <a:pt x="3" y="26"/>
                      </a:lnTo>
                      <a:lnTo>
                        <a:pt x="0" y="41"/>
                      </a:lnTo>
                      <a:lnTo>
                        <a:pt x="21" y="53"/>
                      </a:lnTo>
                      <a:lnTo>
                        <a:pt x="31" y="66"/>
                      </a:lnTo>
                      <a:lnTo>
                        <a:pt x="53" y="69"/>
                      </a:lnTo>
                      <a:lnTo>
                        <a:pt x="66" y="46"/>
                      </a:lnTo>
                      <a:lnTo>
                        <a:pt x="58" y="28"/>
                      </a:lnTo>
                      <a:lnTo>
                        <a:pt x="61" y="0"/>
                      </a:lnTo>
                      <a:lnTo>
                        <a:pt x="23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6" id="56"/>
                <p:cNvSpPr/>
                <p:nvPr/>
              </p:nvSpPr>
              <p:spPr>
                <a:xfrm>
                  <a:off x="1296" y="1556"/>
                  <a:ext cx="46" cy="3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2" h="32" stroke="true" fill="norm" extrusionOk="true">
                      <a:moveTo>
                        <a:pt x="20" y="0"/>
                      </a:moveTo>
                      <a:lnTo>
                        <a:pt x="5" y="10"/>
                      </a:lnTo>
                      <a:lnTo>
                        <a:pt x="0" y="28"/>
                      </a:lnTo>
                      <a:lnTo>
                        <a:pt x="25" y="31"/>
                      </a:lnTo>
                      <a:lnTo>
                        <a:pt x="41" y="21"/>
                      </a:lnTo>
                      <a:lnTo>
                        <a:pt x="2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7" id="57"/>
                <p:cNvSpPr/>
                <p:nvPr/>
              </p:nvSpPr>
              <p:spPr>
                <a:xfrm>
                  <a:off x="1375" y="1439"/>
                  <a:ext cx="76" cy="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7" h="55" stroke="true" fill="norm" extrusionOk="true">
                      <a:moveTo>
                        <a:pt x="0" y="54"/>
                      </a:moveTo>
                      <a:lnTo>
                        <a:pt x="2" y="31"/>
                      </a:lnTo>
                      <a:lnTo>
                        <a:pt x="9" y="10"/>
                      </a:lnTo>
                      <a:lnTo>
                        <a:pt x="32" y="0"/>
                      </a:lnTo>
                      <a:lnTo>
                        <a:pt x="52" y="3"/>
                      </a:lnTo>
                      <a:lnTo>
                        <a:pt x="66" y="8"/>
                      </a:lnTo>
                      <a:lnTo>
                        <a:pt x="53" y="23"/>
                      </a:lnTo>
                      <a:lnTo>
                        <a:pt x="33" y="39"/>
                      </a:lnTo>
                      <a:lnTo>
                        <a:pt x="19" y="39"/>
                      </a:lnTo>
                      <a:lnTo>
                        <a:pt x="14" y="54"/>
                      </a:lnTo>
                      <a:lnTo>
                        <a:pt x="0" y="5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8" id="58"/>
                <p:cNvSpPr/>
                <p:nvPr/>
              </p:nvSpPr>
              <p:spPr>
                <a:xfrm>
                  <a:off x="1456" y="1446"/>
                  <a:ext cx="363" cy="3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3" h="289" stroke="true" fill="norm" extrusionOk="true">
                      <a:moveTo>
                        <a:pt x="47" y="0"/>
                      </a:moveTo>
                      <a:lnTo>
                        <a:pt x="17" y="9"/>
                      </a:lnTo>
                      <a:lnTo>
                        <a:pt x="0" y="40"/>
                      </a:lnTo>
                      <a:lnTo>
                        <a:pt x="3" y="67"/>
                      </a:lnTo>
                      <a:lnTo>
                        <a:pt x="25" y="76"/>
                      </a:lnTo>
                      <a:lnTo>
                        <a:pt x="15" y="87"/>
                      </a:lnTo>
                      <a:lnTo>
                        <a:pt x="20" y="96"/>
                      </a:lnTo>
                      <a:lnTo>
                        <a:pt x="68" y="89"/>
                      </a:lnTo>
                      <a:lnTo>
                        <a:pt x="97" y="104"/>
                      </a:lnTo>
                      <a:lnTo>
                        <a:pt x="120" y="89"/>
                      </a:lnTo>
                      <a:lnTo>
                        <a:pt x="147" y="114"/>
                      </a:lnTo>
                      <a:lnTo>
                        <a:pt x="145" y="131"/>
                      </a:lnTo>
                      <a:lnTo>
                        <a:pt x="170" y="131"/>
                      </a:lnTo>
                      <a:lnTo>
                        <a:pt x="185" y="144"/>
                      </a:lnTo>
                      <a:lnTo>
                        <a:pt x="187" y="171"/>
                      </a:lnTo>
                      <a:lnTo>
                        <a:pt x="160" y="201"/>
                      </a:lnTo>
                      <a:lnTo>
                        <a:pt x="115" y="211"/>
                      </a:lnTo>
                      <a:lnTo>
                        <a:pt x="105" y="226"/>
                      </a:lnTo>
                      <a:lnTo>
                        <a:pt x="123" y="243"/>
                      </a:lnTo>
                      <a:lnTo>
                        <a:pt x="160" y="233"/>
                      </a:lnTo>
                      <a:lnTo>
                        <a:pt x="197" y="263"/>
                      </a:lnTo>
                      <a:lnTo>
                        <a:pt x="247" y="288"/>
                      </a:lnTo>
                      <a:lnTo>
                        <a:pt x="230" y="248"/>
                      </a:lnTo>
                      <a:lnTo>
                        <a:pt x="264" y="270"/>
                      </a:lnTo>
                      <a:lnTo>
                        <a:pt x="275" y="246"/>
                      </a:lnTo>
                      <a:lnTo>
                        <a:pt x="267" y="215"/>
                      </a:lnTo>
                      <a:lnTo>
                        <a:pt x="242" y="211"/>
                      </a:lnTo>
                      <a:lnTo>
                        <a:pt x="245" y="182"/>
                      </a:lnTo>
                      <a:lnTo>
                        <a:pt x="258" y="178"/>
                      </a:lnTo>
                      <a:lnTo>
                        <a:pt x="297" y="218"/>
                      </a:lnTo>
                      <a:lnTo>
                        <a:pt x="312" y="193"/>
                      </a:lnTo>
                      <a:lnTo>
                        <a:pt x="322" y="176"/>
                      </a:lnTo>
                      <a:lnTo>
                        <a:pt x="297" y="159"/>
                      </a:lnTo>
                      <a:lnTo>
                        <a:pt x="270" y="151"/>
                      </a:lnTo>
                      <a:lnTo>
                        <a:pt x="250" y="123"/>
                      </a:lnTo>
                      <a:lnTo>
                        <a:pt x="264" y="106"/>
                      </a:lnTo>
                      <a:lnTo>
                        <a:pt x="253" y="84"/>
                      </a:lnTo>
                      <a:lnTo>
                        <a:pt x="212" y="67"/>
                      </a:lnTo>
                      <a:lnTo>
                        <a:pt x="187" y="54"/>
                      </a:lnTo>
                      <a:lnTo>
                        <a:pt x="168" y="22"/>
                      </a:lnTo>
                      <a:lnTo>
                        <a:pt x="117" y="27"/>
                      </a:lnTo>
                      <a:lnTo>
                        <a:pt x="103" y="47"/>
                      </a:lnTo>
                      <a:lnTo>
                        <a:pt x="109" y="2"/>
                      </a:lnTo>
                      <a:lnTo>
                        <a:pt x="75" y="0"/>
                      </a:lnTo>
                      <a:lnTo>
                        <a:pt x="58" y="22"/>
                      </a:lnTo>
                      <a:lnTo>
                        <a:pt x="55" y="40"/>
                      </a:lnTo>
                      <a:lnTo>
                        <a:pt x="37" y="36"/>
                      </a:lnTo>
                      <a:lnTo>
                        <a:pt x="47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59" id="59"/>
                <p:cNvSpPr/>
                <p:nvPr/>
              </p:nvSpPr>
              <p:spPr>
                <a:xfrm>
                  <a:off x="1591" y="1615"/>
                  <a:ext cx="30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" h="30" stroke="true" fill="norm" extrusionOk="true">
                      <a:moveTo>
                        <a:pt x="3" y="29"/>
                      </a:moveTo>
                      <a:lnTo>
                        <a:pt x="2" y="29"/>
                      </a:lnTo>
                      <a:lnTo>
                        <a:pt x="1" y="28"/>
                      </a:lnTo>
                      <a:lnTo>
                        <a:pt x="0" y="28"/>
                      </a:lnTo>
                      <a:lnTo>
                        <a:pt x="0" y="27"/>
                      </a:lnTo>
                      <a:lnTo>
                        <a:pt x="1" y="25"/>
                      </a:lnTo>
                      <a:lnTo>
                        <a:pt x="2" y="24"/>
                      </a:lnTo>
                      <a:lnTo>
                        <a:pt x="2" y="22"/>
                      </a:lnTo>
                      <a:lnTo>
                        <a:pt x="3" y="20"/>
                      </a:lnTo>
                      <a:lnTo>
                        <a:pt x="3" y="18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3" y="12"/>
                      </a:lnTo>
                      <a:lnTo>
                        <a:pt x="4" y="11"/>
                      </a:lnTo>
                      <a:lnTo>
                        <a:pt x="4" y="10"/>
                      </a:lnTo>
                      <a:lnTo>
                        <a:pt x="5" y="7"/>
                      </a:lnTo>
                      <a:lnTo>
                        <a:pt x="6" y="7"/>
                      </a:lnTo>
                      <a:lnTo>
                        <a:pt x="7" y="5"/>
                      </a:lnTo>
                      <a:lnTo>
                        <a:pt x="7" y="4"/>
                      </a:lnTo>
                      <a:lnTo>
                        <a:pt x="9" y="3"/>
                      </a:lnTo>
                      <a:lnTo>
                        <a:pt x="10" y="2"/>
                      </a:lnTo>
                      <a:lnTo>
                        <a:pt x="11" y="2"/>
                      </a:lnTo>
                      <a:lnTo>
                        <a:pt x="12" y="1"/>
                      </a:lnTo>
                      <a:lnTo>
                        <a:pt x="14" y="1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8" y="1"/>
                      </a:lnTo>
                      <a:lnTo>
                        <a:pt x="19" y="2"/>
                      </a:lnTo>
                      <a:lnTo>
                        <a:pt x="21" y="2"/>
                      </a:lnTo>
                      <a:lnTo>
                        <a:pt x="23" y="3"/>
                      </a:lnTo>
                      <a:lnTo>
                        <a:pt x="23" y="4"/>
                      </a:lnTo>
                      <a:lnTo>
                        <a:pt x="23" y="5"/>
                      </a:lnTo>
                      <a:lnTo>
                        <a:pt x="24" y="7"/>
                      </a:lnTo>
                      <a:lnTo>
                        <a:pt x="25" y="7"/>
                      </a:lnTo>
                      <a:lnTo>
                        <a:pt x="26" y="10"/>
                      </a:lnTo>
                      <a:lnTo>
                        <a:pt x="26" y="11"/>
                      </a:lnTo>
                      <a:lnTo>
                        <a:pt x="26" y="12"/>
                      </a:lnTo>
                      <a:lnTo>
                        <a:pt x="26" y="14"/>
                      </a:lnTo>
                      <a:lnTo>
                        <a:pt x="25" y="17"/>
                      </a:lnTo>
                      <a:lnTo>
                        <a:pt x="23" y="18"/>
                      </a:lnTo>
                      <a:lnTo>
                        <a:pt x="22" y="20"/>
                      </a:lnTo>
                      <a:lnTo>
                        <a:pt x="19" y="22"/>
                      </a:lnTo>
                      <a:lnTo>
                        <a:pt x="16" y="24"/>
                      </a:lnTo>
                      <a:lnTo>
                        <a:pt x="15" y="25"/>
                      </a:lnTo>
                      <a:lnTo>
                        <a:pt x="11" y="27"/>
                      </a:lnTo>
                      <a:lnTo>
                        <a:pt x="9" y="28"/>
                      </a:lnTo>
                      <a:lnTo>
                        <a:pt x="7" y="28"/>
                      </a:lnTo>
                      <a:lnTo>
                        <a:pt x="4" y="29"/>
                      </a:lnTo>
                      <a:lnTo>
                        <a:pt x="3" y="2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0" id="60"/>
                <p:cNvSpPr/>
                <p:nvPr/>
              </p:nvSpPr>
              <p:spPr>
                <a:xfrm>
                  <a:off x="1574" y="1570"/>
                  <a:ext cx="17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31" stroke="true" fill="norm" extrusionOk="true">
                      <a:moveTo>
                        <a:pt x="7" y="30"/>
                      </a:moveTo>
                      <a:lnTo>
                        <a:pt x="6" y="30"/>
                      </a:lnTo>
                      <a:lnTo>
                        <a:pt x="4" y="29"/>
                      </a:lnTo>
                      <a:lnTo>
                        <a:pt x="4" y="27"/>
                      </a:lnTo>
                      <a:lnTo>
                        <a:pt x="3" y="26"/>
                      </a:lnTo>
                      <a:lnTo>
                        <a:pt x="2" y="26"/>
                      </a:lnTo>
                      <a:lnTo>
                        <a:pt x="2" y="24"/>
                      </a:lnTo>
                      <a:lnTo>
                        <a:pt x="2" y="22"/>
                      </a:lnTo>
                      <a:lnTo>
                        <a:pt x="1" y="20"/>
                      </a:lnTo>
                      <a:lnTo>
                        <a:pt x="1" y="19"/>
                      </a:lnTo>
                      <a:lnTo>
                        <a:pt x="1" y="17"/>
                      </a:lnTo>
                      <a:lnTo>
                        <a:pt x="0" y="14"/>
                      </a:lnTo>
                      <a:lnTo>
                        <a:pt x="1" y="13"/>
                      </a:lnTo>
                      <a:lnTo>
                        <a:pt x="1" y="11"/>
                      </a:lnTo>
                      <a:lnTo>
                        <a:pt x="1" y="10"/>
                      </a:lnTo>
                      <a:lnTo>
                        <a:pt x="2" y="7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4" y="3"/>
                      </a:lnTo>
                      <a:lnTo>
                        <a:pt x="4" y="2"/>
                      </a:lnTo>
                      <a:lnTo>
                        <a:pt x="6" y="1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11" y="2"/>
                      </a:lnTo>
                      <a:lnTo>
                        <a:pt x="11" y="3"/>
                      </a:lnTo>
                      <a:lnTo>
                        <a:pt x="12" y="4"/>
                      </a:lnTo>
                      <a:lnTo>
                        <a:pt x="13" y="6"/>
                      </a:lnTo>
                      <a:lnTo>
                        <a:pt x="13" y="7"/>
                      </a:lnTo>
                      <a:lnTo>
                        <a:pt x="14" y="10"/>
                      </a:lnTo>
                      <a:lnTo>
                        <a:pt x="14" y="11"/>
                      </a:lnTo>
                      <a:lnTo>
                        <a:pt x="14" y="13"/>
                      </a:lnTo>
                      <a:lnTo>
                        <a:pt x="14" y="14"/>
                      </a:lnTo>
                      <a:lnTo>
                        <a:pt x="14" y="17"/>
                      </a:lnTo>
                      <a:lnTo>
                        <a:pt x="14" y="19"/>
                      </a:lnTo>
                      <a:lnTo>
                        <a:pt x="14" y="20"/>
                      </a:lnTo>
                      <a:lnTo>
                        <a:pt x="13" y="22"/>
                      </a:lnTo>
                      <a:lnTo>
                        <a:pt x="13" y="24"/>
                      </a:lnTo>
                      <a:lnTo>
                        <a:pt x="12" y="26"/>
                      </a:lnTo>
                      <a:lnTo>
                        <a:pt x="11" y="27"/>
                      </a:lnTo>
                      <a:lnTo>
                        <a:pt x="11" y="29"/>
                      </a:lnTo>
                      <a:lnTo>
                        <a:pt x="9" y="30"/>
                      </a:lnTo>
                      <a:lnTo>
                        <a:pt x="8" y="30"/>
                      </a:lnTo>
                      <a:lnTo>
                        <a:pt x="7" y="3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1" id="61"/>
                <p:cNvSpPr/>
                <p:nvPr/>
              </p:nvSpPr>
              <p:spPr>
                <a:xfrm>
                  <a:off x="1449" y="1689"/>
                  <a:ext cx="66" cy="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9" h="51" stroke="true" fill="norm" extrusionOk="true">
                      <a:moveTo>
                        <a:pt x="26" y="0"/>
                      </a:moveTo>
                      <a:lnTo>
                        <a:pt x="50" y="8"/>
                      </a:lnTo>
                      <a:lnTo>
                        <a:pt x="58" y="23"/>
                      </a:lnTo>
                      <a:lnTo>
                        <a:pt x="38" y="31"/>
                      </a:lnTo>
                      <a:lnTo>
                        <a:pt x="15" y="50"/>
                      </a:lnTo>
                      <a:lnTo>
                        <a:pt x="0" y="31"/>
                      </a:lnTo>
                      <a:lnTo>
                        <a:pt x="3" y="10"/>
                      </a:lnTo>
                      <a:lnTo>
                        <a:pt x="26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2" id="62"/>
                <p:cNvSpPr/>
                <p:nvPr/>
              </p:nvSpPr>
              <p:spPr>
                <a:xfrm>
                  <a:off x="1281" y="1364"/>
                  <a:ext cx="79" cy="5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1" h="46" stroke="true" fill="norm" extrusionOk="true">
                      <a:moveTo>
                        <a:pt x="30" y="18"/>
                      </a:moveTo>
                      <a:lnTo>
                        <a:pt x="50" y="5"/>
                      </a:lnTo>
                      <a:lnTo>
                        <a:pt x="70" y="7"/>
                      </a:lnTo>
                      <a:lnTo>
                        <a:pt x="68" y="37"/>
                      </a:lnTo>
                      <a:lnTo>
                        <a:pt x="26" y="45"/>
                      </a:lnTo>
                      <a:lnTo>
                        <a:pt x="13" y="30"/>
                      </a:lnTo>
                      <a:lnTo>
                        <a:pt x="0" y="10"/>
                      </a:lnTo>
                      <a:lnTo>
                        <a:pt x="10" y="0"/>
                      </a:lnTo>
                      <a:lnTo>
                        <a:pt x="22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3" id="63"/>
                <p:cNvSpPr/>
                <p:nvPr/>
              </p:nvSpPr>
              <p:spPr>
                <a:xfrm>
                  <a:off x="1382" y="1295"/>
                  <a:ext cx="40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6" h="37" stroke="true" fill="norm" extrusionOk="true">
                      <a:moveTo>
                        <a:pt x="0" y="7"/>
                      </a:moveTo>
                      <a:lnTo>
                        <a:pt x="0" y="25"/>
                      </a:lnTo>
                      <a:lnTo>
                        <a:pt x="13" y="36"/>
                      </a:lnTo>
                      <a:lnTo>
                        <a:pt x="27" y="34"/>
                      </a:lnTo>
                      <a:lnTo>
                        <a:pt x="35" y="17"/>
                      </a:lnTo>
                      <a:lnTo>
                        <a:pt x="23" y="0"/>
                      </a:lnTo>
                      <a:lnTo>
                        <a:pt x="0" y="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4" id="64"/>
                <p:cNvSpPr/>
                <p:nvPr/>
              </p:nvSpPr>
              <p:spPr>
                <a:xfrm>
                  <a:off x="1375" y="1253"/>
                  <a:ext cx="28" cy="2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" h="21" stroke="true" fill="norm" extrusionOk="true">
                      <a:moveTo>
                        <a:pt x="2" y="0"/>
                      </a:moveTo>
                      <a:lnTo>
                        <a:pt x="0" y="20"/>
                      </a:lnTo>
                      <a:lnTo>
                        <a:pt x="19" y="20"/>
                      </a:lnTo>
                      <a:lnTo>
                        <a:pt x="24" y="5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5" id="65"/>
                <p:cNvSpPr/>
                <p:nvPr/>
              </p:nvSpPr>
              <p:spPr>
                <a:xfrm>
                  <a:off x="1433" y="1217"/>
                  <a:ext cx="93" cy="9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3" h="89" stroke="true" fill="norm" extrusionOk="true">
                      <a:moveTo>
                        <a:pt x="27" y="0"/>
                      </a:moveTo>
                      <a:lnTo>
                        <a:pt x="15" y="18"/>
                      </a:lnTo>
                      <a:lnTo>
                        <a:pt x="0" y="35"/>
                      </a:lnTo>
                      <a:lnTo>
                        <a:pt x="2" y="56"/>
                      </a:lnTo>
                      <a:lnTo>
                        <a:pt x="20" y="56"/>
                      </a:lnTo>
                      <a:lnTo>
                        <a:pt x="17" y="67"/>
                      </a:lnTo>
                      <a:lnTo>
                        <a:pt x="22" y="83"/>
                      </a:lnTo>
                      <a:lnTo>
                        <a:pt x="67" y="88"/>
                      </a:lnTo>
                      <a:lnTo>
                        <a:pt x="80" y="70"/>
                      </a:lnTo>
                      <a:lnTo>
                        <a:pt x="82" y="43"/>
                      </a:lnTo>
                      <a:lnTo>
                        <a:pt x="65" y="20"/>
                      </a:lnTo>
                      <a:lnTo>
                        <a:pt x="27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6" id="66"/>
                <p:cNvSpPr/>
                <p:nvPr/>
              </p:nvSpPr>
              <p:spPr>
                <a:xfrm>
                  <a:off x="1487" y="1160"/>
                  <a:ext cx="395" cy="2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53" h="201" stroke="true" fill="norm" extrusionOk="true">
                      <a:moveTo>
                        <a:pt x="27" y="37"/>
                      </a:moveTo>
                      <a:lnTo>
                        <a:pt x="34" y="53"/>
                      </a:lnTo>
                      <a:lnTo>
                        <a:pt x="47" y="68"/>
                      </a:lnTo>
                      <a:lnTo>
                        <a:pt x="59" y="72"/>
                      </a:lnTo>
                      <a:lnTo>
                        <a:pt x="85" y="80"/>
                      </a:lnTo>
                      <a:lnTo>
                        <a:pt x="107" y="69"/>
                      </a:lnTo>
                      <a:lnTo>
                        <a:pt x="137" y="62"/>
                      </a:lnTo>
                      <a:lnTo>
                        <a:pt x="148" y="58"/>
                      </a:lnTo>
                      <a:lnTo>
                        <a:pt x="148" y="75"/>
                      </a:lnTo>
                      <a:lnTo>
                        <a:pt x="115" y="82"/>
                      </a:lnTo>
                      <a:lnTo>
                        <a:pt x="95" y="92"/>
                      </a:lnTo>
                      <a:lnTo>
                        <a:pt x="112" y="100"/>
                      </a:lnTo>
                      <a:lnTo>
                        <a:pt x="80" y="100"/>
                      </a:lnTo>
                      <a:lnTo>
                        <a:pt x="64" y="90"/>
                      </a:lnTo>
                      <a:lnTo>
                        <a:pt x="62" y="109"/>
                      </a:lnTo>
                      <a:lnTo>
                        <a:pt x="75" y="127"/>
                      </a:lnTo>
                      <a:lnTo>
                        <a:pt x="59" y="140"/>
                      </a:lnTo>
                      <a:lnTo>
                        <a:pt x="47" y="149"/>
                      </a:lnTo>
                      <a:lnTo>
                        <a:pt x="32" y="160"/>
                      </a:lnTo>
                      <a:lnTo>
                        <a:pt x="25" y="172"/>
                      </a:lnTo>
                      <a:lnTo>
                        <a:pt x="0" y="167"/>
                      </a:lnTo>
                      <a:lnTo>
                        <a:pt x="12" y="189"/>
                      </a:lnTo>
                      <a:lnTo>
                        <a:pt x="81" y="200"/>
                      </a:lnTo>
                      <a:lnTo>
                        <a:pt x="121" y="192"/>
                      </a:lnTo>
                      <a:lnTo>
                        <a:pt x="140" y="172"/>
                      </a:lnTo>
                      <a:lnTo>
                        <a:pt x="125" y="153"/>
                      </a:lnTo>
                      <a:lnTo>
                        <a:pt x="140" y="147"/>
                      </a:lnTo>
                      <a:lnTo>
                        <a:pt x="157" y="142"/>
                      </a:lnTo>
                      <a:lnTo>
                        <a:pt x="182" y="117"/>
                      </a:lnTo>
                      <a:lnTo>
                        <a:pt x="189" y="105"/>
                      </a:lnTo>
                      <a:lnTo>
                        <a:pt x="210" y="92"/>
                      </a:lnTo>
                      <a:lnTo>
                        <a:pt x="237" y="100"/>
                      </a:lnTo>
                      <a:lnTo>
                        <a:pt x="287" y="58"/>
                      </a:lnTo>
                      <a:lnTo>
                        <a:pt x="277" y="40"/>
                      </a:lnTo>
                      <a:lnTo>
                        <a:pt x="322" y="32"/>
                      </a:lnTo>
                      <a:lnTo>
                        <a:pt x="352" y="20"/>
                      </a:lnTo>
                      <a:lnTo>
                        <a:pt x="335" y="3"/>
                      </a:lnTo>
                      <a:lnTo>
                        <a:pt x="305" y="3"/>
                      </a:lnTo>
                      <a:lnTo>
                        <a:pt x="230" y="0"/>
                      </a:lnTo>
                      <a:lnTo>
                        <a:pt x="204" y="20"/>
                      </a:lnTo>
                      <a:lnTo>
                        <a:pt x="182" y="0"/>
                      </a:lnTo>
                      <a:lnTo>
                        <a:pt x="180" y="10"/>
                      </a:lnTo>
                      <a:lnTo>
                        <a:pt x="137" y="7"/>
                      </a:lnTo>
                      <a:lnTo>
                        <a:pt x="117" y="30"/>
                      </a:lnTo>
                      <a:lnTo>
                        <a:pt x="97" y="30"/>
                      </a:lnTo>
                      <a:lnTo>
                        <a:pt x="87" y="18"/>
                      </a:lnTo>
                      <a:lnTo>
                        <a:pt x="64" y="22"/>
                      </a:lnTo>
                      <a:lnTo>
                        <a:pt x="59" y="32"/>
                      </a:lnTo>
                      <a:lnTo>
                        <a:pt x="27" y="3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7" id="67"/>
                <p:cNvSpPr/>
                <p:nvPr/>
              </p:nvSpPr>
              <p:spPr>
                <a:xfrm>
                  <a:off x="1421" y="1350"/>
                  <a:ext cx="178" cy="8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0" h="75" stroke="true" fill="norm" extrusionOk="true">
                      <a:moveTo>
                        <a:pt x="20" y="0"/>
                      </a:moveTo>
                      <a:lnTo>
                        <a:pt x="0" y="18"/>
                      </a:lnTo>
                      <a:lnTo>
                        <a:pt x="13" y="35"/>
                      </a:lnTo>
                      <a:lnTo>
                        <a:pt x="35" y="61"/>
                      </a:lnTo>
                      <a:lnTo>
                        <a:pt x="57" y="71"/>
                      </a:lnTo>
                      <a:lnTo>
                        <a:pt x="122" y="64"/>
                      </a:lnTo>
                      <a:lnTo>
                        <a:pt x="159" y="74"/>
                      </a:lnTo>
                      <a:lnTo>
                        <a:pt x="155" y="46"/>
                      </a:lnTo>
                      <a:lnTo>
                        <a:pt x="101" y="43"/>
                      </a:lnTo>
                      <a:lnTo>
                        <a:pt x="54" y="31"/>
                      </a:lnTo>
                      <a:lnTo>
                        <a:pt x="47" y="3"/>
                      </a:lnTo>
                      <a:lnTo>
                        <a:pt x="2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8" id="68"/>
                <p:cNvSpPr/>
                <p:nvPr/>
              </p:nvSpPr>
              <p:spPr>
                <a:xfrm>
                  <a:off x="1379" y="1398"/>
                  <a:ext cx="39" cy="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4" h="23" stroke="true" fill="norm" extrusionOk="true">
                      <a:moveTo>
                        <a:pt x="13" y="0"/>
                      </a:moveTo>
                      <a:lnTo>
                        <a:pt x="0" y="15"/>
                      </a:lnTo>
                      <a:lnTo>
                        <a:pt x="18" y="22"/>
                      </a:lnTo>
                      <a:lnTo>
                        <a:pt x="33" y="15"/>
                      </a:lnTo>
                      <a:lnTo>
                        <a:pt x="30" y="2"/>
                      </a:lnTo>
                      <a:lnTo>
                        <a:pt x="13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9" id="69"/>
                <p:cNvSpPr/>
                <p:nvPr/>
              </p:nvSpPr>
              <p:spPr>
                <a:xfrm>
                  <a:off x="1724" y="1135"/>
                  <a:ext cx="808" cy="68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20" h="608" stroke="true" fill="norm" extrusionOk="true">
                      <a:moveTo>
                        <a:pt x="150" y="65"/>
                      </a:moveTo>
                      <a:lnTo>
                        <a:pt x="138" y="83"/>
                      </a:lnTo>
                      <a:lnTo>
                        <a:pt x="95" y="92"/>
                      </a:lnTo>
                      <a:lnTo>
                        <a:pt x="93" y="123"/>
                      </a:lnTo>
                      <a:lnTo>
                        <a:pt x="60" y="132"/>
                      </a:lnTo>
                      <a:lnTo>
                        <a:pt x="31" y="155"/>
                      </a:lnTo>
                      <a:lnTo>
                        <a:pt x="0" y="164"/>
                      </a:lnTo>
                      <a:lnTo>
                        <a:pt x="3" y="175"/>
                      </a:lnTo>
                      <a:lnTo>
                        <a:pt x="55" y="172"/>
                      </a:lnTo>
                      <a:lnTo>
                        <a:pt x="65" y="187"/>
                      </a:lnTo>
                      <a:lnTo>
                        <a:pt x="42" y="192"/>
                      </a:lnTo>
                      <a:lnTo>
                        <a:pt x="20" y="195"/>
                      </a:lnTo>
                      <a:lnTo>
                        <a:pt x="55" y="220"/>
                      </a:lnTo>
                      <a:lnTo>
                        <a:pt x="143" y="220"/>
                      </a:lnTo>
                      <a:lnTo>
                        <a:pt x="166" y="245"/>
                      </a:lnTo>
                      <a:lnTo>
                        <a:pt x="180" y="285"/>
                      </a:lnTo>
                      <a:lnTo>
                        <a:pt x="188" y="326"/>
                      </a:lnTo>
                      <a:lnTo>
                        <a:pt x="190" y="342"/>
                      </a:lnTo>
                      <a:lnTo>
                        <a:pt x="211" y="332"/>
                      </a:lnTo>
                      <a:lnTo>
                        <a:pt x="219" y="354"/>
                      </a:lnTo>
                      <a:lnTo>
                        <a:pt x="193" y="363"/>
                      </a:lnTo>
                      <a:lnTo>
                        <a:pt x="227" y="377"/>
                      </a:lnTo>
                      <a:lnTo>
                        <a:pt x="222" y="407"/>
                      </a:lnTo>
                      <a:lnTo>
                        <a:pt x="195" y="422"/>
                      </a:lnTo>
                      <a:lnTo>
                        <a:pt x="188" y="445"/>
                      </a:lnTo>
                      <a:lnTo>
                        <a:pt x="200" y="490"/>
                      </a:lnTo>
                      <a:lnTo>
                        <a:pt x="218" y="537"/>
                      </a:lnTo>
                      <a:lnTo>
                        <a:pt x="240" y="582"/>
                      </a:lnTo>
                      <a:lnTo>
                        <a:pt x="266" y="588"/>
                      </a:lnTo>
                      <a:lnTo>
                        <a:pt x="278" y="607"/>
                      </a:lnTo>
                      <a:lnTo>
                        <a:pt x="301" y="602"/>
                      </a:lnTo>
                      <a:lnTo>
                        <a:pt x="325" y="540"/>
                      </a:lnTo>
                      <a:lnTo>
                        <a:pt x="343" y="517"/>
                      </a:lnTo>
                      <a:lnTo>
                        <a:pt x="345" y="485"/>
                      </a:lnTo>
                      <a:lnTo>
                        <a:pt x="388" y="475"/>
                      </a:lnTo>
                      <a:lnTo>
                        <a:pt x="433" y="465"/>
                      </a:lnTo>
                      <a:lnTo>
                        <a:pt x="456" y="420"/>
                      </a:lnTo>
                      <a:lnTo>
                        <a:pt x="510" y="425"/>
                      </a:lnTo>
                      <a:lnTo>
                        <a:pt x="558" y="393"/>
                      </a:lnTo>
                      <a:lnTo>
                        <a:pt x="581" y="367"/>
                      </a:lnTo>
                      <a:lnTo>
                        <a:pt x="556" y="359"/>
                      </a:lnTo>
                      <a:lnTo>
                        <a:pt x="525" y="354"/>
                      </a:lnTo>
                      <a:lnTo>
                        <a:pt x="531" y="337"/>
                      </a:lnTo>
                      <a:lnTo>
                        <a:pt x="548" y="332"/>
                      </a:lnTo>
                      <a:lnTo>
                        <a:pt x="569" y="348"/>
                      </a:lnTo>
                      <a:lnTo>
                        <a:pt x="588" y="358"/>
                      </a:lnTo>
                      <a:lnTo>
                        <a:pt x="598" y="342"/>
                      </a:lnTo>
                      <a:lnTo>
                        <a:pt x="586" y="318"/>
                      </a:lnTo>
                      <a:lnTo>
                        <a:pt x="558" y="307"/>
                      </a:lnTo>
                      <a:lnTo>
                        <a:pt x="561" y="290"/>
                      </a:lnTo>
                      <a:lnTo>
                        <a:pt x="581" y="290"/>
                      </a:lnTo>
                      <a:lnTo>
                        <a:pt x="588" y="298"/>
                      </a:lnTo>
                      <a:lnTo>
                        <a:pt x="596" y="285"/>
                      </a:lnTo>
                      <a:lnTo>
                        <a:pt x="616" y="280"/>
                      </a:lnTo>
                      <a:lnTo>
                        <a:pt x="609" y="267"/>
                      </a:lnTo>
                      <a:lnTo>
                        <a:pt x="626" y="267"/>
                      </a:lnTo>
                      <a:lnTo>
                        <a:pt x="641" y="253"/>
                      </a:lnTo>
                      <a:lnTo>
                        <a:pt x="646" y="237"/>
                      </a:lnTo>
                      <a:lnTo>
                        <a:pt x="624" y="227"/>
                      </a:lnTo>
                      <a:lnTo>
                        <a:pt x="621" y="210"/>
                      </a:lnTo>
                      <a:lnTo>
                        <a:pt x="631" y="198"/>
                      </a:lnTo>
                      <a:lnTo>
                        <a:pt x="643" y="195"/>
                      </a:lnTo>
                      <a:lnTo>
                        <a:pt x="641" y="172"/>
                      </a:lnTo>
                      <a:lnTo>
                        <a:pt x="598" y="168"/>
                      </a:lnTo>
                      <a:lnTo>
                        <a:pt x="609" y="142"/>
                      </a:lnTo>
                      <a:lnTo>
                        <a:pt x="631" y="128"/>
                      </a:lnTo>
                      <a:lnTo>
                        <a:pt x="643" y="117"/>
                      </a:lnTo>
                      <a:lnTo>
                        <a:pt x="618" y="105"/>
                      </a:lnTo>
                      <a:lnTo>
                        <a:pt x="636" y="97"/>
                      </a:lnTo>
                      <a:lnTo>
                        <a:pt x="651" y="95"/>
                      </a:lnTo>
                      <a:lnTo>
                        <a:pt x="686" y="85"/>
                      </a:lnTo>
                      <a:lnTo>
                        <a:pt x="719" y="63"/>
                      </a:lnTo>
                      <a:lnTo>
                        <a:pt x="656" y="58"/>
                      </a:lnTo>
                      <a:lnTo>
                        <a:pt x="624" y="68"/>
                      </a:lnTo>
                      <a:lnTo>
                        <a:pt x="578" y="91"/>
                      </a:lnTo>
                      <a:lnTo>
                        <a:pt x="601" y="50"/>
                      </a:lnTo>
                      <a:lnTo>
                        <a:pt x="550" y="68"/>
                      </a:lnTo>
                      <a:lnTo>
                        <a:pt x="553" y="45"/>
                      </a:lnTo>
                      <a:lnTo>
                        <a:pt x="470" y="53"/>
                      </a:lnTo>
                      <a:lnTo>
                        <a:pt x="518" y="37"/>
                      </a:lnTo>
                      <a:lnTo>
                        <a:pt x="578" y="28"/>
                      </a:lnTo>
                      <a:lnTo>
                        <a:pt x="598" y="23"/>
                      </a:lnTo>
                      <a:lnTo>
                        <a:pt x="558" y="8"/>
                      </a:lnTo>
                      <a:lnTo>
                        <a:pt x="470" y="20"/>
                      </a:lnTo>
                      <a:lnTo>
                        <a:pt x="518" y="0"/>
                      </a:lnTo>
                      <a:lnTo>
                        <a:pt x="413" y="3"/>
                      </a:lnTo>
                      <a:lnTo>
                        <a:pt x="383" y="30"/>
                      </a:lnTo>
                      <a:lnTo>
                        <a:pt x="340" y="15"/>
                      </a:lnTo>
                      <a:lnTo>
                        <a:pt x="340" y="36"/>
                      </a:lnTo>
                      <a:lnTo>
                        <a:pt x="333" y="58"/>
                      </a:lnTo>
                      <a:lnTo>
                        <a:pt x="318" y="41"/>
                      </a:lnTo>
                      <a:lnTo>
                        <a:pt x="303" y="41"/>
                      </a:lnTo>
                      <a:lnTo>
                        <a:pt x="283" y="41"/>
                      </a:lnTo>
                      <a:lnTo>
                        <a:pt x="283" y="65"/>
                      </a:lnTo>
                      <a:lnTo>
                        <a:pt x="261" y="65"/>
                      </a:lnTo>
                      <a:lnTo>
                        <a:pt x="258" y="45"/>
                      </a:lnTo>
                      <a:lnTo>
                        <a:pt x="235" y="43"/>
                      </a:lnTo>
                      <a:lnTo>
                        <a:pt x="240" y="55"/>
                      </a:lnTo>
                      <a:lnTo>
                        <a:pt x="200" y="41"/>
                      </a:lnTo>
                      <a:lnTo>
                        <a:pt x="183" y="50"/>
                      </a:lnTo>
                      <a:lnTo>
                        <a:pt x="167" y="50"/>
                      </a:lnTo>
                      <a:lnTo>
                        <a:pt x="150" y="6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0" id="70"/>
                <p:cNvSpPr/>
                <p:nvPr/>
              </p:nvSpPr>
              <p:spPr>
                <a:xfrm>
                  <a:off x="2556" y="1520"/>
                  <a:ext cx="26" cy="3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4" h="29" stroke="true" fill="norm" extrusionOk="true">
                      <a:moveTo>
                        <a:pt x="8" y="0"/>
                      </a:moveTo>
                      <a:lnTo>
                        <a:pt x="0" y="28"/>
                      </a:lnTo>
                      <a:lnTo>
                        <a:pt x="23" y="10"/>
                      </a:lnTo>
                      <a:lnTo>
                        <a:pt x="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1" id="71"/>
                <p:cNvSpPr/>
                <p:nvPr/>
              </p:nvSpPr>
              <p:spPr>
                <a:xfrm>
                  <a:off x="1353" y="2612"/>
                  <a:ext cx="166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8" h="65" stroke="true" fill="norm" extrusionOk="true">
                      <a:moveTo>
                        <a:pt x="0" y="19"/>
                      </a:moveTo>
                      <a:lnTo>
                        <a:pt x="14" y="6"/>
                      </a:lnTo>
                      <a:lnTo>
                        <a:pt x="26" y="0"/>
                      </a:lnTo>
                      <a:lnTo>
                        <a:pt x="46" y="3"/>
                      </a:lnTo>
                      <a:lnTo>
                        <a:pt x="74" y="9"/>
                      </a:lnTo>
                      <a:lnTo>
                        <a:pt x="100" y="23"/>
                      </a:lnTo>
                      <a:lnTo>
                        <a:pt x="140" y="42"/>
                      </a:lnTo>
                      <a:lnTo>
                        <a:pt x="147" y="52"/>
                      </a:lnTo>
                      <a:lnTo>
                        <a:pt x="127" y="64"/>
                      </a:lnTo>
                      <a:lnTo>
                        <a:pt x="96" y="61"/>
                      </a:lnTo>
                      <a:lnTo>
                        <a:pt x="100" y="45"/>
                      </a:lnTo>
                      <a:lnTo>
                        <a:pt x="90" y="35"/>
                      </a:lnTo>
                      <a:lnTo>
                        <a:pt x="68" y="20"/>
                      </a:lnTo>
                      <a:lnTo>
                        <a:pt x="60" y="17"/>
                      </a:lnTo>
                      <a:lnTo>
                        <a:pt x="17" y="13"/>
                      </a:lnTo>
                      <a:lnTo>
                        <a:pt x="0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2" id="72"/>
                <p:cNvSpPr/>
                <p:nvPr/>
              </p:nvSpPr>
              <p:spPr>
                <a:xfrm>
                  <a:off x="1359" y="2865"/>
                  <a:ext cx="97" cy="5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7" h="49" stroke="true" fill="norm" extrusionOk="true">
                      <a:moveTo>
                        <a:pt x="13" y="4"/>
                      </a:moveTo>
                      <a:lnTo>
                        <a:pt x="0" y="11"/>
                      </a:lnTo>
                      <a:lnTo>
                        <a:pt x="1" y="26"/>
                      </a:lnTo>
                      <a:lnTo>
                        <a:pt x="30" y="30"/>
                      </a:lnTo>
                      <a:lnTo>
                        <a:pt x="41" y="40"/>
                      </a:lnTo>
                      <a:lnTo>
                        <a:pt x="54" y="33"/>
                      </a:lnTo>
                      <a:lnTo>
                        <a:pt x="49" y="22"/>
                      </a:lnTo>
                      <a:lnTo>
                        <a:pt x="63" y="21"/>
                      </a:lnTo>
                      <a:lnTo>
                        <a:pt x="77" y="37"/>
                      </a:lnTo>
                      <a:lnTo>
                        <a:pt x="83" y="48"/>
                      </a:lnTo>
                      <a:lnTo>
                        <a:pt x="86" y="17"/>
                      </a:lnTo>
                      <a:lnTo>
                        <a:pt x="67" y="4"/>
                      </a:lnTo>
                      <a:lnTo>
                        <a:pt x="52" y="0"/>
                      </a:lnTo>
                      <a:lnTo>
                        <a:pt x="40" y="11"/>
                      </a:lnTo>
                      <a:lnTo>
                        <a:pt x="13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3" id="73"/>
                <p:cNvSpPr/>
                <p:nvPr/>
              </p:nvSpPr>
              <p:spPr>
                <a:xfrm>
                  <a:off x="1396" y="3024"/>
                  <a:ext cx="123" cy="11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0" h="101" stroke="true" fill="norm" extrusionOk="true">
                      <a:moveTo>
                        <a:pt x="109" y="47"/>
                      </a:moveTo>
                      <a:lnTo>
                        <a:pt x="96" y="31"/>
                      </a:lnTo>
                      <a:lnTo>
                        <a:pt x="81" y="20"/>
                      </a:lnTo>
                      <a:lnTo>
                        <a:pt x="70" y="11"/>
                      </a:lnTo>
                      <a:lnTo>
                        <a:pt x="47" y="12"/>
                      </a:lnTo>
                      <a:lnTo>
                        <a:pt x="26" y="0"/>
                      </a:lnTo>
                      <a:lnTo>
                        <a:pt x="14" y="6"/>
                      </a:lnTo>
                      <a:lnTo>
                        <a:pt x="11" y="23"/>
                      </a:lnTo>
                      <a:lnTo>
                        <a:pt x="4" y="32"/>
                      </a:lnTo>
                      <a:lnTo>
                        <a:pt x="0" y="43"/>
                      </a:lnTo>
                      <a:lnTo>
                        <a:pt x="4" y="54"/>
                      </a:lnTo>
                      <a:lnTo>
                        <a:pt x="14" y="63"/>
                      </a:lnTo>
                      <a:lnTo>
                        <a:pt x="15" y="74"/>
                      </a:lnTo>
                      <a:lnTo>
                        <a:pt x="15" y="89"/>
                      </a:lnTo>
                      <a:lnTo>
                        <a:pt x="26" y="100"/>
                      </a:lnTo>
                      <a:lnTo>
                        <a:pt x="41" y="89"/>
                      </a:lnTo>
                      <a:lnTo>
                        <a:pt x="60" y="75"/>
                      </a:lnTo>
                      <a:lnTo>
                        <a:pt x="101" y="57"/>
                      </a:lnTo>
                      <a:lnTo>
                        <a:pt x="109" y="4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4" id="74"/>
                <p:cNvSpPr/>
                <p:nvPr/>
              </p:nvSpPr>
              <p:spPr>
                <a:xfrm>
                  <a:off x="1716" y="2885"/>
                  <a:ext cx="71" cy="14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4" h="125" stroke="true" fill="norm" extrusionOk="true">
                      <a:moveTo>
                        <a:pt x="18" y="0"/>
                      </a:moveTo>
                      <a:lnTo>
                        <a:pt x="18" y="14"/>
                      </a:lnTo>
                      <a:lnTo>
                        <a:pt x="12" y="20"/>
                      </a:lnTo>
                      <a:lnTo>
                        <a:pt x="9" y="28"/>
                      </a:lnTo>
                      <a:lnTo>
                        <a:pt x="1" y="36"/>
                      </a:lnTo>
                      <a:lnTo>
                        <a:pt x="0" y="50"/>
                      </a:lnTo>
                      <a:lnTo>
                        <a:pt x="7" y="59"/>
                      </a:lnTo>
                      <a:lnTo>
                        <a:pt x="7" y="70"/>
                      </a:lnTo>
                      <a:lnTo>
                        <a:pt x="18" y="73"/>
                      </a:lnTo>
                      <a:lnTo>
                        <a:pt x="22" y="90"/>
                      </a:lnTo>
                      <a:lnTo>
                        <a:pt x="18" y="101"/>
                      </a:lnTo>
                      <a:lnTo>
                        <a:pt x="25" y="116"/>
                      </a:lnTo>
                      <a:lnTo>
                        <a:pt x="32" y="124"/>
                      </a:lnTo>
                      <a:lnTo>
                        <a:pt x="41" y="123"/>
                      </a:lnTo>
                      <a:lnTo>
                        <a:pt x="45" y="117"/>
                      </a:lnTo>
                      <a:lnTo>
                        <a:pt x="57" y="116"/>
                      </a:lnTo>
                      <a:lnTo>
                        <a:pt x="60" y="109"/>
                      </a:lnTo>
                      <a:lnTo>
                        <a:pt x="59" y="94"/>
                      </a:lnTo>
                      <a:lnTo>
                        <a:pt x="50" y="89"/>
                      </a:lnTo>
                      <a:lnTo>
                        <a:pt x="45" y="83"/>
                      </a:lnTo>
                      <a:lnTo>
                        <a:pt x="45" y="70"/>
                      </a:lnTo>
                      <a:lnTo>
                        <a:pt x="51" y="65"/>
                      </a:lnTo>
                      <a:lnTo>
                        <a:pt x="61" y="66"/>
                      </a:lnTo>
                      <a:lnTo>
                        <a:pt x="63" y="51"/>
                      </a:lnTo>
                      <a:lnTo>
                        <a:pt x="61" y="36"/>
                      </a:lnTo>
                      <a:lnTo>
                        <a:pt x="55" y="30"/>
                      </a:lnTo>
                      <a:lnTo>
                        <a:pt x="44" y="29"/>
                      </a:lnTo>
                      <a:lnTo>
                        <a:pt x="41" y="15"/>
                      </a:lnTo>
                      <a:lnTo>
                        <a:pt x="33" y="14"/>
                      </a:lnTo>
                      <a:lnTo>
                        <a:pt x="29" y="2"/>
                      </a:lnTo>
                      <a:lnTo>
                        <a:pt x="1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5" id="75"/>
                <p:cNvSpPr/>
                <p:nvPr/>
              </p:nvSpPr>
              <p:spPr>
                <a:xfrm>
                  <a:off x="1765" y="2925"/>
                  <a:ext cx="67" cy="9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1" h="82" stroke="true" fill="norm" extrusionOk="true">
                      <a:moveTo>
                        <a:pt x="19" y="15"/>
                      </a:moveTo>
                      <a:lnTo>
                        <a:pt x="17" y="30"/>
                      </a:lnTo>
                      <a:lnTo>
                        <a:pt x="7" y="29"/>
                      </a:lnTo>
                      <a:lnTo>
                        <a:pt x="0" y="34"/>
                      </a:lnTo>
                      <a:lnTo>
                        <a:pt x="1" y="47"/>
                      </a:lnTo>
                      <a:lnTo>
                        <a:pt x="6" y="53"/>
                      </a:lnTo>
                      <a:lnTo>
                        <a:pt x="14" y="59"/>
                      </a:lnTo>
                      <a:lnTo>
                        <a:pt x="15" y="73"/>
                      </a:lnTo>
                      <a:lnTo>
                        <a:pt x="13" y="81"/>
                      </a:lnTo>
                      <a:lnTo>
                        <a:pt x="30" y="80"/>
                      </a:lnTo>
                      <a:lnTo>
                        <a:pt x="30" y="67"/>
                      </a:lnTo>
                      <a:lnTo>
                        <a:pt x="52" y="65"/>
                      </a:lnTo>
                      <a:lnTo>
                        <a:pt x="56" y="61"/>
                      </a:lnTo>
                      <a:lnTo>
                        <a:pt x="56" y="19"/>
                      </a:lnTo>
                      <a:lnTo>
                        <a:pt x="60" y="10"/>
                      </a:lnTo>
                      <a:lnTo>
                        <a:pt x="54" y="0"/>
                      </a:lnTo>
                      <a:lnTo>
                        <a:pt x="37" y="0"/>
                      </a:lnTo>
                      <a:lnTo>
                        <a:pt x="32" y="8"/>
                      </a:lnTo>
                      <a:lnTo>
                        <a:pt x="19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6" id="76"/>
                <p:cNvSpPr/>
                <p:nvPr/>
              </p:nvSpPr>
              <p:spPr>
                <a:xfrm>
                  <a:off x="1508" y="2963"/>
                  <a:ext cx="644" cy="7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73" h="641" stroke="true" fill="norm" extrusionOk="true">
                      <a:moveTo>
                        <a:pt x="89" y="39"/>
                      </a:moveTo>
                      <a:lnTo>
                        <a:pt x="64" y="47"/>
                      </a:lnTo>
                      <a:lnTo>
                        <a:pt x="58" y="58"/>
                      </a:lnTo>
                      <a:lnTo>
                        <a:pt x="66" y="65"/>
                      </a:lnTo>
                      <a:lnTo>
                        <a:pt x="58" y="70"/>
                      </a:lnTo>
                      <a:lnTo>
                        <a:pt x="62" y="98"/>
                      </a:lnTo>
                      <a:lnTo>
                        <a:pt x="62" y="111"/>
                      </a:lnTo>
                      <a:lnTo>
                        <a:pt x="47" y="113"/>
                      </a:lnTo>
                      <a:lnTo>
                        <a:pt x="57" y="131"/>
                      </a:lnTo>
                      <a:lnTo>
                        <a:pt x="53" y="145"/>
                      </a:lnTo>
                      <a:lnTo>
                        <a:pt x="42" y="151"/>
                      </a:lnTo>
                      <a:lnTo>
                        <a:pt x="29" y="147"/>
                      </a:lnTo>
                      <a:lnTo>
                        <a:pt x="19" y="154"/>
                      </a:lnTo>
                      <a:lnTo>
                        <a:pt x="14" y="168"/>
                      </a:lnTo>
                      <a:lnTo>
                        <a:pt x="18" y="178"/>
                      </a:lnTo>
                      <a:lnTo>
                        <a:pt x="11" y="183"/>
                      </a:lnTo>
                      <a:lnTo>
                        <a:pt x="3" y="187"/>
                      </a:lnTo>
                      <a:lnTo>
                        <a:pt x="0" y="201"/>
                      </a:lnTo>
                      <a:lnTo>
                        <a:pt x="3" y="210"/>
                      </a:lnTo>
                      <a:lnTo>
                        <a:pt x="14" y="219"/>
                      </a:lnTo>
                      <a:lnTo>
                        <a:pt x="17" y="228"/>
                      </a:lnTo>
                      <a:lnTo>
                        <a:pt x="27" y="230"/>
                      </a:lnTo>
                      <a:lnTo>
                        <a:pt x="29" y="238"/>
                      </a:lnTo>
                      <a:lnTo>
                        <a:pt x="42" y="241"/>
                      </a:lnTo>
                      <a:lnTo>
                        <a:pt x="53" y="234"/>
                      </a:lnTo>
                      <a:lnTo>
                        <a:pt x="58" y="252"/>
                      </a:lnTo>
                      <a:lnTo>
                        <a:pt x="71" y="259"/>
                      </a:lnTo>
                      <a:lnTo>
                        <a:pt x="81" y="259"/>
                      </a:lnTo>
                      <a:lnTo>
                        <a:pt x="91" y="256"/>
                      </a:lnTo>
                      <a:lnTo>
                        <a:pt x="96" y="252"/>
                      </a:lnTo>
                      <a:lnTo>
                        <a:pt x="99" y="245"/>
                      </a:lnTo>
                      <a:lnTo>
                        <a:pt x="107" y="246"/>
                      </a:lnTo>
                      <a:lnTo>
                        <a:pt x="108" y="235"/>
                      </a:lnTo>
                      <a:lnTo>
                        <a:pt x="128" y="237"/>
                      </a:lnTo>
                      <a:lnTo>
                        <a:pt x="130" y="267"/>
                      </a:lnTo>
                      <a:lnTo>
                        <a:pt x="136" y="277"/>
                      </a:lnTo>
                      <a:lnTo>
                        <a:pt x="138" y="282"/>
                      </a:lnTo>
                      <a:lnTo>
                        <a:pt x="161" y="282"/>
                      </a:lnTo>
                      <a:lnTo>
                        <a:pt x="163" y="286"/>
                      </a:lnTo>
                      <a:lnTo>
                        <a:pt x="173" y="288"/>
                      </a:lnTo>
                      <a:lnTo>
                        <a:pt x="175" y="297"/>
                      </a:lnTo>
                      <a:lnTo>
                        <a:pt x="190" y="299"/>
                      </a:lnTo>
                      <a:lnTo>
                        <a:pt x="197" y="301"/>
                      </a:lnTo>
                      <a:lnTo>
                        <a:pt x="199" y="315"/>
                      </a:lnTo>
                      <a:lnTo>
                        <a:pt x="207" y="316"/>
                      </a:lnTo>
                      <a:lnTo>
                        <a:pt x="199" y="322"/>
                      </a:lnTo>
                      <a:lnTo>
                        <a:pt x="200" y="342"/>
                      </a:lnTo>
                      <a:lnTo>
                        <a:pt x="204" y="343"/>
                      </a:lnTo>
                      <a:lnTo>
                        <a:pt x="209" y="349"/>
                      </a:lnTo>
                      <a:lnTo>
                        <a:pt x="229" y="348"/>
                      </a:lnTo>
                      <a:lnTo>
                        <a:pt x="230" y="359"/>
                      </a:lnTo>
                      <a:lnTo>
                        <a:pt x="238" y="361"/>
                      </a:lnTo>
                      <a:lnTo>
                        <a:pt x="240" y="372"/>
                      </a:lnTo>
                      <a:lnTo>
                        <a:pt x="245" y="376"/>
                      </a:lnTo>
                      <a:lnTo>
                        <a:pt x="243" y="394"/>
                      </a:lnTo>
                      <a:lnTo>
                        <a:pt x="238" y="403"/>
                      </a:lnTo>
                      <a:lnTo>
                        <a:pt x="230" y="405"/>
                      </a:lnTo>
                      <a:lnTo>
                        <a:pt x="231" y="416"/>
                      </a:lnTo>
                      <a:lnTo>
                        <a:pt x="242" y="420"/>
                      </a:lnTo>
                      <a:lnTo>
                        <a:pt x="243" y="431"/>
                      </a:lnTo>
                      <a:lnTo>
                        <a:pt x="257" y="435"/>
                      </a:lnTo>
                      <a:lnTo>
                        <a:pt x="260" y="442"/>
                      </a:lnTo>
                      <a:lnTo>
                        <a:pt x="268" y="445"/>
                      </a:lnTo>
                      <a:lnTo>
                        <a:pt x="281" y="446"/>
                      </a:lnTo>
                      <a:lnTo>
                        <a:pt x="283" y="463"/>
                      </a:lnTo>
                      <a:lnTo>
                        <a:pt x="295" y="464"/>
                      </a:lnTo>
                      <a:lnTo>
                        <a:pt x="297" y="501"/>
                      </a:lnTo>
                      <a:lnTo>
                        <a:pt x="300" y="504"/>
                      </a:lnTo>
                      <a:lnTo>
                        <a:pt x="302" y="520"/>
                      </a:lnTo>
                      <a:lnTo>
                        <a:pt x="309" y="520"/>
                      </a:lnTo>
                      <a:lnTo>
                        <a:pt x="310" y="531"/>
                      </a:lnTo>
                      <a:lnTo>
                        <a:pt x="299" y="533"/>
                      </a:lnTo>
                      <a:lnTo>
                        <a:pt x="292" y="543"/>
                      </a:lnTo>
                      <a:lnTo>
                        <a:pt x="285" y="546"/>
                      </a:lnTo>
                      <a:lnTo>
                        <a:pt x="277" y="557"/>
                      </a:lnTo>
                      <a:lnTo>
                        <a:pt x="269" y="565"/>
                      </a:lnTo>
                      <a:lnTo>
                        <a:pt x="264" y="576"/>
                      </a:lnTo>
                      <a:lnTo>
                        <a:pt x="269" y="584"/>
                      </a:lnTo>
                      <a:lnTo>
                        <a:pt x="283" y="589"/>
                      </a:lnTo>
                      <a:lnTo>
                        <a:pt x="314" y="618"/>
                      </a:lnTo>
                      <a:lnTo>
                        <a:pt x="320" y="629"/>
                      </a:lnTo>
                      <a:lnTo>
                        <a:pt x="323" y="640"/>
                      </a:lnTo>
                      <a:lnTo>
                        <a:pt x="330" y="628"/>
                      </a:lnTo>
                      <a:lnTo>
                        <a:pt x="331" y="611"/>
                      </a:lnTo>
                      <a:lnTo>
                        <a:pt x="335" y="599"/>
                      </a:lnTo>
                      <a:lnTo>
                        <a:pt x="336" y="580"/>
                      </a:lnTo>
                      <a:lnTo>
                        <a:pt x="342" y="581"/>
                      </a:lnTo>
                      <a:lnTo>
                        <a:pt x="345" y="585"/>
                      </a:lnTo>
                      <a:lnTo>
                        <a:pt x="343" y="595"/>
                      </a:lnTo>
                      <a:lnTo>
                        <a:pt x="339" y="603"/>
                      </a:lnTo>
                      <a:lnTo>
                        <a:pt x="353" y="598"/>
                      </a:lnTo>
                      <a:lnTo>
                        <a:pt x="356" y="585"/>
                      </a:lnTo>
                      <a:lnTo>
                        <a:pt x="364" y="578"/>
                      </a:lnTo>
                      <a:lnTo>
                        <a:pt x="362" y="558"/>
                      </a:lnTo>
                      <a:lnTo>
                        <a:pt x="378" y="548"/>
                      </a:lnTo>
                      <a:lnTo>
                        <a:pt x="383" y="500"/>
                      </a:lnTo>
                      <a:lnTo>
                        <a:pt x="386" y="489"/>
                      </a:lnTo>
                      <a:lnTo>
                        <a:pt x="398" y="484"/>
                      </a:lnTo>
                      <a:lnTo>
                        <a:pt x="403" y="476"/>
                      </a:lnTo>
                      <a:lnTo>
                        <a:pt x="411" y="470"/>
                      </a:lnTo>
                      <a:lnTo>
                        <a:pt x="426" y="459"/>
                      </a:lnTo>
                      <a:lnTo>
                        <a:pt x="456" y="455"/>
                      </a:lnTo>
                      <a:lnTo>
                        <a:pt x="459" y="447"/>
                      </a:lnTo>
                      <a:lnTo>
                        <a:pt x="482" y="446"/>
                      </a:lnTo>
                      <a:lnTo>
                        <a:pt x="486" y="420"/>
                      </a:lnTo>
                      <a:lnTo>
                        <a:pt x="493" y="408"/>
                      </a:lnTo>
                      <a:lnTo>
                        <a:pt x="499" y="392"/>
                      </a:lnTo>
                      <a:lnTo>
                        <a:pt x="501" y="365"/>
                      </a:lnTo>
                      <a:lnTo>
                        <a:pt x="508" y="361"/>
                      </a:lnTo>
                      <a:lnTo>
                        <a:pt x="512" y="285"/>
                      </a:lnTo>
                      <a:lnTo>
                        <a:pt x="525" y="280"/>
                      </a:lnTo>
                      <a:lnTo>
                        <a:pt x="525" y="265"/>
                      </a:lnTo>
                      <a:lnTo>
                        <a:pt x="532" y="261"/>
                      </a:lnTo>
                      <a:lnTo>
                        <a:pt x="536" y="247"/>
                      </a:lnTo>
                      <a:lnTo>
                        <a:pt x="543" y="244"/>
                      </a:lnTo>
                      <a:lnTo>
                        <a:pt x="547" y="230"/>
                      </a:lnTo>
                      <a:lnTo>
                        <a:pt x="558" y="226"/>
                      </a:lnTo>
                      <a:lnTo>
                        <a:pt x="558" y="214"/>
                      </a:lnTo>
                      <a:lnTo>
                        <a:pt x="564" y="212"/>
                      </a:lnTo>
                      <a:lnTo>
                        <a:pt x="563" y="198"/>
                      </a:lnTo>
                      <a:lnTo>
                        <a:pt x="569" y="198"/>
                      </a:lnTo>
                      <a:lnTo>
                        <a:pt x="572" y="185"/>
                      </a:lnTo>
                      <a:lnTo>
                        <a:pt x="562" y="184"/>
                      </a:lnTo>
                      <a:lnTo>
                        <a:pt x="559" y="156"/>
                      </a:lnTo>
                      <a:lnTo>
                        <a:pt x="553" y="150"/>
                      </a:lnTo>
                      <a:lnTo>
                        <a:pt x="542" y="148"/>
                      </a:lnTo>
                      <a:lnTo>
                        <a:pt x="533" y="142"/>
                      </a:lnTo>
                      <a:lnTo>
                        <a:pt x="525" y="130"/>
                      </a:lnTo>
                      <a:lnTo>
                        <a:pt x="513" y="130"/>
                      </a:lnTo>
                      <a:lnTo>
                        <a:pt x="510" y="119"/>
                      </a:lnTo>
                      <a:lnTo>
                        <a:pt x="500" y="114"/>
                      </a:lnTo>
                      <a:lnTo>
                        <a:pt x="486" y="114"/>
                      </a:lnTo>
                      <a:lnTo>
                        <a:pt x="472" y="111"/>
                      </a:lnTo>
                      <a:lnTo>
                        <a:pt x="465" y="104"/>
                      </a:lnTo>
                      <a:lnTo>
                        <a:pt x="456" y="109"/>
                      </a:lnTo>
                      <a:lnTo>
                        <a:pt x="447" y="110"/>
                      </a:lnTo>
                      <a:lnTo>
                        <a:pt x="435" y="103"/>
                      </a:lnTo>
                      <a:lnTo>
                        <a:pt x="426" y="92"/>
                      </a:lnTo>
                      <a:lnTo>
                        <a:pt x="414" y="84"/>
                      </a:lnTo>
                      <a:lnTo>
                        <a:pt x="401" y="82"/>
                      </a:lnTo>
                      <a:lnTo>
                        <a:pt x="385" y="84"/>
                      </a:lnTo>
                      <a:lnTo>
                        <a:pt x="375" y="87"/>
                      </a:lnTo>
                      <a:lnTo>
                        <a:pt x="371" y="95"/>
                      </a:lnTo>
                      <a:lnTo>
                        <a:pt x="358" y="102"/>
                      </a:lnTo>
                      <a:lnTo>
                        <a:pt x="364" y="92"/>
                      </a:lnTo>
                      <a:lnTo>
                        <a:pt x="370" y="80"/>
                      </a:lnTo>
                      <a:lnTo>
                        <a:pt x="362" y="74"/>
                      </a:lnTo>
                      <a:lnTo>
                        <a:pt x="351" y="74"/>
                      </a:lnTo>
                      <a:lnTo>
                        <a:pt x="342" y="81"/>
                      </a:lnTo>
                      <a:lnTo>
                        <a:pt x="334" y="90"/>
                      </a:lnTo>
                      <a:lnTo>
                        <a:pt x="327" y="99"/>
                      </a:lnTo>
                      <a:lnTo>
                        <a:pt x="317" y="103"/>
                      </a:lnTo>
                      <a:lnTo>
                        <a:pt x="330" y="81"/>
                      </a:lnTo>
                      <a:lnTo>
                        <a:pt x="338" y="70"/>
                      </a:lnTo>
                      <a:lnTo>
                        <a:pt x="345" y="56"/>
                      </a:lnTo>
                      <a:lnTo>
                        <a:pt x="349" y="48"/>
                      </a:lnTo>
                      <a:lnTo>
                        <a:pt x="338" y="23"/>
                      </a:lnTo>
                      <a:lnTo>
                        <a:pt x="330" y="14"/>
                      </a:lnTo>
                      <a:lnTo>
                        <a:pt x="318" y="14"/>
                      </a:lnTo>
                      <a:lnTo>
                        <a:pt x="310" y="22"/>
                      </a:lnTo>
                      <a:lnTo>
                        <a:pt x="305" y="31"/>
                      </a:lnTo>
                      <a:lnTo>
                        <a:pt x="302" y="40"/>
                      </a:lnTo>
                      <a:lnTo>
                        <a:pt x="286" y="38"/>
                      </a:lnTo>
                      <a:lnTo>
                        <a:pt x="280" y="31"/>
                      </a:lnTo>
                      <a:lnTo>
                        <a:pt x="259" y="33"/>
                      </a:lnTo>
                      <a:lnTo>
                        <a:pt x="258" y="46"/>
                      </a:lnTo>
                      <a:lnTo>
                        <a:pt x="242" y="47"/>
                      </a:lnTo>
                      <a:lnTo>
                        <a:pt x="230" y="47"/>
                      </a:lnTo>
                      <a:lnTo>
                        <a:pt x="225" y="53"/>
                      </a:lnTo>
                      <a:lnTo>
                        <a:pt x="216" y="54"/>
                      </a:lnTo>
                      <a:lnTo>
                        <a:pt x="209" y="46"/>
                      </a:lnTo>
                      <a:lnTo>
                        <a:pt x="202" y="31"/>
                      </a:lnTo>
                      <a:lnTo>
                        <a:pt x="206" y="20"/>
                      </a:lnTo>
                      <a:lnTo>
                        <a:pt x="203" y="3"/>
                      </a:lnTo>
                      <a:lnTo>
                        <a:pt x="191" y="0"/>
                      </a:lnTo>
                      <a:lnTo>
                        <a:pt x="187" y="9"/>
                      </a:lnTo>
                      <a:lnTo>
                        <a:pt x="162" y="11"/>
                      </a:lnTo>
                      <a:lnTo>
                        <a:pt x="154" y="16"/>
                      </a:lnTo>
                      <a:lnTo>
                        <a:pt x="142" y="5"/>
                      </a:lnTo>
                      <a:lnTo>
                        <a:pt x="136" y="7"/>
                      </a:lnTo>
                      <a:lnTo>
                        <a:pt x="132" y="20"/>
                      </a:lnTo>
                      <a:lnTo>
                        <a:pt x="134" y="29"/>
                      </a:lnTo>
                      <a:lnTo>
                        <a:pt x="143" y="36"/>
                      </a:lnTo>
                      <a:lnTo>
                        <a:pt x="144" y="47"/>
                      </a:lnTo>
                      <a:lnTo>
                        <a:pt x="132" y="56"/>
                      </a:lnTo>
                      <a:lnTo>
                        <a:pt x="117" y="58"/>
                      </a:lnTo>
                      <a:lnTo>
                        <a:pt x="106" y="53"/>
                      </a:lnTo>
                      <a:lnTo>
                        <a:pt x="98" y="42"/>
                      </a:lnTo>
                      <a:lnTo>
                        <a:pt x="89" y="3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7" id="77"/>
                <p:cNvSpPr/>
                <p:nvPr/>
              </p:nvSpPr>
              <p:spPr>
                <a:xfrm>
                  <a:off x="2342" y="1645"/>
                  <a:ext cx="148" cy="9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3" h="81" stroke="true" fill="norm" extrusionOk="true">
                      <a:moveTo>
                        <a:pt x="40" y="15"/>
                      </a:moveTo>
                      <a:lnTo>
                        <a:pt x="22" y="0"/>
                      </a:lnTo>
                      <a:lnTo>
                        <a:pt x="0" y="25"/>
                      </a:lnTo>
                      <a:lnTo>
                        <a:pt x="2" y="37"/>
                      </a:lnTo>
                      <a:lnTo>
                        <a:pt x="27" y="32"/>
                      </a:lnTo>
                      <a:lnTo>
                        <a:pt x="27" y="52"/>
                      </a:lnTo>
                      <a:lnTo>
                        <a:pt x="19" y="65"/>
                      </a:lnTo>
                      <a:lnTo>
                        <a:pt x="41" y="60"/>
                      </a:lnTo>
                      <a:lnTo>
                        <a:pt x="64" y="71"/>
                      </a:lnTo>
                      <a:lnTo>
                        <a:pt x="72" y="80"/>
                      </a:lnTo>
                      <a:lnTo>
                        <a:pt x="91" y="60"/>
                      </a:lnTo>
                      <a:lnTo>
                        <a:pt x="109" y="60"/>
                      </a:lnTo>
                      <a:lnTo>
                        <a:pt x="127" y="48"/>
                      </a:lnTo>
                      <a:lnTo>
                        <a:pt x="132" y="27"/>
                      </a:lnTo>
                      <a:lnTo>
                        <a:pt x="127" y="4"/>
                      </a:lnTo>
                      <a:lnTo>
                        <a:pt x="102" y="4"/>
                      </a:lnTo>
                      <a:lnTo>
                        <a:pt x="77" y="12"/>
                      </a:lnTo>
                      <a:lnTo>
                        <a:pt x="49" y="3"/>
                      </a:lnTo>
                      <a:lnTo>
                        <a:pt x="40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8" id="78"/>
                <p:cNvSpPr/>
                <p:nvPr/>
              </p:nvSpPr>
              <p:spPr>
                <a:xfrm>
                  <a:off x="2821" y="1854"/>
                  <a:ext cx="23" cy="1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" h="15" stroke="true" fill="norm" extrusionOk="true">
                      <a:moveTo>
                        <a:pt x="0" y="14"/>
                      </a:moveTo>
                      <a:lnTo>
                        <a:pt x="4" y="0"/>
                      </a:lnTo>
                      <a:lnTo>
                        <a:pt x="13" y="0"/>
                      </a:lnTo>
                      <a:lnTo>
                        <a:pt x="19" y="0"/>
                      </a:lnTo>
                      <a:lnTo>
                        <a:pt x="0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79" id="79"/>
                <p:cNvSpPr/>
                <p:nvPr/>
              </p:nvSpPr>
              <p:spPr>
                <a:xfrm>
                  <a:off x="3363" y="1556"/>
                  <a:ext cx="26" cy="2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3" h="25" stroke="true" fill="norm" extrusionOk="true">
                      <a:moveTo>
                        <a:pt x="11" y="0"/>
                      </a:moveTo>
                      <a:lnTo>
                        <a:pt x="0" y="12"/>
                      </a:lnTo>
                      <a:lnTo>
                        <a:pt x="5" y="24"/>
                      </a:lnTo>
                      <a:lnTo>
                        <a:pt x="14" y="22"/>
                      </a:lnTo>
                      <a:lnTo>
                        <a:pt x="22" y="9"/>
                      </a:lnTo>
                      <a:lnTo>
                        <a:pt x="1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0" id="80"/>
                <p:cNvSpPr/>
                <p:nvPr/>
              </p:nvSpPr>
              <p:spPr>
                <a:xfrm>
                  <a:off x="3489" y="1531"/>
                  <a:ext cx="37" cy="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3" h="17" stroke="true" fill="norm" extrusionOk="true">
                      <a:moveTo>
                        <a:pt x="27" y="4"/>
                      </a:moveTo>
                      <a:lnTo>
                        <a:pt x="13" y="0"/>
                      </a:lnTo>
                      <a:lnTo>
                        <a:pt x="0" y="12"/>
                      </a:lnTo>
                      <a:lnTo>
                        <a:pt x="9" y="14"/>
                      </a:lnTo>
                      <a:lnTo>
                        <a:pt x="32" y="16"/>
                      </a:lnTo>
                      <a:lnTo>
                        <a:pt x="27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1" id="81"/>
                <p:cNvSpPr/>
                <p:nvPr/>
              </p:nvSpPr>
              <p:spPr>
                <a:xfrm>
                  <a:off x="3655" y="1413"/>
                  <a:ext cx="15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" h="16" stroke="true" fill="norm" extrusionOk="true">
                      <a:moveTo>
                        <a:pt x="6" y="15"/>
                      </a:moveTo>
                      <a:lnTo>
                        <a:pt x="7" y="15"/>
                      </a:lnTo>
                      <a:lnTo>
                        <a:pt x="8" y="15"/>
                      </a:lnTo>
                      <a:lnTo>
                        <a:pt x="9" y="14"/>
                      </a:lnTo>
                      <a:lnTo>
                        <a:pt x="11" y="14"/>
                      </a:lnTo>
                      <a:lnTo>
                        <a:pt x="11" y="13"/>
                      </a:lnTo>
                      <a:lnTo>
                        <a:pt x="11" y="12"/>
                      </a:lnTo>
                      <a:lnTo>
                        <a:pt x="11" y="11"/>
                      </a:lnTo>
                      <a:lnTo>
                        <a:pt x="11" y="10"/>
                      </a:lnTo>
                      <a:lnTo>
                        <a:pt x="11" y="9"/>
                      </a:lnTo>
                      <a:lnTo>
                        <a:pt x="13" y="8"/>
                      </a:lnTo>
                      <a:lnTo>
                        <a:pt x="11" y="8"/>
                      </a:lnTo>
                      <a:lnTo>
                        <a:pt x="11" y="7"/>
                      </a:lnTo>
                      <a:lnTo>
                        <a:pt x="11" y="5"/>
                      </a:lnTo>
                      <a:lnTo>
                        <a:pt x="11" y="4"/>
                      </a:lnTo>
                      <a:lnTo>
                        <a:pt x="11" y="3"/>
                      </a:lnTo>
                      <a:lnTo>
                        <a:pt x="11" y="2"/>
                      </a:lnTo>
                      <a:lnTo>
                        <a:pt x="9" y="1"/>
                      </a:lnTo>
                      <a:lnTo>
                        <a:pt x="8" y="1"/>
                      </a:ln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3" y="1"/>
                      </a:lnTo>
                      <a:lnTo>
                        <a:pt x="2" y="2"/>
                      </a:lnTo>
                      <a:lnTo>
                        <a:pt x="1" y="3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1" y="13"/>
                      </a:lnTo>
                      <a:lnTo>
                        <a:pt x="2" y="14"/>
                      </a:lnTo>
                      <a:lnTo>
                        <a:pt x="3" y="14"/>
                      </a:lnTo>
                      <a:lnTo>
                        <a:pt x="3" y="15"/>
                      </a:lnTo>
                      <a:lnTo>
                        <a:pt x="4" y="15"/>
                      </a:lnTo>
                      <a:lnTo>
                        <a:pt x="6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2" id="82"/>
                <p:cNvSpPr/>
                <p:nvPr/>
              </p:nvSpPr>
              <p:spPr>
                <a:xfrm>
                  <a:off x="2887" y="1566"/>
                  <a:ext cx="20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" h="16" stroke="true" fill="norm" extrusionOk="true">
                      <a:moveTo>
                        <a:pt x="6" y="0"/>
                      </a:moveTo>
                      <a:lnTo>
                        <a:pt x="0" y="11"/>
                      </a:lnTo>
                      <a:lnTo>
                        <a:pt x="12" y="15"/>
                      </a:lnTo>
                      <a:lnTo>
                        <a:pt x="17" y="0"/>
                      </a:lnTo>
                      <a:lnTo>
                        <a:pt x="6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3" id="83"/>
                <p:cNvSpPr/>
                <p:nvPr/>
              </p:nvSpPr>
              <p:spPr>
                <a:xfrm>
                  <a:off x="2919" y="1551"/>
                  <a:ext cx="18" cy="3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" h="33" stroke="true" fill="norm" extrusionOk="true">
                      <a:moveTo>
                        <a:pt x="0" y="0"/>
                      </a:moveTo>
                      <a:lnTo>
                        <a:pt x="2" y="13"/>
                      </a:lnTo>
                      <a:lnTo>
                        <a:pt x="9" y="16"/>
                      </a:lnTo>
                      <a:lnTo>
                        <a:pt x="12" y="32"/>
                      </a:lnTo>
                      <a:lnTo>
                        <a:pt x="15" y="20"/>
                      </a:lnTo>
                      <a:lnTo>
                        <a:pt x="15" y="11"/>
                      </a:lnTo>
                      <a:lnTo>
                        <a:pt x="14" y="0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4" id="84"/>
                <p:cNvSpPr/>
                <p:nvPr/>
              </p:nvSpPr>
              <p:spPr>
                <a:xfrm>
                  <a:off x="2947" y="1553"/>
                  <a:ext cx="18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14" stroke="true" fill="norm" extrusionOk="true">
                      <a:moveTo>
                        <a:pt x="0" y="4"/>
                      </a:moveTo>
                      <a:lnTo>
                        <a:pt x="7" y="13"/>
                      </a:lnTo>
                      <a:lnTo>
                        <a:pt x="14" y="0"/>
                      </a:lnTo>
                      <a:lnTo>
                        <a:pt x="0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5" id="85"/>
                <p:cNvSpPr/>
                <p:nvPr/>
              </p:nvSpPr>
              <p:spPr>
                <a:xfrm>
                  <a:off x="4778" y="2390"/>
                  <a:ext cx="20" cy="1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" h="17" stroke="true" fill="norm" extrusionOk="true">
                      <a:moveTo>
                        <a:pt x="1" y="6"/>
                      </a:move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7" y="6"/>
                      </a:lnTo>
                      <a:lnTo>
                        <a:pt x="7" y="0"/>
                      </a:lnTo>
                      <a:lnTo>
                        <a:pt x="1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6" id="86"/>
                <p:cNvSpPr/>
                <p:nvPr/>
              </p:nvSpPr>
              <p:spPr>
                <a:xfrm>
                  <a:off x="3183" y="2347"/>
                  <a:ext cx="37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16" stroke="true" fill="norm" extrusionOk="true">
                      <a:moveTo>
                        <a:pt x="16" y="11"/>
                      </a:moveTo>
                      <a:lnTo>
                        <a:pt x="15" y="11"/>
                      </a:lnTo>
                      <a:lnTo>
                        <a:pt x="14" y="11"/>
                      </a:lnTo>
                      <a:lnTo>
                        <a:pt x="12" y="11"/>
                      </a:lnTo>
                      <a:lnTo>
                        <a:pt x="12" y="12"/>
                      </a:lnTo>
                      <a:lnTo>
                        <a:pt x="11" y="12"/>
                      </a:lnTo>
                      <a:lnTo>
                        <a:pt x="9" y="13"/>
                      </a:lnTo>
                      <a:lnTo>
                        <a:pt x="8" y="13"/>
                      </a:lnTo>
                      <a:lnTo>
                        <a:pt x="6" y="14"/>
                      </a:lnTo>
                      <a:lnTo>
                        <a:pt x="5" y="14"/>
                      </a:lnTo>
                      <a:lnTo>
                        <a:pt x="4" y="15"/>
                      </a:lnTo>
                      <a:lnTo>
                        <a:pt x="3" y="14"/>
                      </a:lnTo>
                      <a:lnTo>
                        <a:pt x="1" y="14"/>
                      </a:lnTo>
                      <a:lnTo>
                        <a:pt x="0" y="13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7" y="4"/>
                      </a:lnTo>
                      <a:lnTo>
                        <a:pt x="8" y="4"/>
                      </a:lnTo>
                      <a:lnTo>
                        <a:pt x="10" y="4"/>
                      </a:lnTo>
                      <a:lnTo>
                        <a:pt x="12" y="4"/>
                      </a:lnTo>
                      <a:lnTo>
                        <a:pt x="14" y="4"/>
                      </a:lnTo>
                      <a:lnTo>
                        <a:pt x="15" y="4"/>
                      </a:lnTo>
                      <a:lnTo>
                        <a:pt x="16" y="4"/>
                      </a:lnTo>
                      <a:lnTo>
                        <a:pt x="18" y="4"/>
                      </a:lnTo>
                      <a:lnTo>
                        <a:pt x="19" y="3"/>
                      </a:lnTo>
                      <a:lnTo>
                        <a:pt x="20" y="2"/>
                      </a:lnTo>
                      <a:lnTo>
                        <a:pt x="23" y="2"/>
                      </a:lnTo>
                      <a:lnTo>
                        <a:pt x="24" y="1"/>
                      </a:lnTo>
                      <a:lnTo>
                        <a:pt x="26" y="0"/>
                      </a:lnTo>
                      <a:lnTo>
                        <a:pt x="27" y="0"/>
                      </a:lnTo>
                      <a:lnTo>
                        <a:pt x="28" y="0"/>
                      </a:lnTo>
                      <a:lnTo>
                        <a:pt x="29" y="0"/>
                      </a:lnTo>
                      <a:lnTo>
                        <a:pt x="31" y="0"/>
                      </a:lnTo>
                      <a:lnTo>
                        <a:pt x="31" y="1"/>
                      </a:lnTo>
                      <a:lnTo>
                        <a:pt x="31" y="2"/>
                      </a:lnTo>
                      <a:lnTo>
                        <a:pt x="31" y="3"/>
                      </a:lnTo>
                      <a:lnTo>
                        <a:pt x="30" y="4"/>
                      </a:lnTo>
                      <a:lnTo>
                        <a:pt x="29" y="4"/>
                      </a:lnTo>
                      <a:lnTo>
                        <a:pt x="28" y="4"/>
                      </a:lnTo>
                      <a:lnTo>
                        <a:pt x="27" y="6"/>
                      </a:lnTo>
                      <a:lnTo>
                        <a:pt x="27" y="7"/>
                      </a:lnTo>
                      <a:lnTo>
                        <a:pt x="27" y="8"/>
                      </a:lnTo>
                      <a:lnTo>
                        <a:pt x="27" y="9"/>
                      </a:lnTo>
                      <a:lnTo>
                        <a:pt x="26" y="9"/>
                      </a:lnTo>
                      <a:lnTo>
                        <a:pt x="26" y="10"/>
                      </a:lnTo>
                      <a:lnTo>
                        <a:pt x="24" y="11"/>
                      </a:lnTo>
                      <a:lnTo>
                        <a:pt x="23" y="11"/>
                      </a:lnTo>
                      <a:lnTo>
                        <a:pt x="21" y="11"/>
                      </a:lnTo>
                      <a:lnTo>
                        <a:pt x="19" y="11"/>
                      </a:lnTo>
                      <a:lnTo>
                        <a:pt x="18" y="11"/>
                      </a:lnTo>
                      <a:lnTo>
                        <a:pt x="16" y="1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7" id="87"/>
                <p:cNvSpPr/>
                <p:nvPr/>
              </p:nvSpPr>
              <p:spPr>
                <a:xfrm>
                  <a:off x="2645" y="1830"/>
                  <a:ext cx="15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" h="14" stroke="true" fill="norm" extrusionOk="true">
                      <a:moveTo>
                        <a:pt x="0" y="0"/>
                      </a:moveTo>
                      <a:lnTo>
                        <a:pt x="2" y="13"/>
                      </a:lnTo>
                      <a:lnTo>
                        <a:pt x="13" y="0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8" id="88"/>
                <p:cNvSpPr/>
                <p:nvPr/>
              </p:nvSpPr>
              <p:spPr>
                <a:xfrm>
                  <a:off x="2576" y="1848"/>
                  <a:ext cx="17" cy="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23" stroke="true" fill="norm" extrusionOk="true">
                      <a:moveTo>
                        <a:pt x="11" y="0"/>
                      </a:moveTo>
                      <a:lnTo>
                        <a:pt x="2" y="6"/>
                      </a:lnTo>
                      <a:lnTo>
                        <a:pt x="0" y="17"/>
                      </a:lnTo>
                      <a:lnTo>
                        <a:pt x="5" y="22"/>
                      </a:lnTo>
                      <a:lnTo>
                        <a:pt x="14" y="11"/>
                      </a:lnTo>
                      <a:lnTo>
                        <a:pt x="1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89" id="89"/>
                <p:cNvSpPr/>
                <p:nvPr/>
              </p:nvSpPr>
              <p:spPr>
                <a:xfrm>
                  <a:off x="3076" y="2220"/>
                  <a:ext cx="34" cy="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0" h="20" stroke="true" fill="norm" extrusionOk="true">
                      <a:moveTo>
                        <a:pt x="6" y="19"/>
                      </a:moveTo>
                      <a:lnTo>
                        <a:pt x="18" y="19"/>
                      </a:lnTo>
                      <a:lnTo>
                        <a:pt x="29" y="10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0" y="14"/>
                      </a:lnTo>
                      <a:lnTo>
                        <a:pt x="6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0" id="90"/>
                <p:cNvSpPr/>
                <p:nvPr/>
              </p:nvSpPr>
              <p:spPr>
                <a:xfrm>
                  <a:off x="4553" y="3173"/>
                  <a:ext cx="15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" h="13" stroke="true" fill="norm" extrusionOk="true">
                      <a:moveTo>
                        <a:pt x="7" y="12"/>
                      </a:moveTo>
                      <a:lnTo>
                        <a:pt x="7" y="11"/>
                      </a:lnTo>
                      <a:lnTo>
                        <a:pt x="8" y="11"/>
                      </a:lnTo>
                      <a:lnTo>
                        <a:pt x="9" y="11"/>
                      </a:lnTo>
                      <a:lnTo>
                        <a:pt x="10" y="10"/>
                      </a:lnTo>
                      <a:lnTo>
                        <a:pt x="11" y="8"/>
                      </a:lnTo>
                      <a:lnTo>
                        <a:pt x="13" y="8"/>
                      </a:lnTo>
                      <a:lnTo>
                        <a:pt x="13" y="6"/>
                      </a:lnTo>
                      <a:lnTo>
                        <a:pt x="13" y="5"/>
                      </a:lnTo>
                      <a:lnTo>
                        <a:pt x="13" y="4"/>
                      </a:lnTo>
                      <a:lnTo>
                        <a:pt x="13" y="3"/>
                      </a:lnTo>
                      <a:lnTo>
                        <a:pt x="11" y="3"/>
                      </a:lnTo>
                      <a:lnTo>
                        <a:pt x="11" y="2"/>
                      </a:lnTo>
                      <a:lnTo>
                        <a:pt x="11" y="1"/>
                      </a:lnTo>
                      <a:lnTo>
                        <a:pt x="10" y="1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1" y="8"/>
                      </a:lnTo>
                      <a:lnTo>
                        <a:pt x="2" y="10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4" y="11"/>
                      </a:lnTo>
                      <a:lnTo>
                        <a:pt x="7" y="1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1" id="91"/>
                <p:cNvSpPr/>
                <p:nvPr/>
              </p:nvSpPr>
              <p:spPr>
                <a:xfrm>
                  <a:off x="4591" y="3168"/>
                  <a:ext cx="17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16" stroke="true" fill="norm" extrusionOk="true">
                      <a:moveTo>
                        <a:pt x="2" y="5"/>
                      </a:moveTo>
                      <a:lnTo>
                        <a:pt x="9" y="0"/>
                      </a:lnTo>
                      <a:lnTo>
                        <a:pt x="14" y="5"/>
                      </a:lnTo>
                      <a:lnTo>
                        <a:pt x="13" y="15"/>
                      </a:lnTo>
                      <a:lnTo>
                        <a:pt x="0" y="11"/>
                      </a:lnTo>
                      <a:lnTo>
                        <a:pt x="2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2" id="92"/>
                <p:cNvSpPr/>
                <p:nvPr/>
              </p:nvSpPr>
              <p:spPr>
                <a:xfrm>
                  <a:off x="4601" y="2552"/>
                  <a:ext cx="29" cy="5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" h="51" stroke="true" fill="norm" extrusionOk="true">
                      <a:moveTo>
                        <a:pt x="12" y="0"/>
                      </a:moveTo>
                      <a:lnTo>
                        <a:pt x="2" y="15"/>
                      </a:lnTo>
                      <a:lnTo>
                        <a:pt x="0" y="34"/>
                      </a:lnTo>
                      <a:lnTo>
                        <a:pt x="16" y="50"/>
                      </a:lnTo>
                      <a:lnTo>
                        <a:pt x="24" y="26"/>
                      </a:lnTo>
                      <a:lnTo>
                        <a:pt x="12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3" id="93"/>
                <p:cNvSpPr/>
                <p:nvPr/>
              </p:nvSpPr>
              <p:spPr>
                <a:xfrm>
                  <a:off x="5408" y="3678"/>
                  <a:ext cx="74" cy="14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6" h="132" stroke="true" fill="norm" extrusionOk="true">
                      <a:moveTo>
                        <a:pt x="5" y="0"/>
                      </a:moveTo>
                      <a:lnTo>
                        <a:pt x="5" y="16"/>
                      </a:lnTo>
                      <a:lnTo>
                        <a:pt x="13" y="34"/>
                      </a:lnTo>
                      <a:lnTo>
                        <a:pt x="20" y="48"/>
                      </a:lnTo>
                      <a:lnTo>
                        <a:pt x="14" y="66"/>
                      </a:lnTo>
                      <a:lnTo>
                        <a:pt x="0" y="83"/>
                      </a:lnTo>
                      <a:lnTo>
                        <a:pt x="2" y="94"/>
                      </a:lnTo>
                      <a:lnTo>
                        <a:pt x="7" y="125"/>
                      </a:lnTo>
                      <a:lnTo>
                        <a:pt x="20" y="131"/>
                      </a:lnTo>
                      <a:lnTo>
                        <a:pt x="24" y="110"/>
                      </a:lnTo>
                      <a:lnTo>
                        <a:pt x="38" y="96"/>
                      </a:lnTo>
                      <a:lnTo>
                        <a:pt x="60" y="83"/>
                      </a:lnTo>
                      <a:lnTo>
                        <a:pt x="65" y="67"/>
                      </a:lnTo>
                      <a:lnTo>
                        <a:pt x="64" y="55"/>
                      </a:lnTo>
                      <a:lnTo>
                        <a:pt x="40" y="55"/>
                      </a:lnTo>
                      <a:lnTo>
                        <a:pt x="39" y="36"/>
                      </a:lnTo>
                      <a:lnTo>
                        <a:pt x="32" y="36"/>
                      </a:lnTo>
                      <a:lnTo>
                        <a:pt x="23" y="32"/>
                      </a:lnTo>
                      <a:lnTo>
                        <a:pt x="24" y="14"/>
                      </a:lnTo>
                      <a:lnTo>
                        <a:pt x="19" y="2"/>
                      </a:lnTo>
                      <a:lnTo>
                        <a:pt x="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4" id="94"/>
                <p:cNvSpPr/>
                <p:nvPr/>
              </p:nvSpPr>
              <p:spPr>
                <a:xfrm>
                  <a:off x="5257" y="3799"/>
                  <a:ext cx="141" cy="14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6" h="126" stroke="true" fill="norm" extrusionOk="true">
                      <a:moveTo>
                        <a:pt x="98" y="1"/>
                      </a:moveTo>
                      <a:lnTo>
                        <a:pt x="95" y="21"/>
                      </a:lnTo>
                      <a:lnTo>
                        <a:pt x="75" y="31"/>
                      </a:lnTo>
                      <a:lnTo>
                        <a:pt x="60" y="51"/>
                      </a:lnTo>
                      <a:lnTo>
                        <a:pt x="24" y="67"/>
                      </a:lnTo>
                      <a:lnTo>
                        <a:pt x="0" y="89"/>
                      </a:lnTo>
                      <a:lnTo>
                        <a:pt x="4" y="105"/>
                      </a:lnTo>
                      <a:lnTo>
                        <a:pt x="26" y="125"/>
                      </a:lnTo>
                      <a:lnTo>
                        <a:pt x="54" y="103"/>
                      </a:lnTo>
                      <a:lnTo>
                        <a:pt x="63" y="81"/>
                      </a:lnTo>
                      <a:lnTo>
                        <a:pt x="82" y="65"/>
                      </a:lnTo>
                      <a:lnTo>
                        <a:pt x="94" y="65"/>
                      </a:lnTo>
                      <a:lnTo>
                        <a:pt x="99" y="48"/>
                      </a:lnTo>
                      <a:lnTo>
                        <a:pt x="112" y="33"/>
                      </a:lnTo>
                      <a:lnTo>
                        <a:pt x="125" y="21"/>
                      </a:lnTo>
                      <a:lnTo>
                        <a:pt x="120" y="4"/>
                      </a:lnTo>
                      <a:lnTo>
                        <a:pt x="112" y="14"/>
                      </a:lnTo>
                      <a:lnTo>
                        <a:pt x="111" y="0"/>
                      </a:lnTo>
                      <a:lnTo>
                        <a:pt x="98" y="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5" id="95"/>
                <p:cNvSpPr/>
                <p:nvPr/>
              </p:nvSpPr>
              <p:spPr>
                <a:xfrm>
                  <a:off x="4389" y="3046"/>
                  <a:ext cx="29" cy="2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6" h="24" stroke="true" fill="norm" extrusionOk="true">
                      <a:moveTo>
                        <a:pt x="2" y="0"/>
                      </a:moveTo>
                      <a:lnTo>
                        <a:pt x="13" y="2"/>
                      </a:lnTo>
                      <a:lnTo>
                        <a:pt x="21" y="10"/>
                      </a:lnTo>
                      <a:lnTo>
                        <a:pt x="25" y="21"/>
                      </a:lnTo>
                      <a:lnTo>
                        <a:pt x="15" y="23"/>
                      </a:lnTo>
                      <a:lnTo>
                        <a:pt x="0" y="9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6" id="96"/>
                <p:cNvSpPr/>
                <p:nvPr/>
              </p:nvSpPr>
              <p:spPr>
                <a:xfrm>
                  <a:off x="4612" y="3196"/>
                  <a:ext cx="25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1" h="15" stroke="true" fill="norm" extrusionOk="true">
                      <a:moveTo>
                        <a:pt x="3" y="2"/>
                      </a:moveTo>
                      <a:lnTo>
                        <a:pt x="0" y="14"/>
                      </a:lnTo>
                      <a:lnTo>
                        <a:pt x="16" y="8"/>
                      </a:lnTo>
                      <a:lnTo>
                        <a:pt x="20" y="0"/>
                      </a:lnTo>
                      <a:lnTo>
                        <a:pt x="3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7" id="97"/>
                <p:cNvSpPr/>
                <p:nvPr/>
              </p:nvSpPr>
              <p:spPr>
                <a:xfrm>
                  <a:off x="4702" y="3052"/>
                  <a:ext cx="32" cy="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" h="14" stroke="true" fill="norm" extrusionOk="true">
                      <a:moveTo>
                        <a:pt x="14" y="13"/>
                      </a:moveTo>
                      <a:lnTo>
                        <a:pt x="11" y="13"/>
                      </a:lnTo>
                      <a:lnTo>
                        <a:pt x="10" y="13"/>
                      </a:lnTo>
                      <a:lnTo>
                        <a:pt x="8" y="13"/>
                      </a:lnTo>
                      <a:lnTo>
                        <a:pt x="6" y="13"/>
                      </a:lnTo>
                      <a:lnTo>
                        <a:pt x="5" y="13"/>
                      </a:lnTo>
                      <a:lnTo>
                        <a:pt x="3" y="13"/>
                      </a:lnTo>
                      <a:lnTo>
                        <a:pt x="2" y="13"/>
                      </a:lnTo>
                      <a:lnTo>
                        <a:pt x="1" y="13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2" y="2"/>
                      </a:lnTo>
                      <a:lnTo>
                        <a:pt x="3" y="2"/>
                      </a:ln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6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1" y="0"/>
                      </a:lnTo>
                      <a:lnTo>
                        <a:pt x="14" y="0"/>
                      </a:lnTo>
                      <a:lnTo>
                        <a:pt x="17" y="0"/>
                      </a:lnTo>
                      <a:lnTo>
                        <a:pt x="18" y="0"/>
                      </a:lnTo>
                      <a:lnTo>
                        <a:pt x="20" y="0"/>
                      </a:lnTo>
                      <a:lnTo>
                        <a:pt x="21" y="0"/>
                      </a:lnTo>
                      <a:lnTo>
                        <a:pt x="23" y="0"/>
                      </a:lnTo>
                      <a:lnTo>
                        <a:pt x="24" y="2"/>
                      </a:lnTo>
                      <a:lnTo>
                        <a:pt x="25" y="5"/>
                      </a:lnTo>
                      <a:lnTo>
                        <a:pt x="26" y="5"/>
                      </a:lnTo>
                      <a:lnTo>
                        <a:pt x="26" y="7"/>
                      </a:lnTo>
                      <a:lnTo>
                        <a:pt x="27" y="7"/>
                      </a:lnTo>
                      <a:lnTo>
                        <a:pt x="26" y="10"/>
                      </a:lnTo>
                      <a:lnTo>
                        <a:pt x="25" y="13"/>
                      </a:lnTo>
                      <a:lnTo>
                        <a:pt x="24" y="13"/>
                      </a:lnTo>
                      <a:lnTo>
                        <a:pt x="23" y="13"/>
                      </a:lnTo>
                      <a:lnTo>
                        <a:pt x="21" y="13"/>
                      </a:lnTo>
                      <a:lnTo>
                        <a:pt x="20" y="13"/>
                      </a:lnTo>
                      <a:lnTo>
                        <a:pt x="18" y="13"/>
                      </a:lnTo>
                      <a:lnTo>
                        <a:pt x="17" y="13"/>
                      </a:lnTo>
                      <a:lnTo>
                        <a:pt x="14" y="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8" id="98"/>
                <p:cNvSpPr/>
                <p:nvPr/>
              </p:nvSpPr>
              <p:spPr>
                <a:xfrm>
                  <a:off x="4425" y="2649"/>
                  <a:ext cx="33" cy="4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9" h="43" stroke="true" fill="norm" extrusionOk="true">
                      <a:moveTo>
                        <a:pt x="9" y="9"/>
                      </a:moveTo>
                      <a:lnTo>
                        <a:pt x="0" y="23"/>
                      </a:lnTo>
                      <a:lnTo>
                        <a:pt x="2" y="42"/>
                      </a:lnTo>
                      <a:lnTo>
                        <a:pt x="14" y="42"/>
                      </a:lnTo>
                      <a:lnTo>
                        <a:pt x="28" y="25"/>
                      </a:lnTo>
                      <a:lnTo>
                        <a:pt x="19" y="0"/>
                      </a:lnTo>
                      <a:lnTo>
                        <a:pt x="9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99" id="99"/>
                <p:cNvSpPr/>
                <p:nvPr/>
              </p:nvSpPr>
              <p:spPr>
                <a:xfrm>
                  <a:off x="4617" y="2774"/>
                  <a:ext cx="32" cy="3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" h="26" stroke="true" fill="norm" extrusionOk="true">
                      <a:moveTo>
                        <a:pt x="16" y="5"/>
                      </a:moveTo>
                      <a:lnTo>
                        <a:pt x="2" y="0"/>
                      </a:lnTo>
                      <a:lnTo>
                        <a:pt x="0" y="12"/>
                      </a:lnTo>
                      <a:lnTo>
                        <a:pt x="9" y="22"/>
                      </a:lnTo>
                      <a:lnTo>
                        <a:pt x="17" y="25"/>
                      </a:lnTo>
                      <a:lnTo>
                        <a:pt x="18" y="25"/>
                      </a:lnTo>
                      <a:lnTo>
                        <a:pt x="19" y="25"/>
                      </a:lnTo>
                      <a:lnTo>
                        <a:pt x="20" y="25"/>
                      </a:lnTo>
                      <a:lnTo>
                        <a:pt x="21" y="24"/>
                      </a:lnTo>
                      <a:lnTo>
                        <a:pt x="23" y="23"/>
                      </a:lnTo>
                      <a:lnTo>
                        <a:pt x="24" y="22"/>
                      </a:lnTo>
                      <a:lnTo>
                        <a:pt x="25" y="22"/>
                      </a:lnTo>
                      <a:lnTo>
                        <a:pt x="26" y="21"/>
                      </a:lnTo>
                      <a:lnTo>
                        <a:pt x="27" y="19"/>
                      </a:lnTo>
                      <a:lnTo>
                        <a:pt x="27" y="18"/>
                      </a:lnTo>
                      <a:lnTo>
                        <a:pt x="27" y="16"/>
                      </a:lnTo>
                      <a:lnTo>
                        <a:pt x="26" y="15"/>
                      </a:lnTo>
                      <a:lnTo>
                        <a:pt x="25" y="13"/>
                      </a:lnTo>
                      <a:lnTo>
                        <a:pt x="24" y="11"/>
                      </a:lnTo>
                      <a:lnTo>
                        <a:pt x="23" y="10"/>
                      </a:lnTo>
                      <a:lnTo>
                        <a:pt x="21" y="9"/>
                      </a:lnTo>
                      <a:lnTo>
                        <a:pt x="20" y="8"/>
                      </a:lnTo>
                      <a:lnTo>
                        <a:pt x="19" y="8"/>
                      </a:lnTo>
                      <a:lnTo>
                        <a:pt x="18" y="7"/>
                      </a:lnTo>
                      <a:lnTo>
                        <a:pt x="17" y="6"/>
                      </a:lnTo>
                      <a:lnTo>
                        <a:pt x="16" y="6"/>
                      </a:lnTo>
                      <a:lnTo>
                        <a:pt x="16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0" id="100"/>
                <p:cNvSpPr/>
                <p:nvPr/>
              </p:nvSpPr>
              <p:spPr>
                <a:xfrm>
                  <a:off x="4660" y="2763"/>
                  <a:ext cx="36" cy="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24" stroke="true" fill="norm" extrusionOk="true">
                      <a:moveTo>
                        <a:pt x="2" y="3"/>
                      </a:moveTo>
                      <a:lnTo>
                        <a:pt x="0" y="15"/>
                      </a:lnTo>
                      <a:lnTo>
                        <a:pt x="11" y="21"/>
                      </a:lnTo>
                      <a:lnTo>
                        <a:pt x="31" y="23"/>
                      </a:lnTo>
                      <a:lnTo>
                        <a:pt x="31" y="9"/>
                      </a:lnTo>
                      <a:lnTo>
                        <a:pt x="16" y="0"/>
                      </a:lnTo>
                      <a:lnTo>
                        <a:pt x="2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1" id="101"/>
                <p:cNvSpPr/>
                <p:nvPr/>
              </p:nvSpPr>
              <p:spPr>
                <a:xfrm>
                  <a:off x="4654" y="2806"/>
                  <a:ext cx="25" cy="2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1" h="20" stroke="true" fill="norm" extrusionOk="true">
                      <a:moveTo>
                        <a:pt x="4" y="0"/>
                      </a:moveTo>
                      <a:lnTo>
                        <a:pt x="0" y="12"/>
                      </a:lnTo>
                      <a:lnTo>
                        <a:pt x="4" y="19"/>
                      </a:lnTo>
                      <a:lnTo>
                        <a:pt x="20" y="15"/>
                      </a:lnTo>
                      <a:lnTo>
                        <a:pt x="16" y="4"/>
                      </a:lnTo>
                      <a:lnTo>
                        <a:pt x="4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2" id="102"/>
                <p:cNvSpPr/>
                <p:nvPr/>
              </p:nvSpPr>
              <p:spPr>
                <a:xfrm>
                  <a:off x="4697" y="2801"/>
                  <a:ext cx="20" cy="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" h="14" stroke="true" fill="norm" extrusionOk="true">
                      <a:moveTo>
                        <a:pt x="0" y="3"/>
                      </a:moveTo>
                      <a:lnTo>
                        <a:pt x="3" y="13"/>
                      </a:lnTo>
                      <a:lnTo>
                        <a:pt x="10" y="13"/>
                      </a:lnTo>
                      <a:lnTo>
                        <a:pt x="16" y="9"/>
                      </a:lnTo>
                      <a:lnTo>
                        <a:pt x="18" y="0"/>
                      </a:lnTo>
                      <a:lnTo>
                        <a:pt x="8" y="0"/>
                      </a:lnTo>
                      <a:lnTo>
                        <a:pt x="0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3" id="103"/>
                <p:cNvSpPr/>
                <p:nvPr/>
              </p:nvSpPr>
              <p:spPr>
                <a:xfrm>
                  <a:off x="4649" y="2849"/>
                  <a:ext cx="30" cy="4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" h="37" stroke="true" fill="norm" extrusionOk="true">
                      <a:moveTo>
                        <a:pt x="18" y="0"/>
                      </a:moveTo>
                      <a:lnTo>
                        <a:pt x="8" y="11"/>
                      </a:lnTo>
                      <a:lnTo>
                        <a:pt x="3" y="27"/>
                      </a:lnTo>
                      <a:lnTo>
                        <a:pt x="0" y="36"/>
                      </a:lnTo>
                      <a:lnTo>
                        <a:pt x="13" y="32"/>
                      </a:lnTo>
                      <a:lnTo>
                        <a:pt x="20" y="19"/>
                      </a:lnTo>
                      <a:lnTo>
                        <a:pt x="26" y="5"/>
                      </a:lnTo>
                      <a:lnTo>
                        <a:pt x="1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4" id="104"/>
                <p:cNvSpPr/>
                <p:nvPr/>
              </p:nvSpPr>
              <p:spPr>
                <a:xfrm>
                  <a:off x="4680" y="2826"/>
                  <a:ext cx="17" cy="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" h="15" stroke="true" fill="norm" extrusionOk="true">
                      <a:moveTo>
                        <a:pt x="7" y="14"/>
                      </a:moveTo>
                      <a:lnTo>
                        <a:pt x="5" y="14"/>
                      </a:lnTo>
                      <a:lnTo>
                        <a:pt x="3" y="14"/>
                      </a:lnTo>
                      <a:lnTo>
                        <a:pt x="2" y="14"/>
                      </a:lnTo>
                      <a:lnTo>
                        <a:pt x="2" y="12"/>
                      </a:lnTo>
                      <a:lnTo>
                        <a:pt x="1" y="11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1" y="3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3" y="1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7" y="1"/>
                      </a:lnTo>
                      <a:lnTo>
                        <a:pt x="9" y="1"/>
                      </a:lnTo>
                      <a:lnTo>
                        <a:pt x="10" y="1"/>
                      </a:lnTo>
                      <a:lnTo>
                        <a:pt x="10" y="2"/>
                      </a:lnTo>
                      <a:lnTo>
                        <a:pt x="11" y="3"/>
                      </a:lnTo>
                      <a:lnTo>
                        <a:pt x="11" y="4"/>
                      </a:lnTo>
                      <a:lnTo>
                        <a:pt x="11" y="5"/>
                      </a:lnTo>
                      <a:lnTo>
                        <a:pt x="13" y="7"/>
                      </a:lnTo>
                      <a:lnTo>
                        <a:pt x="11" y="9"/>
                      </a:lnTo>
                      <a:lnTo>
                        <a:pt x="11" y="10"/>
                      </a:lnTo>
                      <a:lnTo>
                        <a:pt x="11" y="11"/>
                      </a:lnTo>
                      <a:lnTo>
                        <a:pt x="10" y="12"/>
                      </a:lnTo>
                      <a:lnTo>
                        <a:pt x="10" y="14"/>
                      </a:lnTo>
                      <a:lnTo>
                        <a:pt x="9" y="14"/>
                      </a:lnTo>
                      <a:lnTo>
                        <a:pt x="7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5" id="105"/>
                <p:cNvSpPr/>
                <p:nvPr/>
              </p:nvSpPr>
              <p:spPr>
                <a:xfrm>
                  <a:off x="3098" y="3310"/>
                  <a:ext cx="122" cy="14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8" h="125" stroke="true" fill="norm" extrusionOk="true">
                      <a:moveTo>
                        <a:pt x="65" y="0"/>
                      </a:moveTo>
                      <a:lnTo>
                        <a:pt x="59" y="7"/>
                      </a:lnTo>
                      <a:lnTo>
                        <a:pt x="47" y="9"/>
                      </a:lnTo>
                      <a:lnTo>
                        <a:pt x="45" y="20"/>
                      </a:lnTo>
                      <a:lnTo>
                        <a:pt x="40" y="23"/>
                      </a:lnTo>
                      <a:lnTo>
                        <a:pt x="32" y="25"/>
                      </a:lnTo>
                      <a:lnTo>
                        <a:pt x="30" y="36"/>
                      </a:lnTo>
                      <a:lnTo>
                        <a:pt x="22" y="39"/>
                      </a:lnTo>
                      <a:lnTo>
                        <a:pt x="8" y="39"/>
                      </a:lnTo>
                      <a:lnTo>
                        <a:pt x="0" y="42"/>
                      </a:lnTo>
                      <a:lnTo>
                        <a:pt x="6" y="64"/>
                      </a:lnTo>
                      <a:lnTo>
                        <a:pt x="8" y="75"/>
                      </a:lnTo>
                      <a:lnTo>
                        <a:pt x="15" y="79"/>
                      </a:lnTo>
                      <a:lnTo>
                        <a:pt x="19" y="91"/>
                      </a:lnTo>
                      <a:lnTo>
                        <a:pt x="27" y="92"/>
                      </a:lnTo>
                      <a:lnTo>
                        <a:pt x="31" y="107"/>
                      </a:lnTo>
                      <a:lnTo>
                        <a:pt x="37" y="109"/>
                      </a:lnTo>
                      <a:lnTo>
                        <a:pt x="52" y="115"/>
                      </a:lnTo>
                      <a:lnTo>
                        <a:pt x="62" y="119"/>
                      </a:lnTo>
                      <a:lnTo>
                        <a:pt x="66" y="124"/>
                      </a:lnTo>
                      <a:lnTo>
                        <a:pt x="82" y="124"/>
                      </a:lnTo>
                      <a:lnTo>
                        <a:pt x="85" y="113"/>
                      </a:lnTo>
                      <a:lnTo>
                        <a:pt x="93" y="108"/>
                      </a:lnTo>
                      <a:lnTo>
                        <a:pt x="92" y="87"/>
                      </a:lnTo>
                      <a:lnTo>
                        <a:pt x="102" y="82"/>
                      </a:lnTo>
                      <a:lnTo>
                        <a:pt x="107" y="75"/>
                      </a:lnTo>
                      <a:lnTo>
                        <a:pt x="101" y="61"/>
                      </a:lnTo>
                      <a:lnTo>
                        <a:pt x="100" y="51"/>
                      </a:lnTo>
                      <a:lnTo>
                        <a:pt x="105" y="31"/>
                      </a:lnTo>
                      <a:lnTo>
                        <a:pt x="98" y="16"/>
                      </a:lnTo>
                      <a:lnTo>
                        <a:pt x="77" y="13"/>
                      </a:lnTo>
                      <a:lnTo>
                        <a:pt x="70" y="1"/>
                      </a:lnTo>
                      <a:lnTo>
                        <a:pt x="6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6" id="106"/>
                <p:cNvSpPr/>
                <p:nvPr/>
              </p:nvSpPr>
              <p:spPr>
                <a:xfrm>
                  <a:off x="2870" y="3336"/>
                  <a:ext cx="159" cy="23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1" h="212" stroke="true" fill="norm" extrusionOk="true">
                      <a:moveTo>
                        <a:pt x="1" y="6"/>
                      </a:moveTo>
                      <a:lnTo>
                        <a:pt x="15" y="0"/>
                      </a:lnTo>
                      <a:lnTo>
                        <a:pt x="31" y="7"/>
                      </a:lnTo>
                      <a:lnTo>
                        <a:pt x="56" y="9"/>
                      </a:lnTo>
                      <a:lnTo>
                        <a:pt x="93" y="8"/>
                      </a:lnTo>
                      <a:lnTo>
                        <a:pt x="98" y="16"/>
                      </a:lnTo>
                      <a:lnTo>
                        <a:pt x="129" y="20"/>
                      </a:lnTo>
                      <a:lnTo>
                        <a:pt x="140" y="22"/>
                      </a:lnTo>
                      <a:lnTo>
                        <a:pt x="133" y="35"/>
                      </a:lnTo>
                      <a:lnTo>
                        <a:pt x="132" y="87"/>
                      </a:lnTo>
                      <a:lnTo>
                        <a:pt x="126" y="91"/>
                      </a:lnTo>
                      <a:lnTo>
                        <a:pt x="118" y="95"/>
                      </a:lnTo>
                      <a:lnTo>
                        <a:pt x="119" y="146"/>
                      </a:lnTo>
                      <a:lnTo>
                        <a:pt x="115" y="202"/>
                      </a:lnTo>
                      <a:lnTo>
                        <a:pt x="107" y="211"/>
                      </a:lnTo>
                      <a:lnTo>
                        <a:pt x="87" y="208"/>
                      </a:lnTo>
                      <a:lnTo>
                        <a:pt x="81" y="197"/>
                      </a:lnTo>
                      <a:lnTo>
                        <a:pt x="77" y="202"/>
                      </a:lnTo>
                      <a:lnTo>
                        <a:pt x="67" y="203"/>
                      </a:lnTo>
                      <a:lnTo>
                        <a:pt x="63" y="190"/>
                      </a:lnTo>
                      <a:lnTo>
                        <a:pt x="55" y="181"/>
                      </a:lnTo>
                      <a:lnTo>
                        <a:pt x="45" y="179"/>
                      </a:lnTo>
                      <a:lnTo>
                        <a:pt x="46" y="160"/>
                      </a:lnTo>
                      <a:lnTo>
                        <a:pt x="42" y="138"/>
                      </a:lnTo>
                      <a:lnTo>
                        <a:pt x="41" y="123"/>
                      </a:lnTo>
                      <a:lnTo>
                        <a:pt x="40" y="103"/>
                      </a:lnTo>
                      <a:lnTo>
                        <a:pt x="35" y="89"/>
                      </a:lnTo>
                      <a:lnTo>
                        <a:pt x="30" y="78"/>
                      </a:lnTo>
                      <a:lnTo>
                        <a:pt x="25" y="68"/>
                      </a:lnTo>
                      <a:lnTo>
                        <a:pt x="16" y="50"/>
                      </a:lnTo>
                      <a:lnTo>
                        <a:pt x="11" y="40"/>
                      </a:lnTo>
                      <a:lnTo>
                        <a:pt x="0" y="25"/>
                      </a:lnTo>
                      <a:lnTo>
                        <a:pt x="1" y="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7" id="107"/>
                <p:cNvSpPr/>
                <p:nvPr/>
              </p:nvSpPr>
              <p:spPr>
                <a:xfrm>
                  <a:off x="3370" y="3240"/>
                  <a:ext cx="130" cy="26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6" h="238" stroke="true" fill="norm" extrusionOk="true">
                      <a:moveTo>
                        <a:pt x="88" y="3"/>
                      </a:moveTo>
                      <a:lnTo>
                        <a:pt x="87" y="23"/>
                      </a:lnTo>
                      <a:lnTo>
                        <a:pt x="81" y="26"/>
                      </a:lnTo>
                      <a:lnTo>
                        <a:pt x="79" y="41"/>
                      </a:lnTo>
                      <a:lnTo>
                        <a:pt x="70" y="41"/>
                      </a:lnTo>
                      <a:lnTo>
                        <a:pt x="66" y="47"/>
                      </a:lnTo>
                      <a:lnTo>
                        <a:pt x="64" y="55"/>
                      </a:lnTo>
                      <a:lnTo>
                        <a:pt x="56" y="62"/>
                      </a:lnTo>
                      <a:lnTo>
                        <a:pt x="53" y="70"/>
                      </a:lnTo>
                      <a:lnTo>
                        <a:pt x="48" y="69"/>
                      </a:lnTo>
                      <a:lnTo>
                        <a:pt x="46" y="61"/>
                      </a:lnTo>
                      <a:lnTo>
                        <a:pt x="37" y="61"/>
                      </a:lnTo>
                      <a:lnTo>
                        <a:pt x="35" y="67"/>
                      </a:lnTo>
                      <a:lnTo>
                        <a:pt x="26" y="71"/>
                      </a:lnTo>
                      <a:lnTo>
                        <a:pt x="23" y="84"/>
                      </a:lnTo>
                      <a:lnTo>
                        <a:pt x="17" y="85"/>
                      </a:lnTo>
                      <a:lnTo>
                        <a:pt x="20" y="127"/>
                      </a:lnTo>
                      <a:lnTo>
                        <a:pt x="24" y="128"/>
                      </a:lnTo>
                      <a:lnTo>
                        <a:pt x="26" y="139"/>
                      </a:lnTo>
                      <a:lnTo>
                        <a:pt x="20" y="143"/>
                      </a:lnTo>
                      <a:lnTo>
                        <a:pt x="17" y="157"/>
                      </a:lnTo>
                      <a:lnTo>
                        <a:pt x="10" y="160"/>
                      </a:lnTo>
                      <a:lnTo>
                        <a:pt x="9" y="167"/>
                      </a:lnTo>
                      <a:lnTo>
                        <a:pt x="0" y="170"/>
                      </a:lnTo>
                      <a:lnTo>
                        <a:pt x="1" y="189"/>
                      </a:lnTo>
                      <a:lnTo>
                        <a:pt x="11" y="189"/>
                      </a:lnTo>
                      <a:lnTo>
                        <a:pt x="11" y="228"/>
                      </a:lnTo>
                      <a:lnTo>
                        <a:pt x="20" y="228"/>
                      </a:lnTo>
                      <a:lnTo>
                        <a:pt x="26" y="234"/>
                      </a:lnTo>
                      <a:lnTo>
                        <a:pt x="33" y="237"/>
                      </a:lnTo>
                      <a:lnTo>
                        <a:pt x="42" y="228"/>
                      </a:lnTo>
                      <a:lnTo>
                        <a:pt x="52" y="227"/>
                      </a:lnTo>
                      <a:lnTo>
                        <a:pt x="59" y="222"/>
                      </a:lnTo>
                      <a:lnTo>
                        <a:pt x="66" y="217"/>
                      </a:lnTo>
                      <a:lnTo>
                        <a:pt x="70" y="198"/>
                      </a:lnTo>
                      <a:lnTo>
                        <a:pt x="78" y="195"/>
                      </a:lnTo>
                      <a:lnTo>
                        <a:pt x="78" y="170"/>
                      </a:lnTo>
                      <a:lnTo>
                        <a:pt x="83" y="167"/>
                      </a:lnTo>
                      <a:lnTo>
                        <a:pt x="82" y="132"/>
                      </a:lnTo>
                      <a:lnTo>
                        <a:pt x="92" y="125"/>
                      </a:lnTo>
                      <a:lnTo>
                        <a:pt x="98" y="119"/>
                      </a:lnTo>
                      <a:lnTo>
                        <a:pt x="98" y="91"/>
                      </a:lnTo>
                      <a:lnTo>
                        <a:pt x="106" y="86"/>
                      </a:lnTo>
                      <a:lnTo>
                        <a:pt x="107" y="64"/>
                      </a:lnTo>
                      <a:lnTo>
                        <a:pt x="114" y="64"/>
                      </a:lnTo>
                      <a:lnTo>
                        <a:pt x="115" y="28"/>
                      </a:lnTo>
                      <a:lnTo>
                        <a:pt x="106" y="23"/>
                      </a:lnTo>
                      <a:lnTo>
                        <a:pt x="105" y="6"/>
                      </a:lnTo>
                      <a:lnTo>
                        <a:pt x="96" y="0"/>
                      </a:lnTo>
                      <a:lnTo>
                        <a:pt x="88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8" id="108"/>
                <p:cNvSpPr/>
                <p:nvPr/>
              </p:nvSpPr>
              <p:spPr>
                <a:xfrm>
                  <a:off x="3002" y="3353"/>
                  <a:ext cx="155" cy="17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9" h="159" stroke="true" fill="norm" extrusionOk="true">
                      <a:moveTo>
                        <a:pt x="47" y="3"/>
                      </a:moveTo>
                      <a:lnTo>
                        <a:pt x="86" y="4"/>
                      </a:lnTo>
                      <a:lnTo>
                        <a:pt x="92" y="26"/>
                      </a:lnTo>
                      <a:lnTo>
                        <a:pt x="93" y="37"/>
                      </a:lnTo>
                      <a:lnTo>
                        <a:pt x="101" y="42"/>
                      </a:lnTo>
                      <a:lnTo>
                        <a:pt x="105" y="54"/>
                      </a:lnTo>
                      <a:lnTo>
                        <a:pt x="113" y="54"/>
                      </a:lnTo>
                      <a:lnTo>
                        <a:pt x="117" y="70"/>
                      </a:lnTo>
                      <a:lnTo>
                        <a:pt x="123" y="71"/>
                      </a:lnTo>
                      <a:lnTo>
                        <a:pt x="138" y="77"/>
                      </a:lnTo>
                      <a:lnTo>
                        <a:pt x="135" y="86"/>
                      </a:lnTo>
                      <a:lnTo>
                        <a:pt x="126" y="93"/>
                      </a:lnTo>
                      <a:lnTo>
                        <a:pt x="117" y="102"/>
                      </a:lnTo>
                      <a:lnTo>
                        <a:pt x="106" y="107"/>
                      </a:lnTo>
                      <a:lnTo>
                        <a:pt x="102" y="121"/>
                      </a:lnTo>
                      <a:lnTo>
                        <a:pt x="93" y="124"/>
                      </a:lnTo>
                      <a:lnTo>
                        <a:pt x="87" y="133"/>
                      </a:lnTo>
                      <a:lnTo>
                        <a:pt x="78" y="142"/>
                      </a:lnTo>
                      <a:lnTo>
                        <a:pt x="64" y="142"/>
                      </a:lnTo>
                      <a:lnTo>
                        <a:pt x="55" y="136"/>
                      </a:lnTo>
                      <a:lnTo>
                        <a:pt x="46" y="136"/>
                      </a:lnTo>
                      <a:lnTo>
                        <a:pt x="41" y="144"/>
                      </a:lnTo>
                      <a:lnTo>
                        <a:pt x="38" y="153"/>
                      </a:lnTo>
                      <a:lnTo>
                        <a:pt x="30" y="158"/>
                      </a:lnTo>
                      <a:lnTo>
                        <a:pt x="10" y="153"/>
                      </a:lnTo>
                      <a:lnTo>
                        <a:pt x="6" y="138"/>
                      </a:lnTo>
                      <a:lnTo>
                        <a:pt x="1" y="132"/>
                      </a:lnTo>
                      <a:lnTo>
                        <a:pt x="0" y="80"/>
                      </a:lnTo>
                      <a:lnTo>
                        <a:pt x="8" y="76"/>
                      </a:lnTo>
                      <a:lnTo>
                        <a:pt x="15" y="72"/>
                      </a:lnTo>
                      <a:lnTo>
                        <a:pt x="15" y="20"/>
                      </a:lnTo>
                      <a:lnTo>
                        <a:pt x="22" y="7"/>
                      </a:lnTo>
                      <a:lnTo>
                        <a:pt x="40" y="0"/>
                      </a:lnTo>
                      <a:lnTo>
                        <a:pt x="47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09" id="109"/>
                <p:cNvSpPr/>
                <p:nvPr/>
              </p:nvSpPr>
              <p:spPr>
                <a:xfrm>
                  <a:off x="4484" y="3212"/>
                  <a:ext cx="645" cy="55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75" h="491" stroke="true" fill="norm" extrusionOk="true">
                      <a:moveTo>
                        <a:pt x="293" y="20"/>
                      </a:moveTo>
                      <a:lnTo>
                        <a:pt x="296" y="33"/>
                      </a:lnTo>
                      <a:lnTo>
                        <a:pt x="269" y="37"/>
                      </a:lnTo>
                      <a:lnTo>
                        <a:pt x="258" y="51"/>
                      </a:lnTo>
                      <a:lnTo>
                        <a:pt x="256" y="59"/>
                      </a:lnTo>
                      <a:lnTo>
                        <a:pt x="254" y="74"/>
                      </a:lnTo>
                      <a:lnTo>
                        <a:pt x="237" y="78"/>
                      </a:lnTo>
                      <a:lnTo>
                        <a:pt x="230" y="66"/>
                      </a:lnTo>
                      <a:lnTo>
                        <a:pt x="221" y="55"/>
                      </a:lnTo>
                      <a:lnTo>
                        <a:pt x="199" y="60"/>
                      </a:lnTo>
                      <a:lnTo>
                        <a:pt x="195" y="74"/>
                      </a:lnTo>
                      <a:lnTo>
                        <a:pt x="184" y="85"/>
                      </a:lnTo>
                      <a:lnTo>
                        <a:pt x="171" y="91"/>
                      </a:lnTo>
                      <a:lnTo>
                        <a:pt x="164" y="102"/>
                      </a:lnTo>
                      <a:lnTo>
                        <a:pt x="164" y="113"/>
                      </a:lnTo>
                      <a:lnTo>
                        <a:pt x="156" y="113"/>
                      </a:lnTo>
                      <a:lnTo>
                        <a:pt x="149" y="102"/>
                      </a:lnTo>
                      <a:lnTo>
                        <a:pt x="145" y="127"/>
                      </a:lnTo>
                      <a:lnTo>
                        <a:pt x="124" y="153"/>
                      </a:lnTo>
                      <a:lnTo>
                        <a:pt x="104" y="161"/>
                      </a:lnTo>
                      <a:lnTo>
                        <a:pt x="53" y="176"/>
                      </a:lnTo>
                      <a:lnTo>
                        <a:pt x="31" y="199"/>
                      </a:lnTo>
                      <a:lnTo>
                        <a:pt x="6" y="201"/>
                      </a:lnTo>
                      <a:lnTo>
                        <a:pt x="9" y="248"/>
                      </a:lnTo>
                      <a:lnTo>
                        <a:pt x="20" y="255"/>
                      </a:lnTo>
                      <a:lnTo>
                        <a:pt x="17" y="265"/>
                      </a:lnTo>
                      <a:lnTo>
                        <a:pt x="2" y="255"/>
                      </a:lnTo>
                      <a:lnTo>
                        <a:pt x="0" y="270"/>
                      </a:lnTo>
                      <a:lnTo>
                        <a:pt x="8" y="296"/>
                      </a:lnTo>
                      <a:lnTo>
                        <a:pt x="17" y="312"/>
                      </a:lnTo>
                      <a:lnTo>
                        <a:pt x="17" y="331"/>
                      </a:lnTo>
                      <a:lnTo>
                        <a:pt x="17" y="344"/>
                      </a:lnTo>
                      <a:lnTo>
                        <a:pt x="24" y="349"/>
                      </a:lnTo>
                      <a:lnTo>
                        <a:pt x="25" y="377"/>
                      </a:lnTo>
                      <a:lnTo>
                        <a:pt x="17" y="378"/>
                      </a:lnTo>
                      <a:lnTo>
                        <a:pt x="12" y="389"/>
                      </a:lnTo>
                      <a:lnTo>
                        <a:pt x="6" y="398"/>
                      </a:lnTo>
                      <a:lnTo>
                        <a:pt x="35" y="424"/>
                      </a:lnTo>
                      <a:lnTo>
                        <a:pt x="47" y="427"/>
                      </a:lnTo>
                      <a:lnTo>
                        <a:pt x="53" y="420"/>
                      </a:lnTo>
                      <a:lnTo>
                        <a:pt x="59" y="409"/>
                      </a:lnTo>
                      <a:lnTo>
                        <a:pt x="83" y="412"/>
                      </a:lnTo>
                      <a:lnTo>
                        <a:pt x="133" y="405"/>
                      </a:lnTo>
                      <a:lnTo>
                        <a:pt x="142" y="391"/>
                      </a:lnTo>
                      <a:lnTo>
                        <a:pt x="158" y="380"/>
                      </a:lnTo>
                      <a:lnTo>
                        <a:pt x="204" y="375"/>
                      </a:lnTo>
                      <a:lnTo>
                        <a:pt x="213" y="366"/>
                      </a:lnTo>
                      <a:lnTo>
                        <a:pt x="231" y="365"/>
                      </a:lnTo>
                      <a:lnTo>
                        <a:pt x="244" y="361"/>
                      </a:lnTo>
                      <a:lnTo>
                        <a:pt x="245" y="369"/>
                      </a:lnTo>
                      <a:lnTo>
                        <a:pt x="267" y="371"/>
                      </a:lnTo>
                      <a:lnTo>
                        <a:pt x="278" y="383"/>
                      </a:lnTo>
                      <a:lnTo>
                        <a:pt x="289" y="399"/>
                      </a:lnTo>
                      <a:lnTo>
                        <a:pt x="290" y="418"/>
                      </a:lnTo>
                      <a:lnTo>
                        <a:pt x="299" y="416"/>
                      </a:lnTo>
                      <a:lnTo>
                        <a:pt x="310" y="409"/>
                      </a:lnTo>
                      <a:lnTo>
                        <a:pt x="322" y="397"/>
                      </a:lnTo>
                      <a:lnTo>
                        <a:pt x="330" y="383"/>
                      </a:lnTo>
                      <a:lnTo>
                        <a:pt x="332" y="394"/>
                      </a:lnTo>
                      <a:lnTo>
                        <a:pt x="326" y="409"/>
                      </a:lnTo>
                      <a:lnTo>
                        <a:pt x="318" y="420"/>
                      </a:lnTo>
                      <a:lnTo>
                        <a:pt x="328" y="422"/>
                      </a:lnTo>
                      <a:lnTo>
                        <a:pt x="332" y="412"/>
                      </a:lnTo>
                      <a:lnTo>
                        <a:pt x="337" y="405"/>
                      </a:lnTo>
                      <a:lnTo>
                        <a:pt x="337" y="412"/>
                      </a:lnTo>
                      <a:lnTo>
                        <a:pt x="339" y="422"/>
                      </a:lnTo>
                      <a:lnTo>
                        <a:pt x="348" y="431"/>
                      </a:lnTo>
                      <a:lnTo>
                        <a:pt x="349" y="442"/>
                      </a:lnTo>
                      <a:lnTo>
                        <a:pt x="344" y="456"/>
                      </a:lnTo>
                      <a:lnTo>
                        <a:pt x="358" y="471"/>
                      </a:lnTo>
                      <a:lnTo>
                        <a:pt x="389" y="482"/>
                      </a:lnTo>
                      <a:lnTo>
                        <a:pt x="425" y="490"/>
                      </a:lnTo>
                      <a:lnTo>
                        <a:pt x="450" y="481"/>
                      </a:lnTo>
                      <a:lnTo>
                        <a:pt x="491" y="460"/>
                      </a:lnTo>
                      <a:lnTo>
                        <a:pt x="503" y="429"/>
                      </a:lnTo>
                      <a:lnTo>
                        <a:pt x="521" y="415"/>
                      </a:lnTo>
                      <a:lnTo>
                        <a:pt x="534" y="388"/>
                      </a:lnTo>
                      <a:lnTo>
                        <a:pt x="558" y="366"/>
                      </a:lnTo>
                      <a:lnTo>
                        <a:pt x="565" y="355"/>
                      </a:lnTo>
                      <a:lnTo>
                        <a:pt x="565" y="316"/>
                      </a:lnTo>
                      <a:lnTo>
                        <a:pt x="574" y="263"/>
                      </a:lnTo>
                      <a:lnTo>
                        <a:pt x="572" y="251"/>
                      </a:lnTo>
                      <a:lnTo>
                        <a:pt x="555" y="228"/>
                      </a:lnTo>
                      <a:lnTo>
                        <a:pt x="546" y="201"/>
                      </a:lnTo>
                      <a:lnTo>
                        <a:pt x="527" y="191"/>
                      </a:lnTo>
                      <a:lnTo>
                        <a:pt x="523" y="165"/>
                      </a:lnTo>
                      <a:lnTo>
                        <a:pt x="494" y="150"/>
                      </a:lnTo>
                      <a:lnTo>
                        <a:pt x="493" y="117"/>
                      </a:lnTo>
                      <a:lnTo>
                        <a:pt x="483" y="80"/>
                      </a:lnTo>
                      <a:lnTo>
                        <a:pt x="465" y="60"/>
                      </a:lnTo>
                      <a:lnTo>
                        <a:pt x="455" y="33"/>
                      </a:lnTo>
                      <a:lnTo>
                        <a:pt x="463" y="19"/>
                      </a:lnTo>
                      <a:lnTo>
                        <a:pt x="448" y="0"/>
                      </a:lnTo>
                      <a:lnTo>
                        <a:pt x="437" y="19"/>
                      </a:lnTo>
                      <a:lnTo>
                        <a:pt x="429" y="30"/>
                      </a:lnTo>
                      <a:lnTo>
                        <a:pt x="430" y="89"/>
                      </a:lnTo>
                      <a:lnTo>
                        <a:pt x="421" y="104"/>
                      </a:lnTo>
                      <a:lnTo>
                        <a:pt x="416" y="113"/>
                      </a:lnTo>
                      <a:lnTo>
                        <a:pt x="399" y="113"/>
                      </a:lnTo>
                      <a:lnTo>
                        <a:pt x="384" y="100"/>
                      </a:lnTo>
                      <a:lnTo>
                        <a:pt x="365" y="93"/>
                      </a:lnTo>
                      <a:lnTo>
                        <a:pt x="353" y="81"/>
                      </a:lnTo>
                      <a:lnTo>
                        <a:pt x="342" y="77"/>
                      </a:lnTo>
                      <a:lnTo>
                        <a:pt x="348" y="62"/>
                      </a:lnTo>
                      <a:lnTo>
                        <a:pt x="351" y="49"/>
                      </a:lnTo>
                      <a:lnTo>
                        <a:pt x="360" y="46"/>
                      </a:lnTo>
                      <a:lnTo>
                        <a:pt x="366" y="28"/>
                      </a:lnTo>
                      <a:lnTo>
                        <a:pt x="347" y="25"/>
                      </a:lnTo>
                      <a:lnTo>
                        <a:pt x="328" y="23"/>
                      </a:lnTo>
                      <a:lnTo>
                        <a:pt x="307" y="12"/>
                      </a:lnTo>
                      <a:lnTo>
                        <a:pt x="284" y="9"/>
                      </a:lnTo>
                      <a:lnTo>
                        <a:pt x="282" y="15"/>
                      </a:lnTo>
                      <a:lnTo>
                        <a:pt x="293" y="2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0" id="110"/>
                <p:cNvSpPr/>
                <p:nvPr/>
              </p:nvSpPr>
              <p:spPr>
                <a:xfrm>
                  <a:off x="4936" y="3805"/>
                  <a:ext cx="57" cy="6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2" h="53" stroke="true" fill="norm" extrusionOk="true">
                      <a:moveTo>
                        <a:pt x="3" y="0"/>
                      </a:moveTo>
                      <a:lnTo>
                        <a:pt x="22" y="4"/>
                      </a:lnTo>
                      <a:lnTo>
                        <a:pt x="51" y="4"/>
                      </a:lnTo>
                      <a:lnTo>
                        <a:pt x="49" y="21"/>
                      </a:lnTo>
                      <a:lnTo>
                        <a:pt x="40" y="34"/>
                      </a:lnTo>
                      <a:lnTo>
                        <a:pt x="38" y="47"/>
                      </a:lnTo>
                      <a:lnTo>
                        <a:pt x="22" y="50"/>
                      </a:lnTo>
                      <a:lnTo>
                        <a:pt x="11" y="52"/>
                      </a:lnTo>
                      <a:lnTo>
                        <a:pt x="0" y="45"/>
                      </a:lnTo>
                      <a:lnTo>
                        <a:pt x="3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1" id="111"/>
                <p:cNvSpPr/>
                <p:nvPr/>
              </p:nvSpPr>
              <p:spPr>
                <a:xfrm>
                  <a:off x="5317" y="3404"/>
                  <a:ext cx="41" cy="3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7" h="29" stroke="true" fill="norm" extrusionOk="true">
                      <a:moveTo>
                        <a:pt x="11" y="0"/>
                      </a:moveTo>
                      <a:lnTo>
                        <a:pt x="0" y="5"/>
                      </a:lnTo>
                      <a:lnTo>
                        <a:pt x="8" y="13"/>
                      </a:lnTo>
                      <a:lnTo>
                        <a:pt x="18" y="22"/>
                      </a:lnTo>
                      <a:lnTo>
                        <a:pt x="32" y="28"/>
                      </a:lnTo>
                      <a:lnTo>
                        <a:pt x="36" y="20"/>
                      </a:lnTo>
                      <a:lnTo>
                        <a:pt x="26" y="5"/>
                      </a:lnTo>
                      <a:lnTo>
                        <a:pt x="1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2" id="112"/>
                <p:cNvSpPr/>
                <p:nvPr/>
              </p:nvSpPr>
              <p:spPr>
                <a:xfrm>
                  <a:off x="5133" y="3047"/>
                  <a:ext cx="32" cy="4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" h="42" stroke="true" fill="norm" extrusionOk="true">
                      <a:moveTo>
                        <a:pt x="0" y="0"/>
                      </a:moveTo>
                      <a:lnTo>
                        <a:pt x="10" y="20"/>
                      </a:lnTo>
                      <a:lnTo>
                        <a:pt x="23" y="41"/>
                      </a:lnTo>
                      <a:lnTo>
                        <a:pt x="27" y="1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3" id="113"/>
                <p:cNvSpPr/>
                <p:nvPr/>
              </p:nvSpPr>
              <p:spPr>
                <a:xfrm>
                  <a:off x="4985" y="3073"/>
                  <a:ext cx="135" cy="14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9" h="125" stroke="true" fill="norm" extrusionOk="true">
                      <a:moveTo>
                        <a:pt x="19" y="74"/>
                      </a:moveTo>
                      <a:lnTo>
                        <a:pt x="0" y="0"/>
                      </a:lnTo>
                      <a:lnTo>
                        <a:pt x="16" y="6"/>
                      </a:lnTo>
                      <a:lnTo>
                        <a:pt x="40" y="5"/>
                      </a:lnTo>
                      <a:lnTo>
                        <a:pt x="40" y="25"/>
                      </a:lnTo>
                      <a:lnTo>
                        <a:pt x="55" y="30"/>
                      </a:lnTo>
                      <a:lnTo>
                        <a:pt x="59" y="40"/>
                      </a:lnTo>
                      <a:lnTo>
                        <a:pt x="70" y="51"/>
                      </a:lnTo>
                      <a:lnTo>
                        <a:pt x="78" y="59"/>
                      </a:lnTo>
                      <a:lnTo>
                        <a:pt x="76" y="76"/>
                      </a:lnTo>
                      <a:lnTo>
                        <a:pt x="87" y="95"/>
                      </a:lnTo>
                      <a:lnTo>
                        <a:pt x="107" y="101"/>
                      </a:lnTo>
                      <a:lnTo>
                        <a:pt x="118" y="120"/>
                      </a:lnTo>
                      <a:lnTo>
                        <a:pt x="116" y="120"/>
                      </a:lnTo>
                      <a:lnTo>
                        <a:pt x="115" y="121"/>
                      </a:lnTo>
                      <a:lnTo>
                        <a:pt x="113" y="121"/>
                      </a:lnTo>
                      <a:lnTo>
                        <a:pt x="110" y="121"/>
                      </a:lnTo>
                      <a:lnTo>
                        <a:pt x="108" y="122"/>
                      </a:lnTo>
                      <a:lnTo>
                        <a:pt x="106" y="123"/>
                      </a:lnTo>
                      <a:lnTo>
                        <a:pt x="103" y="123"/>
                      </a:lnTo>
                      <a:lnTo>
                        <a:pt x="101" y="124"/>
                      </a:lnTo>
                      <a:lnTo>
                        <a:pt x="99" y="124"/>
                      </a:lnTo>
                      <a:lnTo>
                        <a:pt x="97" y="124"/>
                      </a:lnTo>
                      <a:lnTo>
                        <a:pt x="96" y="124"/>
                      </a:lnTo>
                      <a:lnTo>
                        <a:pt x="95" y="122"/>
                      </a:lnTo>
                      <a:lnTo>
                        <a:pt x="93" y="121"/>
                      </a:lnTo>
                      <a:lnTo>
                        <a:pt x="91" y="121"/>
                      </a:lnTo>
                      <a:lnTo>
                        <a:pt x="88" y="121"/>
                      </a:lnTo>
                      <a:lnTo>
                        <a:pt x="86" y="120"/>
                      </a:lnTo>
                      <a:lnTo>
                        <a:pt x="83" y="119"/>
                      </a:lnTo>
                      <a:lnTo>
                        <a:pt x="81" y="118"/>
                      </a:lnTo>
                      <a:lnTo>
                        <a:pt x="78" y="117"/>
                      </a:lnTo>
                      <a:lnTo>
                        <a:pt x="76" y="117"/>
                      </a:lnTo>
                      <a:lnTo>
                        <a:pt x="75" y="117"/>
                      </a:lnTo>
                      <a:lnTo>
                        <a:pt x="74" y="117"/>
                      </a:lnTo>
                      <a:lnTo>
                        <a:pt x="55" y="97"/>
                      </a:lnTo>
                      <a:lnTo>
                        <a:pt x="41" y="78"/>
                      </a:lnTo>
                      <a:lnTo>
                        <a:pt x="19" y="7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4" id="114"/>
                <p:cNvSpPr/>
                <p:nvPr/>
              </p:nvSpPr>
              <p:spPr>
                <a:xfrm>
                  <a:off x="5094" y="3099"/>
                  <a:ext cx="46" cy="3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33" stroke="true" fill="norm" extrusionOk="true">
                      <a:moveTo>
                        <a:pt x="2" y="16"/>
                      </a:moveTo>
                      <a:lnTo>
                        <a:pt x="0" y="28"/>
                      </a:lnTo>
                      <a:lnTo>
                        <a:pt x="16" y="32"/>
                      </a:lnTo>
                      <a:lnTo>
                        <a:pt x="32" y="22"/>
                      </a:lnTo>
                      <a:lnTo>
                        <a:pt x="40" y="11"/>
                      </a:lnTo>
                      <a:lnTo>
                        <a:pt x="38" y="0"/>
                      </a:lnTo>
                      <a:lnTo>
                        <a:pt x="26" y="1"/>
                      </a:lnTo>
                      <a:lnTo>
                        <a:pt x="24" y="11"/>
                      </a:lnTo>
                      <a:lnTo>
                        <a:pt x="2" y="1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5" id="115"/>
                <p:cNvSpPr/>
                <p:nvPr/>
              </p:nvSpPr>
              <p:spPr>
                <a:xfrm>
                  <a:off x="5169" y="3109"/>
                  <a:ext cx="23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1" h="16" stroke="true" fill="norm" extrusionOk="true">
                      <a:moveTo>
                        <a:pt x="10" y="15"/>
                      </a:moveTo>
                      <a:lnTo>
                        <a:pt x="11" y="14"/>
                      </a:lnTo>
                      <a:lnTo>
                        <a:pt x="13" y="14"/>
                      </a:lnTo>
                      <a:lnTo>
                        <a:pt x="15" y="13"/>
                      </a:lnTo>
                      <a:lnTo>
                        <a:pt x="16" y="13"/>
                      </a:lnTo>
                      <a:lnTo>
                        <a:pt x="17" y="12"/>
                      </a:lnTo>
                      <a:lnTo>
                        <a:pt x="18" y="11"/>
                      </a:lnTo>
                      <a:lnTo>
                        <a:pt x="19" y="11"/>
                      </a:lnTo>
                      <a:lnTo>
                        <a:pt x="20" y="9"/>
                      </a:lnTo>
                      <a:lnTo>
                        <a:pt x="20" y="8"/>
                      </a:lnTo>
                      <a:lnTo>
                        <a:pt x="20" y="7"/>
                      </a:lnTo>
                      <a:lnTo>
                        <a:pt x="20" y="6"/>
                      </a:lnTo>
                      <a:lnTo>
                        <a:pt x="20" y="5"/>
                      </a:lnTo>
                      <a:lnTo>
                        <a:pt x="19" y="4"/>
                      </a:lnTo>
                      <a:lnTo>
                        <a:pt x="18" y="4"/>
                      </a:lnTo>
                      <a:lnTo>
                        <a:pt x="18" y="3"/>
                      </a:lnTo>
                      <a:lnTo>
                        <a:pt x="17" y="2"/>
                      </a:lnTo>
                      <a:lnTo>
                        <a:pt x="16" y="1"/>
                      </a:lnTo>
                      <a:lnTo>
                        <a:pt x="15" y="1"/>
                      </a:lnTo>
                      <a:lnTo>
                        <a:pt x="13" y="0"/>
                      </a:lnTo>
                      <a:lnTo>
                        <a:pt x="11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3" y="1"/>
                      </a:lnTo>
                      <a:lnTo>
                        <a:pt x="3" y="2"/>
                      </a:lnTo>
                      <a:lnTo>
                        <a:pt x="2" y="3"/>
                      </a:lnTo>
                      <a:lnTo>
                        <a:pt x="1" y="4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7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2" y="11"/>
                      </a:lnTo>
                      <a:lnTo>
                        <a:pt x="3" y="12"/>
                      </a:lnTo>
                      <a:lnTo>
                        <a:pt x="3" y="13"/>
                      </a:lnTo>
                      <a:lnTo>
                        <a:pt x="5" y="13"/>
                      </a:lnTo>
                      <a:lnTo>
                        <a:pt x="5" y="14"/>
                      </a:lnTo>
                      <a:lnTo>
                        <a:pt x="7" y="14"/>
                      </a:lnTo>
                      <a:lnTo>
                        <a:pt x="8" y="14"/>
                      </a:lnTo>
                      <a:lnTo>
                        <a:pt x="10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6" id="116"/>
                <p:cNvSpPr/>
                <p:nvPr/>
              </p:nvSpPr>
              <p:spPr>
                <a:xfrm>
                  <a:off x="4746" y="3048"/>
                  <a:ext cx="21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" h="15" stroke="true" fill="norm" extrusionOk="true">
                      <a:moveTo>
                        <a:pt x="9" y="14"/>
                      </a:moveTo>
                      <a:lnTo>
                        <a:pt x="8" y="14"/>
                      </a:lnTo>
                      <a:lnTo>
                        <a:pt x="6" y="14"/>
                      </a:lnTo>
                      <a:lnTo>
                        <a:pt x="5" y="14"/>
                      </a:lnTo>
                      <a:lnTo>
                        <a:pt x="4" y="14"/>
                      </a:lnTo>
                      <a:lnTo>
                        <a:pt x="3" y="12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2" y="3"/>
                      </a:lnTo>
                      <a:lnTo>
                        <a:pt x="3" y="3"/>
                      </a:lnTo>
                      <a:lnTo>
                        <a:pt x="4" y="1"/>
                      </a:lnTo>
                      <a:lnTo>
                        <a:pt x="5" y="1"/>
                      </a:lnTo>
                      <a:lnTo>
                        <a:pt x="6" y="1"/>
                      </a:lnTo>
                      <a:lnTo>
                        <a:pt x="8" y="1"/>
                      </a:lnTo>
                      <a:lnTo>
                        <a:pt x="9" y="0"/>
                      </a:lnTo>
                      <a:lnTo>
                        <a:pt x="9" y="1"/>
                      </a:lnTo>
                      <a:lnTo>
                        <a:pt x="11" y="1"/>
                      </a:lnTo>
                      <a:lnTo>
                        <a:pt x="13" y="1"/>
                      </a:lnTo>
                      <a:lnTo>
                        <a:pt x="14" y="3"/>
                      </a:lnTo>
                      <a:lnTo>
                        <a:pt x="15" y="3"/>
                      </a:lnTo>
                      <a:lnTo>
                        <a:pt x="15" y="4"/>
                      </a:lnTo>
                      <a:lnTo>
                        <a:pt x="16" y="4"/>
                      </a:lnTo>
                      <a:lnTo>
                        <a:pt x="17" y="6"/>
                      </a:lnTo>
                      <a:lnTo>
                        <a:pt x="17" y="7"/>
                      </a:lnTo>
                      <a:lnTo>
                        <a:pt x="18" y="7"/>
                      </a:lnTo>
                      <a:lnTo>
                        <a:pt x="17" y="9"/>
                      </a:lnTo>
                      <a:lnTo>
                        <a:pt x="17" y="11"/>
                      </a:lnTo>
                      <a:lnTo>
                        <a:pt x="16" y="11"/>
                      </a:lnTo>
                      <a:lnTo>
                        <a:pt x="16" y="12"/>
                      </a:lnTo>
                      <a:lnTo>
                        <a:pt x="15" y="12"/>
                      </a:lnTo>
                      <a:lnTo>
                        <a:pt x="14" y="12"/>
                      </a:lnTo>
                      <a:lnTo>
                        <a:pt x="13" y="14"/>
                      </a:lnTo>
                      <a:lnTo>
                        <a:pt x="11" y="14"/>
                      </a:lnTo>
                      <a:lnTo>
                        <a:pt x="9" y="1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7" id="117"/>
                <p:cNvSpPr/>
                <p:nvPr/>
              </p:nvSpPr>
              <p:spPr>
                <a:xfrm>
                  <a:off x="4392" y="3127"/>
                  <a:ext cx="153" cy="5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5" h="46" stroke="true" fill="norm" extrusionOk="true">
                      <a:moveTo>
                        <a:pt x="19" y="2"/>
                      </a:moveTo>
                      <a:lnTo>
                        <a:pt x="8" y="7"/>
                      </a:lnTo>
                      <a:lnTo>
                        <a:pt x="0" y="17"/>
                      </a:lnTo>
                      <a:lnTo>
                        <a:pt x="8" y="31"/>
                      </a:lnTo>
                      <a:lnTo>
                        <a:pt x="35" y="31"/>
                      </a:lnTo>
                      <a:lnTo>
                        <a:pt x="45" y="36"/>
                      </a:lnTo>
                      <a:lnTo>
                        <a:pt x="68" y="36"/>
                      </a:lnTo>
                      <a:lnTo>
                        <a:pt x="70" y="45"/>
                      </a:lnTo>
                      <a:lnTo>
                        <a:pt x="112" y="45"/>
                      </a:lnTo>
                      <a:lnTo>
                        <a:pt x="123" y="45"/>
                      </a:lnTo>
                      <a:lnTo>
                        <a:pt x="133" y="45"/>
                      </a:lnTo>
                      <a:lnTo>
                        <a:pt x="134" y="34"/>
                      </a:lnTo>
                      <a:lnTo>
                        <a:pt x="121" y="28"/>
                      </a:lnTo>
                      <a:lnTo>
                        <a:pt x="123" y="17"/>
                      </a:lnTo>
                      <a:lnTo>
                        <a:pt x="110" y="18"/>
                      </a:lnTo>
                      <a:lnTo>
                        <a:pt x="94" y="17"/>
                      </a:lnTo>
                      <a:lnTo>
                        <a:pt x="82" y="9"/>
                      </a:lnTo>
                      <a:lnTo>
                        <a:pt x="61" y="8"/>
                      </a:lnTo>
                      <a:lnTo>
                        <a:pt x="40" y="0"/>
                      </a:lnTo>
                      <a:lnTo>
                        <a:pt x="19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8" id="118"/>
                <p:cNvSpPr/>
                <p:nvPr/>
              </p:nvSpPr>
              <p:spPr>
                <a:xfrm>
                  <a:off x="4573" y="3173"/>
                  <a:ext cx="17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13" stroke="true" fill="norm" extrusionOk="true">
                      <a:moveTo>
                        <a:pt x="7" y="12"/>
                      </a:moveTo>
                      <a:lnTo>
                        <a:pt x="4" y="11"/>
                      </a:lnTo>
                      <a:lnTo>
                        <a:pt x="2" y="11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7" y="0"/>
                      </a:lnTo>
                      <a:lnTo>
                        <a:pt x="9" y="0"/>
                      </a:lnTo>
                      <a:lnTo>
                        <a:pt x="11" y="1"/>
                      </a:lnTo>
                      <a:lnTo>
                        <a:pt x="11" y="2"/>
                      </a:lnTo>
                      <a:lnTo>
                        <a:pt x="11" y="3"/>
                      </a:lnTo>
                      <a:lnTo>
                        <a:pt x="11" y="4"/>
                      </a:lnTo>
                      <a:lnTo>
                        <a:pt x="14" y="5"/>
                      </a:lnTo>
                      <a:lnTo>
                        <a:pt x="11" y="5"/>
                      </a:lnTo>
                      <a:lnTo>
                        <a:pt x="11" y="6"/>
                      </a:lnTo>
                      <a:lnTo>
                        <a:pt x="11" y="8"/>
                      </a:lnTo>
                      <a:lnTo>
                        <a:pt x="11" y="10"/>
                      </a:lnTo>
                      <a:lnTo>
                        <a:pt x="9" y="11"/>
                      </a:lnTo>
                      <a:lnTo>
                        <a:pt x="7" y="11"/>
                      </a:lnTo>
                      <a:lnTo>
                        <a:pt x="7" y="1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19" id="119"/>
                <p:cNvSpPr/>
                <p:nvPr/>
              </p:nvSpPr>
              <p:spPr>
                <a:xfrm>
                  <a:off x="4628" y="3175"/>
                  <a:ext cx="37" cy="1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3" h="15" stroke="true" fill="norm" extrusionOk="true">
                      <a:moveTo>
                        <a:pt x="0" y="2"/>
                      </a:moveTo>
                      <a:lnTo>
                        <a:pt x="17" y="0"/>
                      </a:lnTo>
                      <a:lnTo>
                        <a:pt x="32" y="6"/>
                      </a:lnTo>
                      <a:lnTo>
                        <a:pt x="21" y="14"/>
                      </a:lnTo>
                      <a:lnTo>
                        <a:pt x="3" y="11"/>
                      </a:lnTo>
                      <a:lnTo>
                        <a:pt x="0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0" id="120"/>
                <p:cNvSpPr/>
                <p:nvPr/>
              </p:nvSpPr>
              <p:spPr>
                <a:xfrm>
                  <a:off x="4676" y="3196"/>
                  <a:ext cx="20" cy="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" h="15" stroke="true" fill="norm" extrusionOk="true">
                      <a:moveTo>
                        <a:pt x="16" y="0"/>
                      </a:moveTo>
                      <a:lnTo>
                        <a:pt x="6" y="2"/>
                      </a:ln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16" y="5"/>
                      </a:lnTo>
                      <a:lnTo>
                        <a:pt x="16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1" id="121"/>
                <p:cNvSpPr/>
                <p:nvPr/>
              </p:nvSpPr>
              <p:spPr>
                <a:xfrm>
                  <a:off x="4601" y="2987"/>
                  <a:ext cx="108" cy="14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7" h="124" stroke="true" fill="norm" extrusionOk="true">
                      <a:moveTo>
                        <a:pt x="24" y="17"/>
                      </a:moveTo>
                      <a:lnTo>
                        <a:pt x="21" y="36"/>
                      </a:lnTo>
                      <a:lnTo>
                        <a:pt x="14" y="46"/>
                      </a:lnTo>
                      <a:lnTo>
                        <a:pt x="11" y="60"/>
                      </a:lnTo>
                      <a:lnTo>
                        <a:pt x="0" y="68"/>
                      </a:lnTo>
                      <a:lnTo>
                        <a:pt x="0" y="94"/>
                      </a:lnTo>
                      <a:lnTo>
                        <a:pt x="13" y="100"/>
                      </a:lnTo>
                      <a:lnTo>
                        <a:pt x="15" y="118"/>
                      </a:lnTo>
                      <a:lnTo>
                        <a:pt x="27" y="120"/>
                      </a:lnTo>
                      <a:lnTo>
                        <a:pt x="32" y="92"/>
                      </a:lnTo>
                      <a:lnTo>
                        <a:pt x="42" y="89"/>
                      </a:lnTo>
                      <a:lnTo>
                        <a:pt x="42" y="112"/>
                      </a:lnTo>
                      <a:lnTo>
                        <a:pt x="53" y="115"/>
                      </a:lnTo>
                      <a:lnTo>
                        <a:pt x="56" y="123"/>
                      </a:lnTo>
                      <a:lnTo>
                        <a:pt x="69" y="120"/>
                      </a:lnTo>
                      <a:lnTo>
                        <a:pt x="68" y="104"/>
                      </a:lnTo>
                      <a:lnTo>
                        <a:pt x="49" y="72"/>
                      </a:lnTo>
                      <a:lnTo>
                        <a:pt x="59" y="64"/>
                      </a:lnTo>
                      <a:lnTo>
                        <a:pt x="68" y="48"/>
                      </a:lnTo>
                      <a:lnTo>
                        <a:pt x="61" y="42"/>
                      </a:lnTo>
                      <a:lnTo>
                        <a:pt x="51" y="47"/>
                      </a:lnTo>
                      <a:lnTo>
                        <a:pt x="42" y="52"/>
                      </a:lnTo>
                      <a:lnTo>
                        <a:pt x="35" y="33"/>
                      </a:lnTo>
                      <a:lnTo>
                        <a:pt x="32" y="15"/>
                      </a:lnTo>
                      <a:lnTo>
                        <a:pt x="40" y="18"/>
                      </a:lnTo>
                      <a:lnTo>
                        <a:pt x="49" y="25"/>
                      </a:lnTo>
                      <a:lnTo>
                        <a:pt x="64" y="21"/>
                      </a:lnTo>
                      <a:lnTo>
                        <a:pt x="71" y="26"/>
                      </a:lnTo>
                      <a:lnTo>
                        <a:pt x="88" y="21"/>
                      </a:lnTo>
                      <a:lnTo>
                        <a:pt x="96" y="17"/>
                      </a:lnTo>
                      <a:lnTo>
                        <a:pt x="93" y="0"/>
                      </a:lnTo>
                      <a:lnTo>
                        <a:pt x="83" y="0"/>
                      </a:lnTo>
                      <a:lnTo>
                        <a:pt x="77" y="12"/>
                      </a:lnTo>
                      <a:lnTo>
                        <a:pt x="45" y="9"/>
                      </a:lnTo>
                      <a:lnTo>
                        <a:pt x="26" y="10"/>
                      </a:lnTo>
                      <a:lnTo>
                        <a:pt x="24" y="1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2" id="122"/>
                <p:cNvSpPr/>
                <p:nvPr/>
              </p:nvSpPr>
              <p:spPr>
                <a:xfrm>
                  <a:off x="4325" y="2752"/>
                  <a:ext cx="92" cy="8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3" h="71" stroke="true" fill="norm" extrusionOk="true">
                      <a:moveTo>
                        <a:pt x="34" y="60"/>
                      </a:moveTo>
                      <a:lnTo>
                        <a:pt x="15" y="64"/>
                      </a:lnTo>
                      <a:lnTo>
                        <a:pt x="13" y="41"/>
                      </a:lnTo>
                      <a:lnTo>
                        <a:pt x="0" y="30"/>
                      </a:lnTo>
                      <a:lnTo>
                        <a:pt x="6" y="13"/>
                      </a:lnTo>
                      <a:lnTo>
                        <a:pt x="21" y="0"/>
                      </a:lnTo>
                      <a:lnTo>
                        <a:pt x="34" y="8"/>
                      </a:lnTo>
                      <a:lnTo>
                        <a:pt x="50" y="6"/>
                      </a:lnTo>
                      <a:lnTo>
                        <a:pt x="60" y="17"/>
                      </a:lnTo>
                      <a:lnTo>
                        <a:pt x="74" y="6"/>
                      </a:lnTo>
                      <a:lnTo>
                        <a:pt x="80" y="11"/>
                      </a:lnTo>
                      <a:lnTo>
                        <a:pt x="82" y="38"/>
                      </a:lnTo>
                      <a:lnTo>
                        <a:pt x="73" y="46"/>
                      </a:lnTo>
                      <a:lnTo>
                        <a:pt x="58" y="60"/>
                      </a:lnTo>
                      <a:lnTo>
                        <a:pt x="44" y="70"/>
                      </a:lnTo>
                      <a:lnTo>
                        <a:pt x="34" y="6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3" id="123"/>
                <p:cNvSpPr/>
                <p:nvPr/>
              </p:nvSpPr>
              <p:spPr>
                <a:xfrm>
                  <a:off x="4288" y="2603"/>
                  <a:ext cx="119" cy="17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6" h="152" stroke="true" fill="norm" extrusionOk="true">
                      <a:moveTo>
                        <a:pt x="0" y="23"/>
                      </a:moveTo>
                      <a:lnTo>
                        <a:pt x="3" y="36"/>
                      </a:lnTo>
                      <a:lnTo>
                        <a:pt x="6" y="50"/>
                      </a:lnTo>
                      <a:lnTo>
                        <a:pt x="13" y="57"/>
                      </a:lnTo>
                      <a:lnTo>
                        <a:pt x="24" y="61"/>
                      </a:lnTo>
                      <a:lnTo>
                        <a:pt x="38" y="81"/>
                      </a:lnTo>
                      <a:lnTo>
                        <a:pt x="50" y="71"/>
                      </a:lnTo>
                      <a:lnTo>
                        <a:pt x="60" y="84"/>
                      </a:lnTo>
                      <a:lnTo>
                        <a:pt x="68" y="103"/>
                      </a:lnTo>
                      <a:lnTo>
                        <a:pt x="73" y="114"/>
                      </a:lnTo>
                      <a:lnTo>
                        <a:pt x="81" y="116"/>
                      </a:lnTo>
                      <a:lnTo>
                        <a:pt x="81" y="140"/>
                      </a:lnTo>
                      <a:lnTo>
                        <a:pt x="91" y="151"/>
                      </a:lnTo>
                      <a:lnTo>
                        <a:pt x="105" y="140"/>
                      </a:lnTo>
                      <a:lnTo>
                        <a:pt x="105" y="111"/>
                      </a:lnTo>
                      <a:lnTo>
                        <a:pt x="92" y="102"/>
                      </a:lnTo>
                      <a:lnTo>
                        <a:pt x="71" y="69"/>
                      </a:lnTo>
                      <a:lnTo>
                        <a:pt x="60" y="58"/>
                      </a:lnTo>
                      <a:lnTo>
                        <a:pt x="65" y="42"/>
                      </a:lnTo>
                      <a:lnTo>
                        <a:pt x="62" y="32"/>
                      </a:lnTo>
                      <a:lnTo>
                        <a:pt x="37" y="23"/>
                      </a:lnTo>
                      <a:lnTo>
                        <a:pt x="29" y="0"/>
                      </a:lnTo>
                      <a:lnTo>
                        <a:pt x="18" y="6"/>
                      </a:lnTo>
                      <a:lnTo>
                        <a:pt x="19" y="20"/>
                      </a:lnTo>
                      <a:lnTo>
                        <a:pt x="0" y="2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4" id="124"/>
                <p:cNvSpPr/>
                <p:nvPr/>
              </p:nvSpPr>
              <p:spPr>
                <a:xfrm>
                  <a:off x="4739" y="2969"/>
                  <a:ext cx="29" cy="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6" h="54" stroke="true" fill="norm" extrusionOk="true">
                      <a:moveTo>
                        <a:pt x="13" y="21"/>
                      </a:moveTo>
                      <a:lnTo>
                        <a:pt x="0" y="27"/>
                      </a:lnTo>
                      <a:lnTo>
                        <a:pt x="4" y="43"/>
                      </a:lnTo>
                      <a:lnTo>
                        <a:pt x="19" y="53"/>
                      </a:lnTo>
                      <a:lnTo>
                        <a:pt x="24" y="32"/>
                      </a:lnTo>
                      <a:lnTo>
                        <a:pt x="25" y="14"/>
                      </a:lnTo>
                      <a:lnTo>
                        <a:pt x="20" y="0"/>
                      </a:lnTo>
                      <a:lnTo>
                        <a:pt x="13" y="6"/>
                      </a:lnTo>
                      <a:lnTo>
                        <a:pt x="13" y="2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5" id="125"/>
                <p:cNvSpPr/>
                <p:nvPr/>
              </p:nvSpPr>
              <p:spPr>
                <a:xfrm>
                  <a:off x="4763" y="3069"/>
                  <a:ext cx="40" cy="1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5" h="18" stroke="true" fill="norm" extrusionOk="true">
                      <a:moveTo>
                        <a:pt x="4" y="3"/>
                      </a:moveTo>
                      <a:lnTo>
                        <a:pt x="16" y="0"/>
                      </a:lnTo>
                      <a:lnTo>
                        <a:pt x="27" y="0"/>
                      </a:lnTo>
                      <a:lnTo>
                        <a:pt x="33" y="9"/>
                      </a:lnTo>
                      <a:lnTo>
                        <a:pt x="34" y="17"/>
                      </a:lnTo>
                      <a:lnTo>
                        <a:pt x="23" y="12"/>
                      </a:lnTo>
                      <a:lnTo>
                        <a:pt x="12" y="9"/>
                      </a:lnTo>
                      <a:lnTo>
                        <a:pt x="0" y="12"/>
                      </a:lnTo>
                      <a:lnTo>
                        <a:pt x="4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6" id="126"/>
                <p:cNvSpPr/>
                <p:nvPr/>
              </p:nvSpPr>
              <p:spPr>
                <a:xfrm>
                  <a:off x="2946" y="3439"/>
                  <a:ext cx="266" cy="2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37" h="221" stroke="true" fill="norm" extrusionOk="true">
                      <a:moveTo>
                        <a:pt x="217" y="9"/>
                      </a:moveTo>
                      <a:lnTo>
                        <a:pt x="201" y="9"/>
                      </a:lnTo>
                      <a:lnTo>
                        <a:pt x="197" y="4"/>
                      </a:lnTo>
                      <a:lnTo>
                        <a:pt x="187" y="0"/>
                      </a:lnTo>
                      <a:lnTo>
                        <a:pt x="184" y="8"/>
                      </a:lnTo>
                      <a:lnTo>
                        <a:pt x="175" y="15"/>
                      </a:lnTo>
                      <a:lnTo>
                        <a:pt x="167" y="25"/>
                      </a:lnTo>
                      <a:lnTo>
                        <a:pt x="156" y="30"/>
                      </a:lnTo>
                      <a:lnTo>
                        <a:pt x="151" y="44"/>
                      </a:lnTo>
                      <a:lnTo>
                        <a:pt x="143" y="47"/>
                      </a:lnTo>
                      <a:lnTo>
                        <a:pt x="137" y="55"/>
                      </a:lnTo>
                      <a:lnTo>
                        <a:pt x="128" y="65"/>
                      </a:lnTo>
                      <a:lnTo>
                        <a:pt x="114" y="65"/>
                      </a:lnTo>
                      <a:lnTo>
                        <a:pt x="105" y="59"/>
                      </a:lnTo>
                      <a:lnTo>
                        <a:pt x="96" y="59"/>
                      </a:lnTo>
                      <a:lnTo>
                        <a:pt x="91" y="66"/>
                      </a:lnTo>
                      <a:lnTo>
                        <a:pt x="88" y="76"/>
                      </a:lnTo>
                      <a:lnTo>
                        <a:pt x="80" y="81"/>
                      </a:lnTo>
                      <a:lnTo>
                        <a:pt x="61" y="76"/>
                      </a:lnTo>
                      <a:lnTo>
                        <a:pt x="57" y="61"/>
                      </a:lnTo>
                      <a:lnTo>
                        <a:pt x="52" y="54"/>
                      </a:lnTo>
                      <a:lnTo>
                        <a:pt x="47" y="110"/>
                      </a:lnTo>
                      <a:lnTo>
                        <a:pt x="40" y="120"/>
                      </a:lnTo>
                      <a:lnTo>
                        <a:pt x="20" y="117"/>
                      </a:lnTo>
                      <a:lnTo>
                        <a:pt x="14" y="105"/>
                      </a:lnTo>
                      <a:lnTo>
                        <a:pt x="10" y="110"/>
                      </a:lnTo>
                      <a:lnTo>
                        <a:pt x="0" y="111"/>
                      </a:lnTo>
                      <a:lnTo>
                        <a:pt x="3" y="118"/>
                      </a:lnTo>
                      <a:lnTo>
                        <a:pt x="3" y="134"/>
                      </a:lnTo>
                      <a:lnTo>
                        <a:pt x="13" y="138"/>
                      </a:lnTo>
                      <a:lnTo>
                        <a:pt x="14" y="157"/>
                      </a:lnTo>
                      <a:lnTo>
                        <a:pt x="20" y="160"/>
                      </a:lnTo>
                      <a:lnTo>
                        <a:pt x="20" y="166"/>
                      </a:lnTo>
                      <a:lnTo>
                        <a:pt x="27" y="166"/>
                      </a:lnTo>
                      <a:lnTo>
                        <a:pt x="25" y="178"/>
                      </a:lnTo>
                      <a:lnTo>
                        <a:pt x="17" y="184"/>
                      </a:lnTo>
                      <a:lnTo>
                        <a:pt x="43" y="218"/>
                      </a:lnTo>
                      <a:lnTo>
                        <a:pt x="61" y="220"/>
                      </a:lnTo>
                      <a:lnTo>
                        <a:pt x="70" y="214"/>
                      </a:lnTo>
                      <a:lnTo>
                        <a:pt x="78" y="203"/>
                      </a:lnTo>
                      <a:lnTo>
                        <a:pt x="108" y="204"/>
                      </a:lnTo>
                      <a:lnTo>
                        <a:pt x="111" y="209"/>
                      </a:lnTo>
                      <a:lnTo>
                        <a:pt x="128" y="202"/>
                      </a:lnTo>
                      <a:lnTo>
                        <a:pt x="135" y="196"/>
                      </a:lnTo>
                      <a:lnTo>
                        <a:pt x="156" y="193"/>
                      </a:lnTo>
                      <a:lnTo>
                        <a:pt x="167" y="186"/>
                      </a:lnTo>
                      <a:lnTo>
                        <a:pt x="178" y="167"/>
                      </a:lnTo>
                      <a:lnTo>
                        <a:pt x="190" y="158"/>
                      </a:lnTo>
                      <a:lnTo>
                        <a:pt x="209" y="142"/>
                      </a:lnTo>
                      <a:lnTo>
                        <a:pt x="212" y="125"/>
                      </a:lnTo>
                      <a:lnTo>
                        <a:pt x="217" y="110"/>
                      </a:lnTo>
                      <a:lnTo>
                        <a:pt x="228" y="109"/>
                      </a:lnTo>
                      <a:lnTo>
                        <a:pt x="236" y="93"/>
                      </a:lnTo>
                      <a:lnTo>
                        <a:pt x="224" y="88"/>
                      </a:lnTo>
                      <a:lnTo>
                        <a:pt x="222" y="76"/>
                      </a:lnTo>
                      <a:lnTo>
                        <a:pt x="216" y="66"/>
                      </a:lnTo>
                      <a:lnTo>
                        <a:pt x="217" y="52"/>
                      </a:lnTo>
                      <a:lnTo>
                        <a:pt x="217" y="34"/>
                      </a:lnTo>
                      <a:lnTo>
                        <a:pt x="217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7" id="127"/>
                <p:cNvSpPr/>
                <p:nvPr/>
              </p:nvSpPr>
              <p:spPr>
                <a:xfrm>
                  <a:off x="3171" y="3221"/>
                  <a:ext cx="168" cy="32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0" h="289" stroke="true" fill="norm" extrusionOk="true">
                      <a:moveTo>
                        <a:pt x="36" y="288"/>
                      </a:moveTo>
                      <a:lnTo>
                        <a:pt x="24" y="284"/>
                      </a:lnTo>
                      <a:lnTo>
                        <a:pt x="21" y="272"/>
                      </a:lnTo>
                      <a:lnTo>
                        <a:pt x="15" y="262"/>
                      </a:lnTo>
                      <a:lnTo>
                        <a:pt x="16" y="247"/>
                      </a:lnTo>
                      <a:lnTo>
                        <a:pt x="16" y="229"/>
                      </a:lnTo>
                      <a:lnTo>
                        <a:pt x="16" y="205"/>
                      </a:lnTo>
                      <a:lnTo>
                        <a:pt x="19" y="194"/>
                      </a:lnTo>
                      <a:lnTo>
                        <a:pt x="27" y="189"/>
                      </a:lnTo>
                      <a:lnTo>
                        <a:pt x="26" y="168"/>
                      </a:lnTo>
                      <a:lnTo>
                        <a:pt x="36" y="162"/>
                      </a:lnTo>
                      <a:lnTo>
                        <a:pt x="41" y="155"/>
                      </a:lnTo>
                      <a:lnTo>
                        <a:pt x="36" y="142"/>
                      </a:lnTo>
                      <a:lnTo>
                        <a:pt x="35" y="132"/>
                      </a:lnTo>
                      <a:lnTo>
                        <a:pt x="40" y="111"/>
                      </a:lnTo>
                      <a:lnTo>
                        <a:pt x="32" y="97"/>
                      </a:lnTo>
                      <a:lnTo>
                        <a:pt x="12" y="93"/>
                      </a:lnTo>
                      <a:lnTo>
                        <a:pt x="5" y="82"/>
                      </a:lnTo>
                      <a:lnTo>
                        <a:pt x="0" y="81"/>
                      </a:lnTo>
                      <a:lnTo>
                        <a:pt x="23" y="75"/>
                      </a:lnTo>
                      <a:lnTo>
                        <a:pt x="26" y="66"/>
                      </a:lnTo>
                      <a:lnTo>
                        <a:pt x="38" y="60"/>
                      </a:lnTo>
                      <a:lnTo>
                        <a:pt x="49" y="65"/>
                      </a:lnTo>
                      <a:lnTo>
                        <a:pt x="60" y="68"/>
                      </a:lnTo>
                      <a:lnTo>
                        <a:pt x="59" y="80"/>
                      </a:lnTo>
                      <a:lnTo>
                        <a:pt x="55" y="94"/>
                      </a:lnTo>
                      <a:lnTo>
                        <a:pt x="61" y="101"/>
                      </a:lnTo>
                      <a:lnTo>
                        <a:pt x="71" y="99"/>
                      </a:lnTo>
                      <a:lnTo>
                        <a:pt x="75" y="88"/>
                      </a:lnTo>
                      <a:lnTo>
                        <a:pt x="85" y="81"/>
                      </a:lnTo>
                      <a:lnTo>
                        <a:pt x="82" y="68"/>
                      </a:lnTo>
                      <a:lnTo>
                        <a:pt x="78" y="59"/>
                      </a:lnTo>
                      <a:lnTo>
                        <a:pt x="72" y="49"/>
                      </a:lnTo>
                      <a:lnTo>
                        <a:pt x="69" y="44"/>
                      </a:lnTo>
                      <a:lnTo>
                        <a:pt x="63" y="37"/>
                      </a:lnTo>
                      <a:lnTo>
                        <a:pt x="64" y="26"/>
                      </a:lnTo>
                      <a:lnTo>
                        <a:pt x="67" y="14"/>
                      </a:lnTo>
                      <a:lnTo>
                        <a:pt x="64" y="0"/>
                      </a:lnTo>
                      <a:lnTo>
                        <a:pt x="77" y="9"/>
                      </a:lnTo>
                      <a:lnTo>
                        <a:pt x="80" y="18"/>
                      </a:lnTo>
                      <a:lnTo>
                        <a:pt x="109" y="20"/>
                      </a:lnTo>
                      <a:lnTo>
                        <a:pt x="112" y="11"/>
                      </a:lnTo>
                      <a:lnTo>
                        <a:pt x="129" y="11"/>
                      </a:lnTo>
                      <a:lnTo>
                        <a:pt x="132" y="4"/>
                      </a:lnTo>
                      <a:lnTo>
                        <a:pt x="149" y="0"/>
                      </a:lnTo>
                      <a:lnTo>
                        <a:pt x="149" y="30"/>
                      </a:lnTo>
                      <a:lnTo>
                        <a:pt x="149" y="83"/>
                      </a:lnTo>
                      <a:lnTo>
                        <a:pt x="140" y="93"/>
                      </a:lnTo>
                      <a:lnTo>
                        <a:pt x="136" y="103"/>
                      </a:lnTo>
                      <a:lnTo>
                        <a:pt x="113" y="106"/>
                      </a:lnTo>
                      <a:lnTo>
                        <a:pt x="111" y="114"/>
                      </a:lnTo>
                      <a:lnTo>
                        <a:pt x="101" y="117"/>
                      </a:lnTo>
                      <a:lnTo>
                        <a:pt x="97" y="121"/>
                      </a:lnTo>
                      <a:lnTo>
                        <a:pt x="93" y="139"/>
                      </a:lnTo>
                      <a:lnTo>
                        <a:pt x="81" y="143"/>
                      </a:lnTo>
                      <a:lnTo>
                        <a:pt x="73" y="149"/>
                      </a:lnTo>
                      <a:lnTo>
                        <a:pt x="69" y="157"/>
                      </a:lnTo>
                      <a:lnTo>
                        <a:pt x="68" y="189"/>
                      </a:lnTo>
                      <a:lnTo>
                        <a:pt x="71" y="190"/>
                      </a:lnTo>
                      <a:lnTo>
                        <a:pt x="71" y="220"/>
                      </a:lnTo>
                      <a:lnTo>
                        <a:pt x="73" y="233"/>
                      </a:lnTo>
                      <a:lnTo>
                        <a:pt x="68" y="234"/>
                      </a:lnTo>
                      <a:lnTo>
                        <a:pt x="67" y="242"/>
                      </a:lnTo>
                      <a:lnTo>
                        <a:pt x="56" y="242"/>
                      </a:lnTo>
                      <a:lnTo>
                        <a:pt x="52" y="246"/>
                      </a:lnTo>
                      <a:lnTo>
                        <a:pt x="39" y="248"/>
                      </a:lnTo>
                      <a:lnTo>
                        <a:pt x="37" y="259"/>
                      </a:lnTo>
                      <a:lnTo>
                        <a:pt x="37" y="269"/>
                      </a:lnTo>
                      <a:lnTo>
                        <a:pt x="37" y="280"/>
                      </a:lnTo>
                      <a:lnTo>
                        <a:pt x="36" y="28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8" id="128"/>
                <p:cNvSpPr/>
                <p:nvPr/>
              </p:nvSpPr>
              <p:spPr>
                <a:xfrm>
                  <a:off x="3109" y="3565"/>
                  <a:ext cx="42" cy="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8" h="38" stroke="true" fill="norm" extrusionOk="true">
                      <a:moveTo>
                        <a:pt x="12" y="2"/>
                      </a:moveTo>
                      <a:lnTo>
                        <a:pt x="9" y="9"/>
                      </a:lnTo>
                      <a:lnTo>
                        <a:pt x="0" y="11"/>
                      </a:lnTo>
                      <a:lnTo>
                        <a:pt x="1" y="34"/>
                      </a:lnTo>
                      <a:lnTo>
                        <a:pt x="13" y="33"/>
                      </a:lnTo>
                      <a:lnTo>
                        <a:pt x="16" y="37"/>
                      </a:lnTo>
                      <a:lnTo>
                        <a:pt x="23" y="36"/>
                      </a:lnTo>
                      <a:lnTo>
                        <a:pt x="28" y="30"/>
                      </a:lnTo>
                      <a:lnTo>
                        <a:pt x="31" y="22"/>
                      </a:lnTo>
                      <a:lnTo>
                        <a:pt x="37" y="22"/>
                      </a:lnTo>
                      <a:lnTo>
                        <a:pt x="37" y="1"/>
                      </a:lnTo>
                      <a:lnTo>
                        <a:pt x="23" y="0"/>
                      </a:lnTo>
                      <a:lnTo>
                        <a:pt x="12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29" id="129"/>
                <p:cNvSpPr/>
                <p:nvPr/>
              </p:nvSpPr>
              <p:spPr>
                <a:xfrm>
                  <a:off x="3031" y="3164"/>
                  <a:ext cx="195" cy="1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4" h="173" stroke="true" fill="norm" extrusionOk="true">
                      <a:moveTo>
                        <a:pt x="59" y="172"/>
                      </a:moveTo>
                      <a:lnTo>
                        <a:pt x="68" y="169"/>
                      </a:lnTo>
                      <a:lnTo>
                        <a:pt x="81" y="169"/>
                      </a:lnTo>
                      <a:lnTo>
                        <a:pt x="89" y="166"/>
                      </a:lnTo>
                      <a:lnTo>
                        <a:pt x="92" y="156"/>
                      </a:lnTo>
                      <a:lnTo>
                        <a:pt x="99" y="153"/>
                      </a:lnTo>
                      <a:lnTo>
                        <a:pt x="104" y="150"/>
                      </a:lnTo>
                      <a:lnTo>
                        <a:pt x="106" y="140"/>
                      </a:lnTo>
                      <a:lnTo>
                        <a:pt x="119" y="137"/>
                      </a:lnTo>
                      <a:lnTo>
                        <a:pt x="125" y="130"/>
                      </a:lnTo>
                      <a:lnTo>
                        <a:pt x="148" y="125"/>
                      </a:lnTo>
                      <a:lnTo>
                        <a:pt x="151" y="116"/>
                      </a:lnTo>
                      <a:lnTo>
                        <a:pt x="163" y="110"/>
                      </a:lnTo>
                      <a:lnTo>
                        <a:pt x="165" y="83"/>
                      </a:lnTo>
                      <a:lnTo>
                        <a:pt x="173" y="76"/>
                      </a:lnTo>
                      <a:lnTo>
                        <a:pt x="170" y="59"/>
                      </a:lnTo>
                      <a:lnTo>
                        <a:pt x="170" y="39"/>
                      </a:lnTo>
                      <a:lnTo>
                        <a:pt x="162" y="25"/>
                      </a:lnTo>
                      <a:lnTo>
                        <a:pt x="148" y="19"/>
                      </a:lnTo>
                      <a:lnTo>
                        <a:pt x="139" y="8"/>
                      </a:lnTo>
                      <a:lnTo>
                        <a:pt x="137" y="0"/>
                      </a:lnTo>
                      <a:lnTo>
                        <a:pt x="126" y="1"/>
                      </a:lnTo>
                      <a:lnTo>
                        <a:pt x="123" y="10"/>
                      </a:lnTo>
                      <a:lnTo>
                        <a:pt x="112" y="14"/>
                      </a:lnTo>
                      <a:lnTo>
                        <a:pt x="107" y="25"/>
                      </a:lnTo>
                      <a:lnTo>
                        <a:pt x="103" y="69"/>
                      </a:lnTo>
                      <a:lnTo>
                        <a:pt x="109" y="75"/>
                      </a:lnTo>
                      <a:lnTo>
                        <a:pt x="119" y="75"/>
                      </a:lnTo>
                      <a:lnTo>
                        <a:pt x="122" y="93"/>
                      </a:lnTo>
                      <a:lnTo>
                        <a:pt x="118" y="103"/>
                      </a:lnTo>
                      <a:lnTo>
                        <a:pt x="102" y="103"/>
                      </a:lnTo>
                      <a:lnTo>
                        <a:pt x="96" y="96"/>
                      </a:lnTo>
                      <a:lnTo>
                        <a:pt x="92" y="80"/>
                      </a:lnTo>
                      <a:lnTo>
                        <a:pt x="81" y="74"/>
                      </a:lnTo>
                      <a:lnTo>
                        <a:pt x="80" y="69"/>
                      </a:lnTo>
                      <a:lnTo>
                        <a:pt x="68" y="70"/>
                      </a:lnTo>
                      <a:lnTo>
                        <a:pt x="64" y="80"/>
                      </a:lnTo>
                      <a:lnTo>
                        <a:pt x="57" y="77"/>
                      </a:lnTo>
                      <a:lnTo>
                        <a:pt x="53" y="62"/>
                      </a:lnTo>
                      <a:lnTo>
                        <a:pt x="37" y="60"/>
                      </a:lnTo>
                      <a:lnTo>
                        <a:pt x="35" y="94"/>
                      </a:lnTo>
                      <a:lnTo>
                        <a:pt x="22" y="94"/>
                      </a:lnTo>
                      <a:lnTo>
                        <a:pt x="17" y="85"/>
                      </a:lnTo>
                      <a:lnTo>
                        <a:pt x="11" y="86"/>
                      </a:lnTo>
                      <a:lnTo>
                        <a:pt x="11" y="94"/>
                      </a:lnTo>
                      <a:lnTo>
                        <a:pt x="1" y="95"/>
                      </a:lnTo>
                      <a:lnTo>
                        <a:pt x="0" y="134"/>
                      </a:lnTo>
                      <a:lnTo>
                        <a:pt x="2" y="146"/>
                      </a:lnTo>
                      <a:lnTo>
                        <a:pt x="14" y="160"/>
                      </a:lnTo>
                      <a:lnTo>
                        <a:pt x="14" y="168"/>
                      </a:lnTo>
                      <a:lnTo>
                        <a:pt x="21" y="170"/>
                      </a:lnTo>
                      <a:lnTo>
                        <a:pt x="59" y="17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0" id="130"/>
                <p:cNvSpPr/>
                <p:nvPr/>
              </p:nvSpPr>
              <p:spPr>
                <a:xfrm>
                  <a:off x="3031" y="1810"/>
                  <a:ext cx="78" cy="3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0" h="31" stroke="true" fill="norm" extrusionOk="true">
                      <a:moveTo>
                        <a:pt x="69" y="30"/>
                      </a:moveTo>
                      <a:lnTo>
                        <a:pt x="41" y="29"/>
                      </a:lnTo>
                      <a:lnTo>
                        <a:pt x="27" y="18"/>
                      </a:lnTo>
                      <a:lnTo>
                        <a:pt x="0" y="19"/>
                      </a:lnTo>
                      <a:lnTo>
                        <a:pt x="11" y="10"/>
                      </a:lnTo>
                      <a:lnTo>
                        <a:pt x="30" y="0"/>
                      </a:lnTo>
                      <a:lnTo>
                        <a:pt x="53" y="8"/>
                      </a:lnTo>
                      <a:lnTo>
                        <a:pt x="69" y="3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1" id="131"/>
                <p:cNvSpPr/>
                <p:nvPr/>
              </p:nvSpPr>
              <p:spPr>
                <a:xfrm>
                  <a:off x="3349" y="2192"/>
                  <a:ext cx="63" cy="8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6" h="78" stroke="true" fill="norm" extrusionOk="true">
                      <a:moveTo>
                        <a:pt x="55" y="69"/>
                      </a:moveTo>
                      <a:lnTo>
                        <a:pt x="44" y="77"/>
                      </a:lnTo>
                      <a:lnTo>
                        <a:pt x="37" y="65"/>
                      </a:lnTo>
                      <a:lnTo>
                        <a:pt x="24" y="58"/>
                      </a:lnTo>
                      <a:lnTo>
                        <a:pt x="13" y="46"/>
                      </a:lnTo>
                      <a:lnTo>
                        <a:pt x="0" y="25"/>
                      </a:lnTo>
                      <a:lnTo>
                        <a:pt x="16" y="18"/>
                      </a:lnTo>
                      <a:lnTo>
                        <a:pt x="25" y="0"/>
                      </a:lnTo>
                      <a:lnTo>
                        <a:pt x="31" y="21"/>
                      </a:lnTo>
                      <a:lnTo>
                        <a:pt x="42" y="43"/>
                      </a:lnTo>
                      <a:lnTo>
                        <a:pt x="55" y="6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2" id="132"/>
                <p:cNvSpPr/>
                <p:nvPr/>
              </p:nvSpPr>
              <p:spPr>
                <a:xfrm>
                  <a:off x="3003" y="1830"/>
                  <a:ext cx="133" cy="6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9" h="56" stroke="true" fill="norm" extrusionOk="true">
                      <a:moveTo>
                        <a:pt x="86" y="55"/>
                      </a:moveTo>
                      <a:lnTo>
                        <a:pt x="85" y="45"/>
                      </a:lnTo>
                      <a:lnTo>
                        <a:pt x="56" y="33"/>
                      </a:lnTo>
                      <a:lnTo>
                        <a:pt x="26" y="51"/>
                      </a:lnTo>
                      <a:lnTo>
                        <a:pt x="2" y="52"/>
                      </a:lnTo>
                      <a:lnTo>
                        <a:pt x="0" y="27"/>
                      </a:lnTo>
                      <a:lnTo>
                        <a:pt x="10" y="17"/>
                      </a:lnTo>
                      <a:lnTo>
                        <a:pt x="21" y="33"/>
                      </a:lnTo>
                      <a:lnTo>
                        <a:pt x="37" y="33"/>
                      </a:lnTo>
                      <a:lnTo>
                        <a:pt x="40" y="19"/>
                      </a:lnTo>
                      <a:lnTo>
                        <a:pt x="29" y="14"/>
                      </a:lnTo>
                      <a:lnTo>
                        <a:pt x="25" y="2"/>
                      </a:lnTo>
                      <a:lnTo>
                        <a:pt x="52" y="0"/>
                      </a:lnTo>
                      <a:lnTo>
                        <a:pt x="67" y="12"/>
                      </a:lnTo>
                      <a:lnTo>
                        <a:pt x="95" y="13"/>
                      </a:lnTo>
                      <a:lnTo>
                        <a:pt x="118" y="33"/>
                      </a:lnTo>
                      <a:lnTo>
                        <a:pt x="107" y="41"/>
                      </a:lnTo>
                      <a:lnTo>
                        <a:pt x="92" y="36"/>
                      </a:lnTo>
                      <a:lnTo>
                        <a:pt x="86" y="5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3" id="133"/>
                <p:cNvSpPr/>
                <p:nvPr/>
              </p:nvSpPr>
              <p:spPr>
                <a:xfrm>
                  <a:off x="3350" y="2801"/>
                  <a:ext cx="36" cy="3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31" stroke="true" fill="norm" extrusionOk="true">
                      <a:moveTo>
                        <a:pt x="16" y="30"/>
                      </a:moveTo>
                      <a:lnTo>
                        <a:pt x="0" y="27"/>
                      </a:lnTo>
                      <a:lnTo>
                        <a:pt x="3" y="0"/>
                      </a:lnTo>
                      <a:lnTo>
                        <a:pt x="31" y="17"/>
                      </a:lnTo>
                      <a:lnTo>
                        <a:pt x="16" y="3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4" id="134"/>
                <p:cNvSpPr/>
                <p:nvPr/>
              </p:nvSpPr>
              <p:spPr>
                <a:xfrm>
                  <a:off x="2690" y="2797"/>
                  <a:ext cx="54" cy="1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8" h="104" stroke="true" fill="norm" extrusionOk="true">
                      <a:moveTo>
                        <a:pt x="0" y="36"/>
                      </a:moveTo>
                      <a:lnTo>
                        <a:pt x="7" y="46"/>
                      </a:lnTo>
                      <a:lnTo>
                        <a:pt x="10" y="66"/>
                      </a:lnTo>
                      <a:lnTo>
                        <a:pt x="11" y="84"/>
                      </a:lnTo>
                      <a:lnTo>
                        <a:pt x="16" y="103"/>
                      </a:lnTo>
                      <a:lnTo>
                        <a:pt x="34" y="95"/>
                      </a:lnTo>
                      <a:lnTo>
                        <a:pt x="31" y="62"/>
                      </a:lnTo>
                      <a:lnTo>
                        <a:pt x="39" y="51"/>
                      </a:lnTo>
                      <a:lnTo>
                        <a:pt x="47" y="19"/>
                      </a:lnTo>
                      <a:lnTo>
                        <a:pt x="44" y="0"/>
                      </a:lnTo>
                      <a:lnTo>
                        <a:pt x="31" y="1"/>
                      </a:lnTo>
                      <a:lnTo>
                        <a:pt x="27" y="16"/>
                      </a:lnTo>
                      <a:lnTo>
                        <a:pt x="11" y="21"/>
                      </a:lnTo>
                      <a:lnTo>
                        <a:pt x="0" y="3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5" id="135"/>
                <p:cNvSpPr/>
                <p:nvPr/>
              </p:nvSpPr>
              <p:spPr>
                <a:xfrm>
                  <a:off x="2471" y="2844"/>
                  <a:ext cx="56" cy="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9" h="53" stroke="true" fill="norm" extrusionOk="true">
                      <a:moveTo>
                        <a:pt x="48" y="26"/>
                      </a:moveTo>
                      <a:lnTo>
                        <a:pt x="44" y="9"/>
                      </a:lnTo>
                      <a:lnTo>
                        <a:pt x="27" y="0"/>
                      </a:lnTo>
                      <a:lnTo>
                        <a:pt x="15" y="6"/>
                      </a:lnTo>
                      <a:lnTo>
                        <a:pt x="0" y="10"/>
                      </a:lnTo>
                      <a:lnTo>
                        <a:pt x="3" y="25"/>
                      </a:lnTo>
                      <a:lnTo>
                        <a:pt x="14" y="28"/>
                      </a:lnTo>
                      <a:lnTo>
                        <a:pt x="16" y="40"/>
                      </a:lnTo>
                      <a:lnTo>
                        <a:pt x="29" y="44"/>
                      </a:lnTo>
                      <a:lnTo>
                        <a:pt x="33" y="52"/>
                      </a:lnTo>
                      <a:lnTo>
                        <a:pt x="48" y="2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6" id="136"/>
                <p:cNvSpPr/>
                <p:nvPr/>
              </p:nvSpPr>
              <p:spPr>
                <a:xfrm>
                  <a:off x="3495" y="2540"/>
                  <a:ext cx="86" cy="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8" h="54" stroke="true" fill="norm" extrusionOk="true">
                      <a:moveTo>
                        <a:pt x="0" y="16"/>
                      </a:moveTo>
                      <a:lnTo>
                        <a:pt x="12" y="50"/>
                      </a:lnTo>
                      <a:lnTo>
                        <a:pt x="56" y="53"/>
                      </a:lnTo>
                      <a:lnTo>
                        <a:pt x="77" y="19"/>
                      </a:lnTo>
                      <a:lnTo>
                        <a:pt x="73" y="0"/>
                      </a:lnTo>
                      <a:lnTo>
                        <a:pt x="61" y="15"/>
                      </a:lnTo>
                      <a:lnTo>
                        <a:pt x="50" y="27"/>
                      </a:lnTo>
                      <a:lnTo>
                        <a:pt x="26" y="31"/>
                      </a:lnTo>
                      <a:lnTo>
                        <a:pt x="14" y="27"/>
                      </a:lnTo>
                      <a:lnTo>
                        <a:pt x="0" y="1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7" id="137"/>
                <p:cNvSpPr/>
                <p:nvPr/>
              </p:nvSpPr>
              <p:spPr>
                <a:xfrm>
                  <a:off x="3149" y="3048"/>
                  <a:ext cx="31" cy="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" h="28" stroke="true" fill="norm" extrusionOk="true">
                      <a:moveTo>
                        <a:pt x="13" y="0"/>
                      </a:moveTo>
                      <a:lnTo>
                        <a:pt x="3" y="4"/>
                      </a:lnTo>
                      <a:lnTo>
                        <a:pt x="6" y="14"/>
                      </a:lnTo>
                      <a:lnTo>
                        <a:pt x="0" y="19"/>
                      </a:lnTo>
                      <a:lnTo>
                        <a:pt x="1" y="27"/>
                      </a:lnTo>
                      <a:lnTo>
                        <a:pt x="10" y="26"/>
                      </a:lnTo>
                      <a:lnTo>
                        <a:pt x="22" y="26"/>
                      </a:lnTo>
                      <a:lnTo>
                        <a:pt x="27" y="19"/>
                      </a:lnTo>
                      <a:lnTo>
                        <a:pt x="24" y="4"/>
                      </a:lnTo>
                      <a:lnTo>
                        <a:pt x="13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8" id="138"/>
                <p:cNvSpPr/>
                <p:nvPr/>
              </p:nvSpPr>
              <p:spPr>
                <a:xfrm>
                  <a:off x="3157" y="3069"/>
                  <a:ext cx="27" cy="3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" h="29" stroke="true" fill="norm" extrusionOk="true">
                      <a:moveTo>
                        <a:pt x="13" y="26"/>
                      </a:moveTo>
                      <a:lnTo>
                        <a:pt x="24" y="25"/>
                      </a:lnTo>
                      <a:lnTo>
                        <a:pt x="23" y="7"/>
                      </a:lnTo>
                      <a:lnTo>
                        <a:pt x="19" y="0"/>
                      </a:lnTo>
                      <a:lnTo>
                        <a:pt x="14" y="7"/>
                      </a:lnTo>
                      <a:lnTo>
                        <a:pt x="2" y="7"/>
                      </a:lnTo>
                      <a:lnTo>
                        <a:pt x="0" y="23"/>
                      </a:lnTo>
                      <a:lnTo>
                        <a:pt x="6" y="28"/>
                      </a:lnTo>
                      <a:lnTo>
                        <a:pt x="13" y="2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39" id="139"/>
                <p:cNvSpPr/>
                <p:nvPr/>
              </p:nvSpPr>
              <p:spPr>
                <a:xfrm>
                  <a:off x="2784" y="2091"/>
                  <a:ext cx="53" cy="3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9" h="30" stroke="true" fill="norm" extrusionOk="true">
                      <a:moveTo>
                        <a:pt x="8" y="28"/>
                      </a:moveTo>
                      <a:lnTo>
                        <a:pt x="0" y="22"/>
                      </a:lnTo>
                      <a:lnTo>
                        <a:pt x="3" y="13"/>
                      </a:lnTo>
                      <a:lnTo>
                        <a:pt x="9" y="3"/>
                      </a:lnTo>
                      <a:lnTo>
                        <a:pt x="19" y="2"/>
                      </a:lnTo>
                      <a:lnTo>
                        <a:pt x="27" y="3"/>
                      </a:lnTo>
                      <a:lnTo>
                        <a:pt x="37" y="0"/>
                      </a:lnTo>
                      <a:lnTo>
                        <a:pt x="45" y="5"/>
                      </a:lnTo>
                      <a:lnTo>
                        <a:pt x="48" y="15"/>
                      </a:lnTo>
                      <a:lnTo>
                        <a:pt x="43" y="26"/>
                      </a:lnTo>
                      <a:lnTo>
                        <a:pt x="37" y="24"/>
                      </a:lnTo>
                      <a:lnTo>
                        <a:pt x="33" y="29"/>
                      </a:lnTo>
                      <a:lnTo>
                        <a:pt x="27" y="22"/>
                      </a:lnTo>
                      <a:lnTo>
                        <a:pt x="22" y="28"/>
                      </a:lnTo>
                      <a:lnTo>
                        <a:pt x="8" y="2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0" id="140"/>
                <p:cNvSpPr/>
                <p:nvPr/>
              </p:nvSpPr>
              <p:spPr>
                <a:xfrm>
                  <a:off x="2752" y="1963"/>
                  <a:ext cx="45" cy="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54" stroke="true" fill="norm" extrusionOk="true">
                      <a:moveTo>
                        <a:pt x="0" y="42"/>
                      </a:moveTo>
                      <a:lnTo>
                        <a:pt x="8" y="38"/>
                      </a:lnTo>
                      <a:lnTo>
                        <a:pt x="17" y="40"/>
                      </a:lnTo>
                      <a:lnTo>
                        <a:pt x="19" y="53"/>
                      </a:lnTo>
                      <a:lnTo>
                        <a:pt x="22" y="36"/>
                      </a:lnTo>
                      <a:lnTo>
                        <a:pt x="32" y="29"/>
                      </a:lnTo>
                      <a:lnTo>
                        <a:pt x="40" y="15"/>
                      </a:lnTo>
                      <a:lnTo>
                        <a:pt x="40" y="0"/>
                      </a:lnTo>
                      <a:lnTo>
                        <a:pt x="22" y="3"/>
                      </a:lnTo>
                      <a:lnTo>
                        <a:pt x="18" y="8"/>
                      </a:lnTo>
                      <a:lnTo>
                        <a:pt x="18" y="10"/>
                      </a:lnTo>
                      <a:lnTo>
                        <a:pt x="16" y="16"/>
                      </a:lnTo>
                      <a:lnTo>
                        <a:pt x="8" y="11"/>
                      </a:lnTo>
                      <a:lnTo>
                        <a:pt x="2" y="27"/>
                      </a:lnTo>
                      <a:lnTo>
                        <a:pt x="4" y="30"/>
                      </a:lnTo>
                      <a:lnTo>
                        <a:pt x="0" y="4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1" id="141"/>
                <p:cNvSpPr/>
                <p:nvPr/>
              </p:nvSpPr>
              <p:spPr>
                <a:xfrm>
                  <a:off x="2823" y="2985"/>
                  <a:ext cx="104" cy="1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3" h="109" stroke="true" fill="norm" extrusionOk="true">
                      <a:moveTo>
                        <a:pt x="68" y="0"/>
                      </a:moveTo>
                      <a:lnTo>
                        <a:pt x="45" y="2"/>
                      </a:lnTo>
                      <a:lnTo>
                        <a:pt x="37" y="8"/>
                      </a:lnTo>
                      <a:lnTo>
                        <a:pt x="37" y="16"/>
                      </a:lnTo>
                      <a:lnTo>
                        <a:pt x="33" y="27"/>
                      </a:lnTo>
                      <a:lnTo>
                        <a:pt x="18" y="28"/>
                      </a:lnTo>
                      <a:lnTo>
                        <a:pt x="14" y="23"/>
                      </a:lnTo>
                      <a:lnTo>
                        <a:pt x="14" y="42"/>
                      </a:lnTo>
                      <a:lnTo>
                        <a:pt x="2" y="48"/>
                      </a:lnTo>
                      <a:lnTo>
                        <a:pt x="0" y="52"/>
                      </a:lnTo>
                      <a:lnTo>
                        <a:pt x="7" y="56"/>
                      </a:lnTo>
                      <a:lnTo>
                        <a:pt x="6" y="69"/>
                      </a:lnTo>
                      <a:lnTo>
                        <a:pt x="24" y="85"/>
                      </a:lnTo>
                      <a:lnTo>
                        <a:pt x="38" y="102"/>
                      </a:lnTo>
                      <a:lnTo>
                        <a:pt x="43" y="108"/>
                      </a:lnTo>
                      <a:lnTo>
                        <a:pt x="49" y="100"/>
                      </a:lnTo>
                      <a:lnTo>
                        <a:pt x="54" y="89"/>
                      </a:lnTo>
                      <a:lnTo>
                        <a:pt x="47" y="84"/>
                      </a:lnTo>
                      <a:lnTo>
                        <a:pt x="45" y="76"/>
                      </a:lnTo>
                      <a:lnTo>
                        <a:pt x="55" y="71"/>
                      </a:lnTo>
                      <a:lnTo>
                        <a:pt x="63" y="69"/>
                      </a:lnTo>
                      <a:lnTo>
                        <a:pt x="71" y="79"/>
                      </a:lnTo>
                      <a:lnTo>
                        <a:pt x="83" y="74"/>
                      </a:lnTo>
                      <a:lnTo>
                        <a:pt x="92" y="61"/>
                      </a:lnTo>
                      <a:lnTo>
                        <a:pt x="89" y="47"/>
                      </a:lnTo>
                      <a:lnTo>
                        <a:pt x="83" y="41"/>
                      </a:lnTo>
                      <a:lnTo>
                        <a:pt x="78" y="30"/>
                      </a:lnTo>
                      <a:lnTo>
                        <a:pt x="82" y="23"/>
                      </a:lnTo>
                      <a:lnTo>
                        <a:pt x="78" y="14"/>
                      </a:lnTo>
                      <a:lnTo>
                        <a:pt x="68" y="13"/>
                      </a:lnTo>
                      <a:lnTo>
                        <a:pt x="6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2" id="142"/>
                <p:cNvSpPr/>
                <p:nvPr/>
              </p:nvSpPr>
              <p:spPr>
                <a:xfrm>
                  <a:off x="2428" y="2494"/>
                  <a:ext cx="129" cy="1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5" h="127" stroke="true" fill="norm" extrusionOk="true">
                      <a:moveTo>
                        <a:pt x="112" y="7"/>
                      </a:moveTo>
                      <a:lnTo>
                        <a:pt x="114" y="0"/>
                      </a:lnTo>
                      <a:lnTo>
                        <a:pt x="104" y="0"/>
                      </a:lnTo>
                      <a:lnTo>
                        <a:pt x="67" y="0"/>
                      </a:lnTo>
                      <a:lnTo>
                        <a:pt x="61" y="9"/>
                      </a:lnTo>
                      <a:lnTo>
                        <a:pt x="44" y="6"/>
                      </a:lnTo>
                      <a:lnTo>
                        <a:pt x="41" y="25"/>
                      </a:lnTo>
                      <a:lnTo>
                        <a:pt x="35" y="35"/>
                      </a:lnTo>
                      <a:lnTo>
                        <a:pt x="23" y="40"/>
                      </a:lnTo>
                      <a:lnTo>
                        <a:pt x="16" y="46"/>
                      </a:lnTo>
                      <a:lnTo>
                        <a:pt x="18" y="68"/>
                      </a:lnTo>
                      <a:lnTo>
                        <a:pt x="8" y="70"/>
                      </a:lnTo>
                      <a:lnTo>
                        <a:pt x="12" y="81"/>
                      </a:lnTo>
                      <a:lnTo>
                        <a:pt x="5" y="86"/>
                      </a:lnTo>
                      <a:lnTo>
                        <a:pt x="0" y="100"/>
                      </a:lnTo>
                      <a:lnTo>
                        <a:pt x="1" y="121"/>
                      </a:lnTo>
                      <a:lnTo>
                        <a:pt x="7" y="123"/>
                      </a:lnTo>
                      <a:lnTo>
                        <a:pt x="27" y="126"/>
                      </a:lnTo>
                      <a:lnTo>
                        <a:pt x="41" y="126"/>
                      </a:lnTo>
                      <a:lnTo>
                        <a:pt x="41" y="105"/>
                      </a:lnTo>
                      <a:lnTo>
                        <a:pt x="45" y="92"/>
                      </a:lnTo>
                      <a:lnTo>
                        <a:pt x="53" y="84"/>
                      </a:lnTo>
                      <a:lnTo>
                        <a:pt x="67" y="88"/>
                      </a:lnTo>
                      <a:lnTo>
                        <a:pt x="67" y="39"/>
                      </a:lnTo>
                      <a:lnTo>
                        <a:pt x="100" y="36"/>
                      </a:lnTo>
                      <a:lnTo>
                        <a:pt x="107" y="27"/>
                      </a:lnTo>
                      <a:lnTo>
                        <a:pt x="112" y="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3" id="143"/>
                <p:cNvSpPr/>
                <p:nvPr/>
              </p:nvSpPr>
              <p:spPr>
                <a:xfrm>
                  <a:off x="2402" y="2718"/>
                  <a:ext cx="111" cy="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9" h="84" stroke="true" fill="norm" extrusionOk="true">
                      <a:moveTo>
                        <a:pt x="17" y="66"/>
                      </a:moveTo>
                      <a:lnTo>
                        <a:pt x="18" y="77"/>
                      </a:lnTo>
                      <a:lnTo>
                        <a:pt x="31" y="77"/>
                      </a:lnTo>
                      <a:lnTo>
                        <a:pt x="36" y="83"/>
                      </a:lnTo>
                      <a:lnTo>
                        <a:pt x="43" y="74"/>
                      </a:lnTo>
                      <a:lnTo>
                        <a:pt x="61" y="68"/>
                      </a:lnTo>
                      <a:lnTo>
                        <a:pt x="81" y="71"/>
                      </a:lnTo>
                      <a:lnTo>
                        <a:pt x="98" y="71"/>
                      </a:lnTo>
                      <a:lnTo>
                        <a:pt x="90" y="54"/>
                      </a:lnTo>
                      <a:lnTo>
                        <a:pt x="82" y="48"/>
                      </a:lnTo>
                      <a:lnTo>
                        <a:pt x="79" y="36"/>
                      </a:lnTo>
                      <a:lnTo>
                        <a:pt x="68" y="28"/>
                      </a:lnTo>
                      <a:lnTo>
                        <a:pt x="57" y="13"/>
                      </a:lnTo>
                      <a:lnTo>
                        <a:pt x="47" y="8"/>
                      </a:lnTo>
                      <a:lnTo>
                        <a:pt x="41" y="0"/>
                      </a:lnTo>
                      <a:lnTo>
                        <a:pt x="28" y="3"/>
                      </a:lnTo>
                      <a:lnTo>
                        <a:pt x="10" y="24"/>
                      </a:lnTo>
                      <a:lnTo>
                        <a:pt x="0" y="28"/>
                      </a:lnTo>
                      <a:lnTo>
                        <a:pt x="11" y="32"/>
                      </a:lnTo>
                      <a:lnTo>
                        <a:pt x="21" y="44"/>
                      </a:lnTo>
                      <a:lnTo>
                        <a:pt x="28" y="50"/>
                      </a:lnTo>
                      <a:lnTo>
                        <a:pt x="19" y="56"/>
                      </a:lnTo>
                      <a:lnTo>
                        <a:pt x="17" y="6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4" id="144"/>
                <p:cNvSpPr/>
                <p:nvPr/>
              </p:nvSpPr>
              <p:spPr>
                <a:xfrm>
                  <a:off x="2806" y="2313"/>
                  <a:ext cx="61" cy="1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5" h="107" stroke="true" fill="norm" extrusionOk="true">
                      <a:moveTo>
                        <a:pt x="29" y="106"/>
                      </a:moveTo>
                      <a:lnTo>
                        <a:pt x="22" y="105"/>
                      </a:lnTo>
                      <a:lnTo>
                        <a:pt x="18" y="89"/>
                      </a:lnTo>
                      <a:lnTo>
                        <a:pt x="5" y="85"/>
                      </a:lnTo>
                      <a:lnTo>
                        <a:pt x="0" y="68"/>
                      </a:lnTo>
                      <a:lnTo>
                        <a:pt x="3" y="53"/>
                      </a:lnTo>
                      <a:lnTo>
                        <a:pt x="17" y="48"/>
                      </a:lnTo>
                      <a:lnTo>
                        <a:pt x="9" y="37"/>
                      </a:lnTo>
                      <a:lnTo>
                        <a:pt x="11" y="25"/>
                      </a:lnTo>
                      <a:lnTo>
                        <a:pt x="18" y="25"/>
                      </a:lnTo>
                      <a:lnTo>
                        <a:pt x="15" y="7"/>
                      </a:lnTo>
                      <a:lnTo>
                        <a:pt x="25" y="1"/>
                      </a:lnTo>
                      <a:lnTo>
                        <a:pt x="32" y="0"/>
                      </a:lnTo>
                      <a:lnTo>
                        <a:pt x="39" y="5"/>
                      </a:lnTo>
                      <a:lnTo>
                        <a:pt x="51" y="9"/>
                      </a:lnTo>
                      <a:lnTo>
                        <a:pt x="47" y="21"/>
                      </a:lnTo>
                      <a:lnTo>
                        <a:pt x="52" y="30"/>
                      </a:lnTo>
                      <a:lnTo>
                        <a:pt x="51" y="47"/>
                      </a:lnTo>
                      <a:lnTo>
                        <a:pt x="40" y="50"/>
                      </a:lnTo>
                      <a:lnTo>
                        <a:pt x="40" y="64"/>
                      </a:lnTo>
                      <a:lnTo>
                        <a:pt x="47" y="67"/>
                      </a:lnTo>
                      <a:lnTo>
                        <a:pt x="54" y="75"/>
                      </a:lnTo>
                      <a:lnTo>
                        <a:pt x="51" y="97"/>
                      </a:lnTo>
                      <a:lnTo>
                        <a:pt x="43" y="99"/>
                      </a:lnTo>
                      <a:lnTo>
                        <a:pt x="29" y="10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5" id="145"/>
                <p:cNvSpPr/>
                <p:nvPr/>
              </p:nvSpPr>
              <p:spPr>
                <a:xfrm>
                  <a:off x="3954" y="2457"/>
                  <a:ext cx="138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2" h="65" stroke="true" fill="norm" extrusionOk="true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9" y="12"/>
                      </a:lnTo>
                      <a:lnTo>
                        <a:pt x="43" y="20"/>
                      </a:lnTo>
                      <a:lnTo>
                        <a:pt x="49" y="10"/>
                      </a:lnTo>
                      <a:lnTo>
                        <a:pt x="50" y="26"/>
                      </a:lnTo>
                      <a:lnTo>
                        <a:pt x="61" y="33"/>
                      </a:lnTo>
                      <a:lnTo>
                        <a:pt x="76" y="41"/>
                      </a:lnTo>
                      <a:lnTo>
                        <a:pt x="107" y="42"/>
                      </a:lnTo>
                      <a:lnTo>
                        <a:pt x="121" y="48"/>
                      </a:lnTo>
                      <a:lnTo>
                        <a:pt x="113" y="63"/>
                      </a:lnTo>
                      <a:lnTo>
                        <a:pt x="100" y="63"/>
                      </a:lnTo>
                      <a:lnTo>
                        <a:pt x="84" y="64"/>
                      </a:lnTo>
                      <a:lnTo>
                        <a:pt x="72" y="56"/>
                      </a:lnTo>
                      <a:lnTo>
                        <a:pt x="54" y="53"/>
                      </a:lnTo>
                      <a:lnTo>
                        <a:pt x="32" y="44"/>
                      </a:lnTo>
                      <a:lnTo>
                        <a:pt x="14" y="39"/>
                      </a:lnTo>
                      <a:lnTo>
                        <a:pt x="3" y="2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6" id="146"/>
                <p:cNvSpPr/>
                <p:nvPr/>
              </p:nvSpPr>
              <p:spPr>
                <a:xfrm>
                  <a:off x="4252" y="2629"/>
                  <a:ext cx="129" cy="2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5" h="199" stroke="true" fill="norm" extrusionOk="true">
                      <a:moveTo>
                        <a:pt x="14" y="178"/>
                      </a:moveTo>
                      <a:lnTo>
                        <a:pt x="21" y="167"/>
                      </a:lnTo>
                      <a:lnTo>
                        <a:pt x="30" y="146"/>
                      </a:lnTo>
                      <a:lnTo>
                        <a:pt x="18" y="135"/>
                      </a:lnTo>
                      <a:lnTo>
                        <a:pt x="13" y="116"/>
                      </a:lnTo>
                      <a:lnTo>
                        <a:pt x="11" y="105"/>
                      </a:lnTo>
                      <a:lnTo>
                        <a:pt x="15" y="79"/>
                      </a:lnTo>
                      <a:lnTo>
                        <a:pt x="3" y="65"/>
                      </a:lnTo>
                      <a:lnTo>
                        <a:pt x="0" y="54"/>
                      </a:lnTo>
                      <a:lnTo>
                        <a:pt x="2" y="27"/>
                      </a:lnTo>
                      <a:lnTo>
                        <a:pt x="16" y="21"/>
                      </a:lnTo>
                      <a:lnTo>
                        <a:pt x="25" y="14"/>
                      </a:lnTo>
                      <a:lnTo>
                        <a:pt x="32" y="0"/>
                      </a:lnTo>
                      <a:lnTo>
                        <a:pt x="34" y="13"/>
                      </a:lnTo>
                      <a:lnTo>
                        <a:pt x="38" y="27"/>
                      </a:lnTo>
                      <a:lnTo>
                        <a:pt x="45" y="34"/>
                      </a:lnTo>
                      <a:lnTo>
                        <a:pt x="56" y="38"/>
                      </a:lnTo>
                      <a:lnTo>
                        <a:pt x="70" y="58"/>
                      </a:lnTo>
                      <a:lnTo>
                        <a:pt x="82" y="48"/>
                      </a:lnTo>
                      <a:lnTo>
                        <a:pt x="93" y="60"/>
                      </a:lnTo>
                      <a:lnTo>
                        <a:pt x="101" y="80"/>
                      </a:lnTo>
                      <a:lnTo>
                        <a:pt x="106" y="91"/>
                      </a:lnTo>
                      <a:lnTo>
                        <a:pt x="114" y="93"/>
                      </a:lnTo>
                      <a:lnTo>
                        <a:pt x="114" y="116"/>
                      </a:lnTo>
                      <a:lnTo>
                        <a:pt x="99" y="119"/>
                      </a:lnTo>
                      <a:lnTo>
                        <a:pt x="85" y="110"/>
                      </a:lnTo>
                      <a:lnTo>
                        <a:pt x="70" y="124"/>
                      </a:lnTo>
                      <a:lnTo>
                        <a:pt x="64" y="141"/>
                      </a:lnTo>
                      <a:lnTo>
                        <a:pt x="50" y="139"/>
                      </a:lnTo>
                      <a:lnTo>
                        <a:pt x="40" y="170"/>
                      </a:lnTo>
                      <a:lnTo>
                        <a:pt x="49" y="185"/>
                      </a:lnTo>
                      <a:lnTo>
                        <a:pt x="36" y="198"/>
                      </a:lnTo>
                      <a:lnTo>
                        <a:pt x="25" y="190"/>
                      </a:lnTo>
                      <a:lnTo>
                        <a:pt x="14" y="17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7" id="147"/>
                <p:cNvSpPr/>
                <p:nvPr/>
              </p:nvSpPr>
              <p:spPr>
                <a:xfrm>
                  <a:off x="3409" y="1346"/>
                  <a:ext cx="217" cy="18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3" h="166" stroke="true" fill="norm" extrusionOk="true">
                      <a:moveTo>
                        <a:pt x="47" y="94"/>
                      </a:moveTo>
                      <a:lnTo>
                        <a:pt x="58" y="84"/>
                      </a:lnTo>
                      <a:lnTo>
                        <a:pt x="63" y="77"/>
                      </a:lnTo>
                      <a:lnTo>
                        <a:pt x="80" y="64"/>
                      </a:lnTo>
                      <a:lnTo>
                        <a:pt x="100" y="53"/>
                      </a:lnTo>
                      <a:lnTo>
                        <a:pt x="122" y="37"/>
                      </a:lnTo>
                      <a:lnTo>
                        <a:pt x="135" y="32"/>
                      </a:lnTo>
                      <a:lnTo>
                        <a:pt x="162" y="23"/>
                      </a:lnTo>
                      <a:lnTo>
                        <a:pt x="183" y="16"/>
                      </a:lnTo>
                      <a:lnTo>
                        <a:pt x="192" y="11"/>
                      </a:lnTo>
                      <a:lnTo>
                        <a:pt x="185" y="2"/>
                      </a:lnTo>
                      <a:lnTo>
                        <a:pt x="161" y="0"/>
                      </a:lnTo>
                      <a:lnTo>
                        <a:pt x="145" y="13"/>
                      </a:lnTo>
                      <a:lnTo>
                        <a:pt x="122" y="19"/>
                      </a:lnTo>
                      <a:lnTo>
                        <a:pt x="94" y="20"/>
                      </a:lnTo>
                      <a:lnTo>
                        <a:pt x="80" y="32"/>
                      </a:lnTo>
                      <a:lnTo>
                        <a:pt x="64" y="32"/>
                      </a:lnTo>
                      <a:lnTo>
                        <a:pt x="57" y="44"/>
                      </a:lnTo>
                      <a:lnTo>
                        <a:pt x="32" y="49"/>
                      </a:lnTo>
                      <a:lnTo>
                        <a:pt x="28" y="67"/>
                      </a:lnTo>
                      <a:lnTo>
                        <a:pt x="27" y="77"/>
                      </a:lnTo>
                      <a:lnTo>
                        <a:pt x="16" y="76"/>
                      </a:lnTo>
                      <a:lnTo>
                        <a:pt x="16" y="79"/>
                      </a:lnTo>
                      <a:lnTo>
                        <a:pt x="17" y="84"/>
                      </a:lnTo>
                      <a:lnTo>
                        <a:pt x="13" y="92"/>
                      </a:lnTo>
                      <a:lnTo>
                        <a:pt x="6" y="97"/>
                      </a:lnTo>
                      <a:lnTo>
                        <a:pt x="2" y="113"/>
                      </a:lnTo>
                      <a:lnTo>
                        <a:pt x="0" y="132"/>
                      </a:lnTo>
                      <a:lnTo>
                        <a:pt x="12" y="139"/>
                      </a:lnTo>
                      <a:lnTo>
                        <a:pt x="23" y="162"/>
                      </a:lnTo>
                      <a:lnTo>
                        <a:pt x="41" y="165"/>
                      </a:lnTo>
                      <a:lnTo>
                        <a:pt x="66" y="162"/>
                      </a:lnTo>
                      <a:lnTo>
                        <a:pt x="68" y="152"/>
                      </a:lnTo>
                      <a:lnTo>
                        <a:pt x="53" y="144"/>
                      </a:lnTo>
                      <a:lnTo>
                        <a:pt x="43" y="134"/>
                      </a:lnTo>
                      <a:lnTo>
                        <a:pt x="43" y="114"/>
                      </a:lnTo>
                      <a:lnTo>
                        <a:pt x="47" y="98"/>
                      </a:lnTo>
                      <a:lnTo>
                        <a:pt x="47" y="9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8" id="148"/>
                <p:cNvSpPr/>
                <p:nvPr/>
              </p:nvSpPr>
              <p:spPr>
                <a:xfrm>
                  <a:off x="3898" y="1199"/>
                  <a:ext cx="76" cy="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7" h="52" stroke="true" fill="norm" extrusionOk="true">
                      <a:moveTo>
                        <a:pt x="33" y="7"/>
                      </a:moveTo>
                      <a:lnTo>
                        <a:pt x="22" y="17"/>
                      </a:lnTo>
                      <a:lnTo>
                        <a:pt x="11" y="19"/>
                      </a:lnTo>
                      <a:lnTo>
                        <a:pt x="0" y="26"/>
                      </a:lnTo>
                      <a:lnTo>
                        <a:pt x="8" y="40"/>
                      </a:lnTo>
                      <a:lnTo>
                        <a:pt x="25" y="51"/>
                      </a:lnTo>
                      <a:lnTo>
                        <a:pt x="48" y="41"/>
                      </a:lnTo>
                      <a:lnTo>
                        <a:pt x="66" y="32"/>
                      </a:lnTo>
                      <a:lnTo>
                        <a:pt x="62" y="11"/>
                      </a:lnTo>
                      <a:lnTo>
                        <a:pt x="43" y="0"/>
                      </a:lnTo>
                      <a:lnTo>
                        <a:pt x="33" y="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49" id="149"/>
                <p:cNvSpPr/>
                <p:nvPr/>
              </p:nvSpPr>
              <p:spPr>
                <a:xfrm>
                  <a:off x="3949" y="1241"/>
                  <a:ext cx="73" cy="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4" h="44" stroke="true" fill="norm" extrusionOk="true">
                      <a:moveTo>
                        <a:pt x="17" y="15"/>
                      </a:moveTo>
                      <a:lnTo>
                        <a:pt x="24" y="3"/>
                      </a:lnTo>
                      <a:lnTo>
                        <a:pt x="36" y="0"/>
                      </a:lnTo>
                      <a:lnTo>
                        <a:pt x="46" y="3"/>
                      </a:lnTo>
                      <a:lnTo>
                        <a:pt x="56" y="17"/>
                      </a:lnTo>
                      <a:lnTo>
                        <a:pt x="56" y="28"/>
                      </a:lnTo>
                      <a:lnTo>
                        <a:pt x="63" y="26"/>
                      </a:lnTo>
                      <a:lnTo>
                        <a:pt x="63" y="37"/>
                      </a:lnTo>
                      <a:lnTo>
                        <a:pt x="41" y="43"/>
                      </a:lnTo>
                      <a:lnTo>
                        <a:pt x="21" y="34"/>
                      </a:lnTo>
                      <a:lnTo>
                        <a:pt x="0" y="26"/>
                      </a:lnTo>
                      <a:lnTo>
                        <a:pt x="4" y="16"/>
                      </a:lnTo>
                      <a:lnTo>
                        <a:pt x="17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0" id="150"/>
                <p:cNvSpPr/>
                <p:nvPr/>
              </p:nvSpPr>
              <p:spPr>
                <a:xfrm>
                  <a:off x="4030" y="1261"/>
                  <a:ext cx="60" cy="4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4" h="43" stroke="true" fill="norm" extrusionOk="true">
                      <a:moveTo>
                        <a:pt x="7" y="19"/>
                      </a:moveTo>
                      <a:lnTo>
                        <a:pt x="12" y="8"/>
                      </a:lnTo>
                      <a:lnTo>
                        <a:pt x="24" y="0"/>
                      </a:lnTo>
                      <a:lnTo>
                        <a:pt x="27" y="8"/>
                      </a:lnTo>
                      <a:lnTo>
                        <a:pt x="33" y="11"/>
                      </a:lnTo>
                      <a:lnTo>
                        <a:pt x="41" y="11"/>
                      </a:lnTo>
                      <a:lnTo>
                        <a:pt x="51" y="15"/>
                      </a:lnTo>
                      <a:lnTo>
                        <a:pt x="53" y="27"/>
                      </a:lnTo>
                      <a:lnTo>
                        <a:pt x="46" y="39"/>
                      </a:lnTo>
                      <a:lnTo>
                        <a:pt x="29" y="42"/>
                      </a:lnTo>
                      <a:lnTo>
                        <a:pt x="7" y="39"/>
                      </a:lnTo>
                      <a:lnTo>
                        <a:pt x="0" y="33"/>
                      </a:lnTo>
                      <a:lnTo>
                        <a:pt x="7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1" id="151"/>
                <p:cNvSpPr/>
                <p:nvPr/>
              </p:nvSpPr>
              <p:spPr>
                <a:xfrm>
                  <a:off x="4558" y="1363"/>
                  <a:ext cx="106" cy="4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4" h="44" stroke="true" fill="norm" extrusionOk="true">
                      <a:moveTo>
                        <a:pt x="51" y="4"/>
                      </a:moveTo>
                      <a:lnTo>
                        <a:pt x="49" y="15"/>
                      </a:lnTo>
                      <a:lnTo>
                        <a:pt x="33" y="15"/>
                      </a:lnTo>
                      <a:lnTo>
                        <a:pt x="28" y="8"/>
                      </a:lnTo>
                      <a:lnTo>
                        <a:pt x="13" y="0"/>
                      </a:lnTo>
                      <a:lnTo>
                        <a:pt x="0" y="8"/>
                      </a:lnTo>
                      <a:lnTo>
                        <a:pt x="0" y="26"/>
                      </a:lnTo>
                      <a:lnTo>
                        <a:pt x="19" y="40"/>
                      </a:lnTo>
                      <a:lnTo>
                        <a:pt x="43" y="43"/>
                      </a:lnTo>
                      <a:lnTo>
                        <a:pt x="53" y="34"/>
                      </a:lnTo>
                      <a:lnTo>
                        <a:pt x="67" y="40"/>
                      </a:lnTo>
                      <a:lnTo>
                        <a:pt x="86" y="39"/>
                      </a:lnTo>
                      <a:lnTo>
                        <a:pt x="93" y="29"/>
                      </a:lnTo>
                      <a:lnTo>
                        <a:pt x="79" y="23"/>
                      </a:lnTo>
                      <a:lnTo>
                        <a:pt x="71" y="8"/>
                      </a:lnTo>
                      <a:lnTo>
                        <a:pt x="57" y="1"/>
                      </a:lnTo>
                      <a:lnTo>
                        <a:pt x="51" y="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2" id="152"/>
                <p:cNvSpPr/>
                <p:nvPr/>
              </p:nvSpPr>
              <p:spPr>
                <a:xfrm>
                  <a:off x="4689" y="1379"/>
                  <a:ext cx="64" cy="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8" h="23" stroke="true" fill="norm" extrusionOk="true">
                      <a:moveTo>
                        <a:pt x="1" y="0"/>
                      </a:moveTo>
                      <a:lnTo>
                        <a:pt x="9" y="6"/>
                      </a:lnTo>
                      <a:lnTo>
                        <a:pt x="30" y="6"/>
                      </a:lnTo>
                      <a:lnTo>
                        <a:pt x="54" y="6"/>
                      </a:lnTo>
                      <a:lnTo>
                        <a:pt x="57" y="19"/>
                      </a:lnTo>
                      <a:lnTo>
                        <a:pt x="26" y="22"/>
                      </a:lnTo>
                      <a:lnTo>
                        <a:pt x="9" y="17"/>
                      </a:lnTo>
                      <a:lnTo>
                        <a:pt x="0" y="7"/>
                      </a:lnTo>
                      <a:lnTo>
                        <a:pt x="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3" id="153"/>
                <p:cNvSpPr/>
                <p:nvPr/>
              </p:nvSpPr>
              <p:spPr>
                <a:xfrm>
                  <a:off x="5201" y="1493"/>
                  <a:ext cx="45" cy="3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1" h="27" stroke="true" fill="norm" extrusionOk="true">
                      <a:moveTo>
                        <a:pt x="15" y="2"/>
                      </a:moveTo>
                      <a:lnTo>
                        <a:pt x="3" y="13"/>
                      </a:lnTo>
                      <a:lnTo>
                        <a:pt x="0" y="26"/>
                      </a:lnTo>
                      <a:lnTo>
                        <a:pt x="20" y="24"/>
                      </a:lnTo>
                      <a:lnTo>
                        <a:pt x="36" y="23"/>
                      </a:lnTo>
                      <a:lnTo>
                        <a:pt x="40" y="8"/>
                      </a:lnTo>
                      <a:lnTo>
                        <a:pt x="26" y="0"/>
                      </a:lnTo>
                      <a:lnTo>
                        <a:pt x="15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4" id="154"/>
                <p:cNvSpPr/>
                <p:nvPr/>
              </p:nvSpPr>
              <p:spPr>
                <a:xfrm>
                  <a:off x="2490" y="2542"/>
                  <a:ext cx="266" cy="29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37" h="266" stroke="true" fill="norm" extrusionOk="true">
                      <a:moveTo>
                        <a:pt x="0" y="191"/>
                      </a:moveTo>
                      <a:lnTo>
                        <a:pt x="14" y="173"/>
                      </a:lnTo>
                      <a:lnTo>
                        <a:pt x="26" y="179"/>
                      </a:lnTo>
                      <a:lnTo>
                        <a:pt x="78" y="182"/>
                      </a:lnTo>
                      <a:lnTo>
                        <a:pt x="96" y="180"/>
                      </a:lnTo>
                      <a:lnTo>
                        <a:pt x="95" y="162"/>
                      </a:lnTo>
                      <a:lnTo>
                        <a:pt x="83" y="158"/>
                      </a:lnTo>
                      <a:lnTo>
                        <a:pt x="85" y="47"/>
                      </a:lnTo>
                      <a:lnTo>
                        <a:pt x="78" y="38"/>
                      </a:lnTo>
                      <a:lnTo>
                        <a:pt x="78" y="16"/>
                      </a:lnTo>
                      <a:lnTo>
                        <a:pt x="87" y="14"/>
                      </a:lnTo>
                      <a:lnTo>
                        <a:pt x="88" y="0"/>
                      </a:lnTo>
                      <a:lnTo>
                        <a:pt x="103" y="9"/>
                      </a:lnTo>
                      <a:lnTo>
                        <a:pt x="204" y="89"/>
                      </a:lnTo>
                      <a:lnTo>
                        <a:pt x="217" y="96"/>
                      </a:lnTo>
                      <a:lnTo>
                        <a:pt x="221" y="119"/>
                      </a:lnTo>
                      <a:lnTo>
                        <a:pt x="233" y="117"/>
                      </a:lnTo>
                      <a:lnTo>
                        <a:pt x="236" y="164"/>
                      </a:lnTo>
                      <a:lnTo>
                        <a:pt x="226" y="166"/>
                      </a:lnTo>
                      <a:lnTo>
                        <a:pt x="226" y="174"/>
                      </a:lnTo>
                      <a:lnTo>
                        <a:pt x="188" y="179"/>
                      </a:lnTo>
                      <a:lnTo>
                        <a:pt x="177" y="187"/>
                      </a:lnTo>
                      <a:lnTo>
                        <a:pt x="153" y="186"/>
                      </a:lnTo>
                      <a:lnTo>
                        <a:pt x="145" y="196"/>
                      </a:lnTo>
                      <a:lnTo>
                        <a:pt x="137" y="203"/>
                      </a:lnTo>
                      <a:lnTo>
                        <a:pt x="118" y="209"/>
                      </a:lnTo>
                      <a:lnTo>
                        <a:pt x="115" y="217"/>
                      </a:lnTo>
                      <a:lnTo>
                        <a:pt x="110" y="228"/>
                      </a:lnTo>
                      <a:lnTo>
                        <a:pt x="100" y="242"/>
                      </a:lnTo>
                      <a:lnTo>
                        <a:pt x="95" y="262"/>
                      </a:lnTo>
                      <a:lnTo>
                        <a:pt x="78" y="264"/>
                      </a:lnTo>
                      <a:lnTo>
                        <a:pt x="65" y="265"/>
                      </a:lnTo>
                      <a:lnTo>
                        <a:pt x="60" y="246"/>
                      </a:lnTo>
                      <a:lnTo>
                        <a:pt x="49" y="235"/>
                      </a:lnTo>
                      <a:lnTo>
                        <a:pt x="33" y="231"/>
                      </a:lnTo>
                      <a:lnTo>
                        <a:pt x="19" y="227"/>
                      </a:lnTo>
                      <a:lnTo>
                        <a:pt x="11" y="210"/>
                      </a:lnTo>
                      <a:lnTo>
                        <a:pt x="3" y="204"/>
                      </a:lnTo>
                      <a:lnTo>
                        <a:pt x="0" y="19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5" id="155"/>
                <p:cNvSpPr/>
                <p:nvPr/>
              </p:nvSpPr>
              <p:spPr>
                <a:xfrm>
                  <a:off x="2725" y="2771"/>
                  <a:ext cx="177" cy="17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8" h="156" stroke="true" fill="norm" extrusionOk="true">
                      <a:moveTo>
                        <a:pt x="126" y="101"/>
                      </a:moveTo>
                      <a:lnTo>
                        <a:pt x="135" y="84"/>
                      </a:lnTo>
                      <a:lnTo>
                        <a:pt x="142" y="57"/>
                      </a:lnTo>
                      <a:lnTo>
                        <a:pt x="146" y="49"/>
                      </a:lnTo>
                      <a:lnTo>
                        <a:pt x="154" y="44"/>
                      </a:lnTo>
                      <a:lnTo>
                        <a:pt x="157" y="24"/>
                      </a:lnTo>
                      <a:lnTo>
                        <a:pt x="154" y="0"/>
                      </a:lnTo>
                      <a:lnTo>
                        <a:pt x="143" y="6"/>
                      </a:lnTo>
                      <a:lnTo>
                        <a:pt x="137" y="13"/>
                      </a:lnTo>
                      <a:lnTo>
                        <a:pt x="129" y="6"/>
                      </a:lnTo>
                      <a:lnTo>
                        <a:pt x="111" y="6"/>
                      </a:lnTo>
                      <a:lnTo>
                        <a:pt x="109" y="13"/>
                      </a:lnTo>
                      <a:lnTo>
                        <a:pt x="96" y="13"/>
                      </a:lnTo>
                      <a:lnTo>
                        <a:pt x="89" y="4"/>
                      </a:lnTo>
                      <a:lnTo>
                        <a:pt x="78" y="6"/>
                      </a:lnTo>
                      <a:lnTo>
                        <a:pt x="60" y="7"/>
                      </a:lnTo>
                      <a:lnTo>
                        <a:pt x="59" y="13"/>
                      </a:lnTo>
                      <a:lnTo>
                        <a:pt x="52" y="3"/>
                      </a:lnTo>
                      <a:lnTo>
                        <a:pt x="41" y="2"/>
                      </a:lnTo>
                      <a:lnTo>
                        <a:pt x="28" y="6"/>
                      </a:lnTo>
                      <a:lnTo>
                        <a:pt x="23" y="16"/>
                      </a:lnTo>
                      <a:lnTo>
                        <a:pt x="18" y="23"/>
                      </a:lnTo>
                      <a:lnTo>
                        <a:pt x="14" y="23"/>
                      </a:lnTo>
                      <a:lnTo>
                        <a:pt x="16" y="42"/>
                      </a:lnTo>
                      <a:lnTo>
                        <a:pt x="8" y="74"/>
                      </a:lnTo>
                      <a:lnTo>
                        <a:pt x="0" y="85"/>
                      </a:lnTo>
                      <a:lnTo>
                        <a:pt x="3" y="117"/>
                      </a:lnTo>
                      <a:lnTo>
                        <a:pt x="15" y="119"/>
                      </a:lnTo>
                      <a:lnTo>
                        <a:pt x="28" y="117"/>
                      </a:lnTo>
                      <a:lnTo>
                        <a:pt x="34" y="124"/>
                      </a:lnTo>
                      <a:lnTo>
                        <a:pt x="40" y="132"/>
                      </a:lnTo>
                      <a:lnTo>
                        <a:pt x="39" y="147"/>
                      </a:lnTo>
                      <a:lnTo>
                        <a:pt x="50" y="154"/>
                      </a:lnTo>
                      <a:lnTo>
                        <a:pt x="63" y="155"/>
                      </a:lnTo>
                      <a:lnTo>
                        <a:pt x="89" y="133"/>
                      </a:lnTo>
                      <a:lnTo>
                        <a:pt x="98" y="122"/>
                      </a:lnTo>
                      <a:lnTo>
                        <a:pt x="110" y="111"/>
                      </a:lnTo>
                      <a:lnTo>
                        <a:pt x="126" y="10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6" id="156"/>
                <p:cNvSpPr/>
                <p:nvPr/>
              </p:nvSpPr>
              <p:spPr>
                <a:xfrm>
                  <a:off x="2925" y="2821"/>
                  <a:ext cx="198" cy="1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7" h="142" stroke="true" fill="norm" extrusionOk="true">
                      <a:moveTo>
                        <a:pt x="174" y="101"/>
                      </a:moveTo>
                      <a:lnTo>
                        <a:pt x="166" y="100"/>
                      </a:lnTo>
                      <a:lnTo>
                        <a:pt x="150" y="103"/>
                      </a:lnTo>
                      <a:lnTo>
                        <a:pt x="136" y="101"/>
                      </a:lnTo>
                      <a:lnTo>
                        <a:pt x="135" y="108"/>
                      </a:lnTo>
                      <a:lnTo>
                        <a:pt x="106" y="110"/>
                      </a:lnTo>
                      <a:lnTo>
                        <a:pt x="103" y="116"/>
                      </a:lnTo>
                      <a:lnTo>
                        <a:pt x="79" y="120"/>
                      </a:lnTo>
                      <a:lnTo>
                        <a:pt x="74" y="109"/>
                      </a:lnTo>
                      <a:lnTo>
                        <a:pt x="64" y="105"/>
                      </a:lnTo>
                      <a:lnTo>
                        <a:pt x="58" y="114"/>
                      </a:lnTo>
                      <a:lnTo>
                        <a:pt x="51" y="117"/>
                      </a:lnTo>
                      <a:lnTo>
                        <a:pt x="46" y="121"/>
                      </a:lnTo>
                      <a:lnTo>
                        <a:pt x="35" y="123"/>
                      </a:lnTo>
                      <a:lnTo>
                        <a:pt x="28" y="132"/>
                      </a:lnTo>
                      <a:lnTo>
                        <a:pt x="22" y="141"/>
                      </a:lnTo>
                      <a:lnTo>
                        <a:pt x="17" y="132"/>
                      </a:lnTo>
                      <a:lnTo>
                        <a:pt x="10" y="111"/>
                      </a:lnTo>
                      <a:lnTo>
                        <a:pt x="0" y="94"/>
                      </a:lnTo>
                      <a:lnTo>
                        <a:pt x="6" y="75"/>
                      </a:lnTo>
                      <a:lnTo>
                        <a:pt x="13" y="66"/>
                      </a:lnTo>
                      <a:lnTo>
                        <a:pt x="21" y="61"/>
                      </a:lnTo>
                      <a:lnTo>
                        <a:pt x="35" y="62"/>
                      </a:lnTo>
                      <a:lnTo>
                        <a:pt x="39" y="53"/>
                      </a:lnTo>
                      <a:lnTo>
                        <a:pt x="55" y="52"/>
                      </a:lnTo>
                      <a:lnTo>
                        <a:pt x="62" y="42"/>
                      </a:lnTo>
                      <a:lnTo>
                        <a:pt x="75" y="38"/>
                      </a:lnTo>
                      <a:lnTo>
                        <a:pt x="80" y="27"/>
                      </a:lnTo>
                      <a:lnTo>
                        <a:pt x="90" y="24"/>
                      </a:lnTo>
                      <a:lnTo>
                        <a:pt x="96" y="12"/>
                      </a:lnTo>
                      <a:lnTo>
                        <a:pt x="106" y="3"/>
                      </a:lnTo>
                      <a:lnTo>
                        <a:pt x="113" y="0"/>
                      </a:lnTo>
                      <a:lnTo>
                        <a:pt x="119" y="11"/>
                      </a:lnTo>
                      <a:lnTo>
                        <a:pt x="126" y="26"/>
                      </a:lnTo>
                      <a:lnTo>
                        <a:pt x="124" y="38"/>
                      </a:lnTo>
                      <a:lnTo>
                        <a:pt x="131" y="41"/>
                      </a:lnTo>
                      <a:lnTo>
                        <a:pt x="132" y="50"/>
                      </a:lnTo>
                      <a:lnTo>
                        <a:pt x="143" y="47"/>
                      </a:lnTo>
                      <a:lnTo>
                        <a:pt x="146" y="61"/>
                      </a:lnTo>
                      <a:lnTo>
                        <a:pt x="159" y="64"/>
                      </a:lnTo>
                      <a:lnTo>
                        <a:pt x="162" y="80"/>
                      </a:lnTo>
                      <a:lnTo>
                        <a:pt x="169" y="83"/>
                      </a:lnTo>
                      <a:lnTo>
                        <a:pt x="173" y="89"/>
                      </a:lnTo>
                      <a:lnTo>
                        <a:pt x="176" y="94"/>
                      </a:lnTo>
                      <a:lnTo>
                        <a:pt x="174" y="10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7" id="157"/>
                <p:cNvSpPr/>
                <p:nvPr/>
              </p:nvSpPr>
              <p:spPr>
                <a:xfrm>
                  <a:off x="3080" y="2429"/>
                  <a:ext cx="172" cy="20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2" h="201" stroke="true" fill="norm" extrusionOk="true">
                      <a:moveTo>
                        <a:pt x="0" y="2"/>
                      </a:moveTo>
                      <a:lnTo>
                        <a:pt x="0" y="201"/>
                      </a:lnTo>
                      <a:lnTo>
                        <a:pt x="10" y="195"/>
                      </a:lnTo>
                      <a:lnTo>
                        <a:pt x="22" y="186"/>
                      </a:lnTo>
                      <a:lnTo>
                        <a:pt x="129" y="186"/>
                      </a:lnTo>
                      <a:lnTo>
                        <a:pt x="138" y="195"/>
                      </a:lnTo>
                      <a:lnTo>
                        <a:pt x="166" y="172"/>
                      </a:lnTo>
                      <a:lnTo>
                        <a:pt x="166" y="149"/>
                      </a:lnTo>
                      <a:lnTo>
                        <a:pt x="172" y="146"/>
                      </a:lnTo>
                      <a:lnTo>
                        <a:pt x="134" y="85"/>
                      </a:lnTo>
                      <a:lnTo>
                        <a:pt x="112" y="48"/>
                      </a:lnTo>
                      <a:lnTo>
                        <a:pt x="112" y="32"/>
                      </a:lnTo>
                      <a:lnTo>
                        <a:pt x="125" y="45"/>
                      </a:lnTo>
                      <a:lnTo>
                        <a:pt x="143" y="65"/>
                      </a:lnTo>
                      <a:lnTo>
                        <a:pt x="151" y="48"/>
                      </a:lnTo>
                      <a:lnTo>
                        <a:pt x="151" y="28"/>
                      </a:lnTo>
                      <a:lnTo>
                        <a:pt x="136" y="5"/>
                      </a:lnTo>
                      <a:lnTo>
                        <a:pt x="112" y="2"/>
                      </a:lnTo>
                      <a:lnTo>
                        <a:pt x="91" y="3"/>
                      </a:lnTo>
                      <a:lnTo>
                        <a:pt x="67" y="19"/>
                      </a:lnTo>
                      <a:lnTo>
                        <a:pt x="55" y="12"/>
                      </a:lnTo>
                      <a:lnTo>
                        <a:pt x="44" y="0"/>
                      </a:lnTo>
                      <a:lnTo>
                        <a:pt x="0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8" id="158"/>
                <p:cNvSpPr/>
                <p:nvPr/>
              </p:nvSpPr>
              <p:spPr>
                <a:xfrm>
                  <a:off x="3667" y="2342"/>
                  <a:ext cx="200" cy="24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7" h="214" stroke="true" fill="norm" extrusionOk="true">
                      <a:moveTo>
                        <a:pt x="136" y="0"/>
                      </a:moveTo>
                      <a:lnTo>
                        <a:pt x="123" y="4"/>
                      </a:lnTo>
                      <a:lnTo>
                        <a:pt x="119" y="20"/>
                      </a:lnTo>
                      <a:lnTo>
                        <a:pt x="113" y="38"/>
                      </a:lnTo>
                      <a:lnTo>
                        <a:pt x="107" y="54"/>
                      </a:lnTo>
                      <a:lnTo>
                        <a:pt x="97" y="60"/>
                      </a:lnTo>
                      <a:lnTo>
                        <a:pt x="94" y="78"/>
                      </a:lnTo>
                      <a:lnTo>
                        <a:pt x="81" y="78"/>
                      </a:lnTo>
                      <a:lnTo>
                        <a:pt x="65" y="89"/>
                      </a:lnTo>
                      <a:lnTo>
                        <a:pt x="53" y="97"/>
                      </a:lnTo>
                      <a:lnTo>
                        <a:pt x="47" y="112"/>
                      </a:lnTo>
                      <a:lnTo>
                        <a:pt x="6" y="117"/>
                      </a:lnTo>
                      <a:lnTo>
                        <a:pt x="0" y="129"/>
                      </a:lnTo>
                      <a:lnTo>
                        <a:pt x="4" y="145"/>
                      </a:lnTo>
                      <a:lnTo>
                        <a:pt x="15" y="147"/>
                      </a:lnTo>
                      <a:lnTo>
                        <a:pt x="20" y="155"/>
                      </a:lnTo>
                      <a:lnTo>
                        <a:pt x="12" y="166"/>
                      </a:lnTo>
                      <a:lnTo>
                        <a:pt x="0" y="170"/>
                      </a:lnTo>
                      <a:lnTo>
                        <a:pt x="12" y="174"/>
                      </a:lnTo>
                      <a:lnTo>
                        <a:pt x="18" y="187"/>
                      </a:lnTo>
                      <a:lnTo>
                        <a:pt x="42" y="187"/>
                      </a:lnTo>
                      <a:lnTo>
                        <a:pt x="59" y="181"/>
                      </a:lnTo>
                      <a:lnTo>
                        <a:pt x="61" y="193"/>
                      </a:lnTo>
                      <a:lnTo>
                        <a:pt x="78" y="204"/>
                      </a:lnTo>
                      <a:lnTo>
                        <a:pt x="91" y="213"/>
                      </a:lnTo>
                      <a:lnTo>
                        <a:pt x="99" y="204"/>
                      </a:lnTo>
                      <a:lnTo>
                        <a:pt x="127" y="204"/>
                      </a:lnTo>
                      <a:lnTo>
                        <a:pt x="129" y="192"/>
                      </a:lnTo>
                      <a:lnTo>
                        <a:pt x="113" y="171"/>
                      </a:lnTo>
                      <a:lnTo>
                        <a:pt x="102" y="158"/>
                      </a:lnTo>
                      <a:lnTo>
                        <a:pt x="106" y="144"/>
                      </a:lnTo>
                      <a:lnTo>
                        <a:pt x="115" y="135"/>
                      </a:lnTo>
                      <a:lnTo>
                        <a:pt x="140" y="144"/>
                      </a:lnTo>
                      <a:lnTo>
                        <a:pt x="144" y="134"/>
                      </a:lnTo>
                      <a:lnTo>
                        <a:pt x="146" y="123"/>
                      </a:lnTo>
                      <a:lnTo>
                        <a:pt x="161" y="109"/>
                      </a:lnTo>
                      <a:lnTo>
                        <a:pt x="167" y="95"/>
                      </a:lnTo>
                      <a:lnTo>
                        <a:pt x="176" y="85"/>
                      </a:lnTo>
                      <a:lnTo>
                        <a:pt x="174" y="63"/>
                      </a:lnTo>
                      <a:lnTo>
                        <a:pt x="161" y="52"/>
                      </a:lnTo>
                      <a:lnTo>
                        <a:pt x="162" y="32"/>
                      </a:lnTo>
                      <a:lnTo>
                        <a:pt x="155" y="22"/>
                      </a:lnTo>
                      <a:lnTo>
                        <a:pt x="157" y="9"/>
                      </a:lnTo>
                      <a:lnTo>
                        <a:pt x="146" y="2"/>
                      </a:lnTo>
                      <a:lnTo>
                        <a:pt x="136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9" id="159"/>
                <p:cNvSpPr/>
                <p:nvPr/>
              </p:nvSpPr>
              <p:spPr>
                <a:xfrm>
                  <a:off x="4656" y="2279"/>
                  <a:ext cx="61" cy="9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5" h="87" stroke="true" fill="norm" extrusionOk="true">
                      <a:moveTo>
                        <a:pt x="25" y="0"/>
                      </a:moveTo>
                      <a:lnTo>
                        <a:pt x="20" y="15"/>
                      </a:lnTo>
                      <a:lnTo>
                        <a:pt x="0" y="23"/>
                      </a:lnTo>
                      <a:lnTo>
                        <a:pt x="8" y="35"/>
                      </a:lnTo>
                      <a:lnTo>
                        <a:pt x="7" y="46"/>
                      </a:lnTo>
                      <a:lnTo>
                        <a:pt x="19" y="51"/>
                      </a:lnTo>
                      <a:lnTo>
                        <a:pt x="17" y="79"/>
                      </a:lnTo>
                      <a:lnTo>
                        <a:pt x="32" y="86"/>
                      </a:lnTo>
                      <a:lnTo>
                        <a:pt x="54" y="72"/>
                      </a:lnTo>
                      <a:lnTo>
                        <a:pt x="54" y="38"/>
                      </a:lnTo>
                      <a:lnTo>
                        <a:pt x="2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0" id="160"/>
                <p:cNvSpPr/>
                <p:nvPr/>
              </p:nvSpPr>
              <p:spPr>
                <a:xfrm>
                  <a:off x="4829" y="1946"/>
                  <a:ext cx="60" cy="1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4" h="109" stroke="true" fill="norm" extrusionOk="true">
                      <a:moveTo>
                        <a:pt x="3" y="9"/>
                      </a:moveTo>
                      <a:lnTo>
                        <a:pt x="3" y="20"/>
                      </a:lnTo>
                      <a:lnTo>
                        <a:pt x="8" y="34"/>
                      </a:lnTo>
                      <a:lnTo>
                        <a:pt x="12" y="52"/>
                      </a:lnTo>
                      <a:lnTo>
                        <a:pt x="17" y="72"/>
                      </a:lnTo>
                      <a:lnTo>
                        <a:pt x="26" y="81"/>
                      </a:lnTo>
                      <a:lnTo>
                        <a:pt x="21" y="95"/>
                      </a:lnTo>
                      <a:lnTo>
                        <a:pt x="23" y="101"/>
                      </a:lnTo>
                      <a:lnTo>
                        <a:pt x="29" y="101"/>
                      </a:lnTo>
                      <a:lnTo>
                        <a:pt x="45" y="108"/>
                      </a:lnTo>
                      <a:lnTo>
                        <a:pt x="53" y="102"/>
                      </a:lnTo>
                      <a:lnTo>
                        <a:pt x="45" y="83"/>
                      </a:lnTo>
                      <a:lnTo>
                        <a:pt x="34" y="55"/>
                      </a:lnTo>
                      <a:lnTo>
                        <a:pt x="44" y="57"/>
                      </a:lnTo>
                      <a:lnTo>
                        <a:pt x="30" y="37"/>
                      </a:lnTo>
                      <a:lnTo>
                        <a:pt x="19" y="23"/>
                      </a:lnTo>
                      <a:lnTo>
                        <a:pt x="16" y="3"/>
                      </a:lnTo>
                      <a:lnTo>
                        <a:pt x="0" y="0"/>
                      </a:lnTo>
                      <a:lnTo>
                        <a:pt x="3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1" id="161"/>
                <p:cNvSpPr/>
                <p:nvPr/>
              </p:nvSpPr>
              <p:spPr>
                <a:xfrm>
                  <a:off x="3770" y="2398"/>
                  <a:ext cx="459" cy="47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09" h="426" stroke="true" fill="norm" extrusionOk="true">
                      <a:moveTo>
                        <a:pt x="408" y="97"/>
                      </a:moveTo>
                      <a:lnTo>
                        <a:pt x="407" y="105"/>
                      </a:lnTo>
                      <a:lnTo>
                        <a:pt x="388" y="115"/>
                      </a:lnTo>
                      <a:lnTo>
                        <a:pt x="377" y="129"/>
                      </a:lnTo>
                      <a:lnTo>
                        <a:pt x="372" y="148"/>
                      </a:lnTo>
                      <a:lnTo>
                        <a:pt x="359" y="163"/>
                      </a:lnTo>
                      <a:lnTo>
                        <a:pt x="359" y="192"/>
                      </a:lnTo>
                      <a:lnTo>
                        <a:pt x="349" y="184"/>
                      </a:lnTo>
                      <a:lnTo>
                        <a:pt x="344" y="160"/>
                      </a:lnTo>
                      <a:lnTo>
                        <a:pt x="341" y="143"/>
                      </a:lnTo>
                      <a:lnTo>
                        <a:pt x="323" y="133"/>
                      </a:lnTo>
                      <a:lnTo>
                        <a:pt x="309" y="131"/>
                      </a:lnTo>
                      <a:lnTo>
                        <a:pt x="291" y="118"/>
                      </a:lnTo>
                      <a:lnTo>
                        <a:pt x="281" y="148"/>
                      </a:lnTo>
                      <a:lnTo>
                        <a:pt x="291" y="152"/>
                      </a:lnTo>
                      <a:lnTo>
                        <a:pt x="292" y="190"/>
                      </a:lnTo>
                      <a:lnTo>
                        <a:pt x="282" y="192"/>
                      </a:lnTo>
                      <a:lnTo>
                        <a:pt x="272" y="198"/>
                      </a:lnTo>
                      <a:lnTo>
                        <a:pt x="272" y="216"/>
                      </a:lnTo>
                      <a:lnTo>
                        <a:pt x="267" y="221"/>
                      </a:lnTo>
                      <a:lnTo>
                        <a:pt x="256" y="237"/>
                      </a:lnTo>
                      <a:lnTo>
                        <a:pt x="238" y="243"/>
                      </a:lnTo>
                      <a:lnTo>
                        <a:pt x="228" y="256"/>
                      </a:lnTo>
                      <a:lnTo>
                        <a:pt x="213" y="262"/>
                      </a:lnTo>
                      <a:lnTo>
                        <a:pt x="206" y="282"/>
                      </a:lnTo>
                      <a:lnTo>
                        <a:pt x="191" y="293"/>
                      </a:lnTo>
                      <a:lnTo>
                        <a:pt x="170" y="305"/>
                      </a:lnTo>
                      <a:lnTo>
                        <a:pt x="176" y="357"/>
                      </a:lnTo>
                      <a:lnTo>
                        <a:pt x="170" y="359"/>
                      </a:lnTo>
                      <a:lnTo>
                        <a:pt x="176" y="383"/>
                      </a:lnTo>
                      <a:lnTo>
                        <a:pt x="165" y="400"/>
                      </a:lnTo>
                      <a:lnTo>
                        <a:pt x="156" y="417"/>
                      </a:lnTo>
                      <a:lnTo>
                        <a:pt x="139" y="425"/>
                      </a:lnTo>
                      <a:lnTo>
                        <a:pt x="131" y="419"/>
                      </a:lnTo>
                      <a:lnTo>
                        <a:pt x="128" y="400"/>
                      </a:lnTo>
                      <a:lnTo>
                        <a:pt x="110" y="361"/>
                      </a:lnTo>
                      <a:lnTo>
                        <a:pt x="95" y="316"/>
                      </a:lnTo>
                      <a:lnTo>
                        <a:pt x="77" y="290"/>
                      </a:lnTo>
                      <a:lnTo>
                        <a:pt x="70" y="255"/>
                      </a:lnTo>
                      <a:lnTo>
                        <a:pt x="70" y="224"/>
                      </a:lnTo>
                      <a:lnTo>
                        <a:pt x="66" y="199"/>
                      </a:lnTo>
                      <a:lnTo>
                        <a:pt x="59" y="184"/>
                      </a:lnTo>
                      <a:lnTo>
                        <a:pt x="59" y="198"/>
                      </a:lnTo>
                      <a:lnTo>
                        <a:pt x="48" y="208"/>
                      </a:lnTo>
                      <a:lnTo>
                        <a:pt x="27" y="207"/>
                      </a:lnTo>
                      <a:lnTo>
                        <a:pt x="11" y="185"/>
                      </a:lnTo>
                      <a:lnTo>
                        <a:pt x="20" y="174"/>
                      </a:lnTo>
                      <a:lnTo>
                        <a:pt x="7" y="175"/>
                      </a:lnTo>
                      <a:lnTo>
                        <a:pt x="0" y="163"/>
                      </a:lnTo>
                      <a:lnTo>
                        <a:pt x="8" y="154"/>
                      </a:lnTo>
                      <a:lnTo>
                        <a:pt x="36" y="154"/>
                      </a:lnTo>
                      <a:lnTo>
                        <a:pt x="38" y="142"/>
                      </a:lnTo>
                      <a:lnTo>
                        <a:pt x="23" y="121"/>
                      </a:lnTo>
                      <a:lnTo>
                        <a:pt x="11" y="109"/>
                      </a:lnTo>
                      <a:lnTo>
                        <a:pt x="15" y="94"/>
                      </a:lnTo>
                      <a:lnTo>
                        <a:pt x="25" y="86"/>
                      </a:lnTo>
                      <a:lnTo>
                        <a:pt x="49" y="94"/>
                      </a:lnTo>
                      <a:lnTo>
                        <a:pt x="53" y="84"/>
                      </a:lnTo>
                      <a:lnTo>
                        <a:pt x="55" y="73"/>
                      </a:lnTo>
                      <a:lnTo>
                        <a:pt x="70" y="59"/>
                      </a:lnTo>
                      <a:lnTo>
                        <a:pt x="76" y="46"/>
                      </a:lnTo>
                      <a:lnTo>
                        <a:pt x="86" y="36"/>
                      </a:lnTo>
                      <a:lnTo>
                        <a:pt x="84" y="14"/>
                      </a:lnTo>
                      <a:lnTo>
                        <a:pt x="104" y="0"/>
                      </a:lnTo>
                      <a:lnTo>
                        <a:pt x="121" y="2"/>
                      </a:lnTo>
                      <a:lnTo>
                        <a:pt x="132" y="10"/>
                      </a:lnTo>
                      <a:lnTo>
                        <a:pt x="132" y="36"/>
                      </a:lnTo>
                      <a:lnTo>
                        <a:pt x="154" y="41"/>
                      </a:lnTo>
                      <a:lnTo>
                        <a:pt x="166" y="53"/>
                      </a:lnTo>
                      <a:lnTo>
                        <a:pt x="169" y="78"/>
                      </a:lnTo>
                      <a:lnTo>
                        <a:pt x="180" y="92"/>
                      </a:lnTo>
                      <a:lnTo>
                        <a:pt x="198" y="97"/>
                      </a:lnTo>
                      <a:lnTo>
                        <a:pt x="220" y="105"/>
                      </a:lnTo>
                      <a:lnTo>
                        <a:pt x="238" y="109"/>
                      </a:lnTo>
                      <a:lnTo>
                        <a:pt x="250" y="116"/>
                      </a:lnTo>
                      <a:lnTo>
                        <a:pt x="265" y="115"/>
                      </a:lnTo>
                      <a:lnTo>
                        <a:pt x="279" y="115"/>
                      </a:lnTo>
                      <a:lnTo>
                        <a:pt x="287" y="101"/>
                      </a:lnTo>
                      <a:lnTo>
                        <a:pt x="294" y="87"/>
                      </a:lnTo>
                      <a:lnTo>
                        <a:pt x="310" y="94"/>
                      </a:lnTo>
                      <a:lnTo>
                        <a:pt x="334" y="94"/>
                      </a:lnTo>
                      <a:lnTo>
                        <a:pt x="342" y="83"/>
                      </a:lnTo>
                      <a:lnTo>
                        <a:pt x="360" y="73"/>
                      </a:lnTo>
                      <a:lnTo>
                        <a:pt x="383" y="73"/>
                      </a:lnTo>
                      <a:lnTo>
                        <a:pt x="399" y="82"/>
                      </a:lnTo>
                      <a:lnTo>
                        <a:pt x="408" y="9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2" id="162"/>
                <p:cNvSpPr/>
                <p:nvPr/>
              </p:nvSpPr>
              <p:spPr>
                <a:xfrm>
                  <a:off x="4083" y="2531"/>
                  <a:ext cx="91" cy="9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0" h="85" stroke="true" fill="norm" extrusionOk="true">
                      <a:moveTo>
                        <a:pt x="79" y="72"/>
                      </a:moveTo>
                      <a:lnTo>
                        <a:pt x="72" y="84"/>
                      </a:lnTo>
                      <a:lnTo>
                        <a:pt x="64" y="82"/>
                      </a:lnTo>
                      <a:lnTo>
                        <a:pt x="52" y="66"/>
                      </a:lnTo>
                      <a:lnTo>
                        <a:pt x="54" y="52"/>
                      </a:lnTo>
                      <a:lnTo>
                        <a:pt x="46" y="41"/>
                      </a:lnTo>
                      <a:lnTo>
                        <a:pt x="42" y="52"/>
                      </a:lnTo>
                      <a:lnTo>
                        <a:pt x="29" y="57"/>
                      </a:lnTo>
                      <a:lnTo>
                        <a:pt x="28" y="73"/>
                      </a:lnTo>
                      <a:lnTo>
                        <a:pt x="11" y="71"/>
                      </a:lnTo>
                      <a:lnTo>
                        <a:pt x="10" y="33"/>
                      </a:lnTo>
                      <a:lnTo>
                        <a:pt x="0" y="30"/>
                      </a:lnTo>
                      <a:lnTo>
                        <a:pt x="10" y="0"/>
                      </a:lnTo>
                      <a:lnTo>
                        <a:pt x="28" y="12"/>
                      </a:lnTo>
                      <a:lnTo>
                        <a:pt x="43" y="15"/>
                      </a:lnTo>
                      <a:lnTo>
                        <a:pt x="61" y="24"/>
                      </a:lnTo>
                      <a:lnTo>
                        <a:pt x="64" y="42"/>
                      </a:lnTo>
                      <a:lnTo>
                        <a:pt x="70" y="65"/>
                      </a:lnTo>
                      <a:lnTo>
                        <a:pt x="79" y="7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3" id="163"/>
                <p:cNvSpPr/>
                <p:nvPr/>
              </p:nvSpPr>
              <p:spPr>
                <a:xfrm>
                  <a:off x="2502" y="2345"/>
                  <a:ext cx="168" cy="15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9" h="140" stroke="true" fill="norm" extrusionOk="true">
                      <a:moveTo>
                        <a:pt x="118" y="19"/>
                      </a:moveTo>
                      <a:lnTo>
                        <a:pt x="135" y="16"/>
                      </a:lnTo>
                      <a:lnTo>
                        <a:pt x="146" y="27"/>
                      </a:lnTo>
                      <a:lnTo>
                        <a:pt x="139" y="41"/>
                      </a:lnTo>
                      <a:lnTo>
                        <a:pt x="148" y="46"/>
                      </a:lnTo>
                      <a:lnTo>
                        <a:pt x="141" y="70"/>
                      </a:lnTo>
                      <a:lnTo>
                        <a:pt x="126" y="71"/>
                      </a:lnTo>
                      <a:lnTo>
                        <a:pt x="122" y="82"/>
                      </a:lnTo>
                      <a:lnTo>
                        <a:pt x="130" y="89"/>
                      </a:lnTo>
                      <a:lnTo>
                        <a:pt x="111" y="105"/>
                      </a:lnTo>
                      <a:lnTo>
                        <a:pt x="100" y="118"/>
                      </a:lnTo>
                      <a:lnTo>
                        <a:pt x="88" y="124"/>
                      </a:lnTo>
                      <a:lnTo>
                        <a:pt x="77" y="124"/>
                      </a:lnTo>
                      <a:lnTo>
                        <a:pt x="74" y="131"/>
                      </a:lnTo>
                      <a:lnTo>
                        <a:pt x="63" y="130"/>
                      </a:lnTo>
                      <a:lnTo>
                        <a:pt x="61" y="139"/>
                      </a:lnTo>
                      <a:lnTo>
                        <a:pt x="46" y="139"/>
                      </a:lnTo>
                      <a:lnTo>
                        <a:pt x="48" y="132"/>
                      </a:lnTo>
                      <a:lnTo>
                        <a:pt x="37" y="132"/>
                      </a:lnTo>
                      <a:lnTo>
                        <a:pt x="0" y="132"/>
                      </a:lnTo>
                      <a:lnTo>
                        <a:pt x="9" y="120"/>
                      </a:lnTo>
                      <a:lnTo>
                        <a:pt x="17" y="115"/>
                      </a:lnTo>
                      <a:lnTo>
                        <a:pt x="25" y="108"/>
                      </a:lnTo>
                      <a:lnTo>
                        <a:pt x="31" y="64"/>
                      </a:lnTo>
                      <a:lnTo>
                        <a:pt x="36" y="49"/>
                      </a:lnTo>
                      <a:lnTo>
                        <a:pt x="42" y="51"/>
                      </a:lnTo>
                      <a:lnTo>
                        <a:pt x="43" y="41"/>
                      </a:lnTo>
                      <a:lnTo>
                        <a:pt x="67" y="40"/>
                      </a:lnTo>
                      <a:lnTo>
                        <a:pt x="67" y="28"/>
                      </a:lnTo>
                      <a:lnTo>
                        <a:pt x="76" y="19"/>
                      </a:lnTo>
                      <a:lnTo>
                        <a:pt x="82" y="9"/>
                      </a:lnTo>
                      <a:lnTo>
                        <a:pt x="85" y="0"/>
                      </a:lnTo>
                      <a:lnTo>
                        <a:pt x="96" y="7"/>
                      </a:lnTo>
                      <a:lnTo>
                        <a:pt x="108" y="8"/>
                      </a:lnTo>
                      <a:lnTo>
                        <a:pt x="118" y="1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4" id="164"/>
                <p:cNvSpPr/>
                <p:nvPr/>
              </p:nvSpPr>
              <p:spPr>
                <a:xfrm>
                  <a:off x="2554" y="2319"/>
                  <a:ext cx="320" cy="35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5" h="320" stroke="true" fill="norm" extrusionOk="true">
                      <a:moveTo>
                        <a:pt x="89" y="41"/>
                      </a:moveTo>
                      <a:lnTo>
                        <a:pt x="100" y="52"/>
                      </a:lnTo>
                      <a:lnTo>
                        <a:pt x="94" y="65"/>
                      </a:lnTo>
                      <a:lnTo>
                        <a:pt x="102" y="70"/>
                      </a:lnTo>
                      <a:lnTo>
                        <a:pt x="95" y="95"/>
                      </a:lnTo>
                      <a:lnTo>
                        <a:pt x="80" y="96"/>
                      </a:lnTo>
                      <a:lnTo>
                        <a:pt x="77" y="107"/>
                      </a:lnTo>
                      <a:lnTo>
                        <a:pt x="84" y="113"/>
                      </a:lnTo>
                      <a:lnTo>
                        <a:pt x="65" y="129"/>
                      </a:lnTo>
                      <a:lnTo>
                        <a:pt x="54" y="142"/>
                      </a:lnTo>
                      <a:lnTo>
                        <a:pt x="42" y="148"/>
                      </a:lnTo>
                      <a:lnTo>
                        <a:pt x="31" y="148"/>
                      </a:lnTo>
                      <a:lnTo>
                        <a:pt x="28" y="156"/>
                      </a:lnTo>
                      <a:lnTo>
                        <a:pt x="17" y="154"/>
                      </a:lnTo>
                      <a:lnTo>
                        <a:pt x="15" y="163"/>
                      </a:lnTo>
                      <a:lnTo>
                        <a:pt x="0" y="163"/>
                      </a:lnTo>
                      <a:lnTo>
                        <a:pt x="31" y="200"/>
                      </a:lnTo>
                      <a:lnTo>
                        <a:pt x="46" y="209"/>
                      </a:lnTo>
                      <a:lnTo>
                        <a:pt x="146" y="289"/>
                      </a:lnTo>
                      <a:lnTo>
                        <a:pt x="160" y="295"/>
                      </a:lnTo>
                      <a:lnTo>
                        <a:pt x="163" y="319"/>
                      </a:lnTo>
                      <a:lnTo>
                        <a:pt x="176" y="316"/>
                      </a:lnTo>
                      <a:lnTo>
                        <a:pt x="178" y="309"/>
                      </a:lnTo>
                      <a:lnTo>
                        <a:pt x="202" y="307"/>
                      </a:lnTo>
                      <a:lnTo>
                        <a:pt x="212" y="296"/>
                      </a:lnTo>
                      <a:lnTo>
                        <a:pt x="220" y="291"/>
                      </a:lnTo>
                      <a:lnTo>
                        <a:pt x="223" y="282"/>
                      </a:lnTo>
                      <a:lnTo>
                        <a:pt x="246" y="274"/>
                      </a:lnTo>
                      <a:lnTo>
                        <a:pt x="253" y="264"/>
                      </a:lnTo>
                      <a:lnTo>
                        <a:pt x="264" y="254"/>
                      </a:lnTo>
                      <a:lnTo>
                        <a:pt x="279" y="248"/>
                      </a:lnTo>
                      <a:lnTo>
                        <a:pt x="284" y="241"/>
                      </a:lnTo>
                      <a:lnTo>
                        <a:pt x="282" y="227"/>
                      </a:lnTo>
                      <a:lnTo>
                        <a:pt x="259" y="223"/>
                      </a:lnTo>
                      <a:lnTo>
                        <a:pt x="252" y="216"/>
                      </a:lnTo>
                      <a:lnTo>
                        <a:pt x="250" y="198"/>
                      </a:lnTo>
                      <a:lnTo>
                        <a:pt x="253" y="102"/>
                      </a:lnTo>
                      <a:lnTo>
                        <a:pt x="246" y="101"/>
                      </a:lnTo>
                      <a:lnTo>
                        <a:pt x="242" y="85"/>
                      </a:lnTo>
                      <a:lnTo>
                        <a:pt x="229" y="80"/>
                      </a:lnTo>
                      <a:lnTo>
                        <a:pt x="224" y="63"/>
                      </a:lnTo>
                      <a:lnTo>
                        <a:pt x="227" y="48"/>
                      </a:lnTo>
                      <a:lnTo>
                        <a:pt x="241" y="44"/>
                      </a:lnTo>
                      <a:lnTo>
                        <a:pt x="233" y="33"/>
                      </a:lnTo>
                      <a:lnTo>
                        <a:pt x="235" y="21"/>
                      </a:lnTo>
                      <a:lnTo>
                        <a:pt x="242" y="21"/>
                      </a:lnTo>
                      <a:lnTo>
                        <a:pt x="239" y="3"/>
                      </a:lnTo>
                      <a:lnTo>
                        <a:pt x="196" y="0"/>
                      </a:lnTo>
                      <a:lnTo>
                        <a:pt x="176" y="3"/>
                      </a:lnTo>
                      <a:lnTo>
                        <a:pt x="160" y="8"/>
                      </a:lnTo>
                      <a:lnTo>
                        <a:pt x="128" y="11"/>
                      </a:lnTo>
                      <a:lnTo>
                        <a:pt x="117" y="21"/>
                      </a:lnTo>
                      <a:lnTo>
                        <a:pt x="96" y="25"/>
                      </a:lnTo>
                      <a:lnTo>
                        <a:pt x="89" y="4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5" id="165"/>
                <p:cNvSpPr/>
                <p:nvPr/>
              </p:nvSpPr>
              <p:spPr>
                <a:xfrm>
                  <a:off x="2796" y="2771"/>
                  <a:ext cx="154" cy="23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8" h="209" stroke="true" fill="norm" extrusionOk="true">
                      <a:moveTo>
                        <a:pt x="0" y="157"/>
                      </a:moveTo>
                      <a:lnTo>
                        <a:pt x="26" y="135"/>
                      </a:lnTo>
                      <a:lnTo>
                        <a:pt x="35" y="124"/>
                      </a:lnTo>
                      <a:lnTo>
                        <a:pt x="47" y="113"/>
                      </a:lnTo>
                      <a:lnTo>
                        <a:pt x="63" y="102"/>
                      </a:lnTo>
                      <a:lnTo>
                        <a:pt x="72" y="85"/>
                      </a:lnTo>
                      <a:lnTo>
                        <a:pt x="79" y="58"/>
                      </a:lnTo>
                      <a:lnTo>
                        <a:pt x="83" y="51"/>
                      </a:lnTo>
                      <a:lnTo>
                        <a:pt x="92" y="45"/>
                      </a:lnTo>
                      <a:lnTo>
                        <a:pt x="94" y="25"/>
                      </a:lnTo>
                      <a:lnTo>
                        <a:pt x="91" y="1"/>
                      </a:lnTo>
                      <a:lnTo>
                        <a:pt x="97" y="0"/>
                      </a:lnTo>
                      <a:lnTo>
                        <a:pt x="100" y="10"/>
                      </a:lnTo>
                      <a:lnTo>
                        <a:pt x="104" y="18"/>
                      </a:lnTo>
                      <a:lnTo>
                        <a:pt x="111" y="32"/>
                      </a:lnTo>
                      <a:lnTo>
                        <a:pt x="111" y="40"/>
                      </a:lnTo>
                      <a:lnTo>
                        <a:pt x="105" y="43"/>
                      </a:lnTo>
                      <a:lnTo>
                        <a:pt x="108" y="46"/>
                      </a:lnTo>
                      <a:lnTo>
                        <a:pt x="111" y="54"/>
                      </a:lnTo>
                      <a:lnTo>
                        <a:pt x="116" y="62"/>
                      </a:lnTo>
                      <a:lnTo>
                        <a:pt x="115" y="69"/>
                      </a:lnTo>
                      <a:lnTo>
                        <a:pt x="108" y="73"/>
                      </a:lnTo>
                      <a:lnTo>
                        <a:pt x="109" y="81"/>
                      </a:lnTo>
                      <a:lnTo>
                        <a:pt x="120" y="95"/>
                      </a:lnTo>
                      <a:lnTo>
                        <a:pt x="128" y="111"/>
                      </a:lnTo>
                      <a:lnTo>
                        <a:pt x="121" y="120"/>
                      </a:lnTo>
                      <a:lnTo>
                        <a:pt x="115" y="139"/>
                      </a:lnTo>
                      <a:lnTo>
                        <a:pt x="125" y="156"/>
                      </a:lnTo>
                      <a:lnTo>
                        <a:pt x="132" y="176"/>
                      </a:lnTo>
                      <a:lnTo>
                        <a:pt x="137" y="185"/>
                      </a:lnTo>
                      <a:lnTo>
                        <a:pt x="92" y="190"/>
                      </a:lnTo>
                      <a:lnTo>
                        <a:pt x="69" y="193"/>
                      </a:lnTo>
                      <a:lnTo>
                        <a:pt x="60" y="200"/>
                      </a:lnTo>
                      <a:lnTo>
                        <a:pt x="60" y="206"/>
                      </a:lnTo>
                      <a:lnTo>
                        <a:pt x="40" y="208"/>
                      </a:lnTo>
                      <a:lnTo>
                        <a:pt x="37" y="193"/>
                      </a:lnTo>
                      <a:lnTo>
                        <a:pt x="44" y="178"/>
                      </a:lnTo>
                      <a:lnTo>
                        <a:pt x="37" y="170"/>
                      </a:lnTo>
                      <a:lnTo>
                        <a:pt x="22" y="164"/>
                      </a:lnTo>
                      <a:lnTo>
                        <a:pt x="0" y="157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6" id="166"/>
                <p:cNvSpPr/>
                <p:nvPr/>
              </p:nvSpPr>
              <p:spPr>
                <a:xfrm>
                  <a:off x="3440" y="1951"/>
                  <a:ext cx="594" cy="30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31" h="270" stroke="true" fill="norm" extrusionOk="true">
                      <a:moveTo>
                        <a:pt x="530" y="113"/>
                      </a:moveTo>
                      <a:lnTo>
                        <a:pt x="516" y="78"/>
                      </a:lnTo>
                      <a:lnTo>
                        <a:pt x="494" y="69"/>
                      </a:lnTo>
                      <a:lnTo>
                        <a:pt x="486" y="58"/>
                      </a:lnTo>
                      <a:lnTo>
                        <a:pt x="471" y="57"/>
                      </a:lnTo>
                      <a:lnTo>
                        <a:pt x="449" y="16"/>
                      </a:lnTo>
                      <a:lnTo>
                        <a:pt x="431" y="16"/>
                      </a:lnTo>
                      <a:lnTo>
                        <a:pt x="408" y="25"/>
                      </a:lnTo>
                      <a:lnTo>
                        <a:pt x="393" y="23"/>
                      </a:lnTo>
                      <a:lnTo>
                        <a:pt x="391" y="11"/>
                      </a:lnTo>
                      <a:lnTo>
                        <a:pt x="379" y="0"/>
                      </a:lnTo>
                      <a:lnTo>
                        <a:pt x="351" y="5"/>
                      </a:lnTo>
                      <a:lnTo>
                        <a:pt x="330" y="10"/>
                      </a:lnTo>
                      <a:lnTo>
                        <a:pt x="294" y="7"/>
                      </a:lnTo>
                      <a:lnTo>
                        <a:pt x="275" y="2"/>
                      </a:lnTo>
                      <a:lnTo>
                        <a:pt x="265" y="3"/>
                      </a:lnTo>
                      <a:lnTo>
                        <a:pt x="269" y="25"/>
                      </a:lnTo>
                      <a:lnTo>
                        <a:pt x="252" y="32"/>
                      </a:lnTo>
                      <a:lnTo>
                        <a:pt x="251" y="33"/>
                      </a:lnTo>
                      <a:lnTo>
                        <a:pt x="250" y="34"/>
                      </a:lnTo>
                      <a:lnTo>
                        <a:pt x="248" y="35"/>
                      </a:lnTo>
                      <a:lnTo>
                        <a:pt x="247" y="36"/>
                      </a:lnTo>
                      <a:lnTo>
                        <a:pt x="246" y="36"/>
                      </a:lnTo>
                      <a:lnTo>
                        <a:pt x="244" y="37"/>
                      </a:lnTo>
                      <a:lnTo>
                        <a:pt x="243" y="38"/>
                      </a:lnTo>
                      <a:lnTo>
                        <a:pt x="242" y="39"/>
                      </a:lnTo>
                      <a:lnTo>
                        <a:pt x="240" y="40"/>
                      </a:lnTo>
                      <a:lnTo>
                        <a:pt x="239" y="40"/>
                      </a:lnTo>
                      <a:lnTo>
                        <a:pt x="238" y="40"/>
                      </a:lnTo>
                      <a:lnTo>
                        <a:pt x="237" y="40"/>
                      </a:lnTo>
                      <a:lnTo>
                        <a:pt x="237" y="41"/>
                      </a:lnTo>
                      <a:lnTo>
                        <a:pt x="237" y="43"/>
                      </a:lnTo>
                      <a:lnTo>
                        <a:pt x="237" y="45"/>
                      </a:lnTo>
                      <a:lnTo>
                        <a:pt x="238" y="47"/>
                      </a:lnTo>
                      <a:lnTo>
                        <a:pt x="239" y="50"/>
                      </a:lnTo>
                      <a:lnTo>
                        <a:pt x="240" y="52"/>
                      </a:lnTo>
                      <a:lnTo>
                        <a:pt x="241" y="54"/>
                      </a:lnTo>
                      <a:lnTo>
                        <a:pt x="242" y="56"/>
                      </a:lnTo>
                      <a:lnTo>
                        <a:pt x="243" y="58"/>
                      </a:lnTo>
                      <a:lnTo>
                        <a:pt x="236" y="67"/>
                      </a:lnTo>
                      <a:lnTo>
                        <a:pt x="222" y="62"/>
                      </a:lnTo>
                      <a:lnTo>
                        <a:pt x="196" y="47"/>
                      </a:lnTo>
                      <a:lnTo>
                        <a:pt x="177" y="49"/>
                      </a:lnTo>
                      <a:lnTo>
                        <a:pt x="164" y="44"/>
                      </a:lnTo>
                      <a:lnTo>
                        <a:pt x="165" y="35"/>
                      </a:lnTo>
                      <a:lnTo>
                        <a:pt x="130" y="12"/>
                      </a:lnTo>
                      <a:lnTo>
                        <a:pt x="107" y="11"/>
                      </a:lnTo>
                      <a:lnTo>
                        <a:pt x="85" y="7"/>
                      </a:lnTo>
                      <a:lnTo>
                        <a:pt x="66" y="12"/>
                      </a:lnTo>
                      <a:lnTo>
                        <a:pt x="59" y="25"/>
                      </a:lnTo>
                      <a:lnTo>
                        <a:pt x="44" y="7"/>
                      </a:lnTo>
                      <a:lnTo>
                        <a:pt x="20" y="34"/>
                      </a:lnTo>
                      <a:lnTo>
                        <a:pt x="0" y="58"/>
                      </a:lnTo>
                      <a:lnTo>
                        <a:pt x="7" y="74"/>
                      </a:lnTo>
                      <a:lnTo>
                        <a:pt x="24" y="85"/>
                      </a:lnTo>
                      <a:lnTo>
                        <a:pt x="25" y="104"/>
                      </a:lnTo>
                      <a:lnTo>
                        <a:pt x="12" y="118"/>
                      </a:lnTo>
                      <a:lnTo>
                        <a:pt x="6" y="145"/>
                      </a:lnTo>
                      <a:lnTo>
                        <a:pt x="25" y="140"/>
                      </a:lnTo>
                      <a:lnTo>
                        <a:pt x="43" y="145"/>
                      </a:lnTo>
                      <a:lnTo>
                        <a:pt x="48" y="138"/>
                      </a:lnTo>
                      <a:lnTo>
                        <a:pt x="59" y="144"/>
                      </a:lnTo>
                      <a:lnTo>
                        <a:pt x="54" y="162"/>
                      </a:lnTo>
                      <a:lnTo>
                        <a:pt x="59" y="171"/>
                      </a:lnTo>
                      <a:lnTo>
                        <a:pt x="38" y="171"/>
                      </a:lnTo>
                      <a:lnTo>
                        <a:pt x="31" y="178"/>
                      </a:lnTo>
                      <a:lnTo>
                        <a:pt x="30" y="189"/>
                      </a:lnTo>
                      <a:lnTo>
                        <a:pt x="19" y="190"/>
                      </a:lnTo>
                      <a:lnTo>
                        <a:pt x="20" y="200"/>
                      </a:lnTo>
                      <a:lnTo>
                        <a:pt x="26" y="215"/>
                      </a:lnTo>
                      <a:lnTo>
                        <a:pt x="48" y="215"/>
                      </a:lnTo>
                      <a:lnTo>
                        <a:pt x="54" y="240"/>
                      </a:lnTo>
                      <a:lnTo>
                        <a:pt x="59" y="226"/>
                      </a:lnTo>
                      <a:lnTo>
                        <a:pt x="75" y="228"/>
                      </a:lnTo>
                      <a:lnTo>
                        <a:pt x="80" y="248"/>
                      </a:lnTo>
                      <a:lnTo>
                        <a:pt x="93" y="242"/>
                      </a:lnTo>
                      <a:lnTo>
                        <a:pt x="105" y="247"/>
                      </a:lnTo>
                      <a:lnTo>
                        <a:pt x="105" y="256"/>
                      </a:lnTo>
                      <a:lnTo>
                        <a:pt x="119" y="261"/>
                      </a:lnTo>
                      <a:lnTo>
                        <a:pt x="130" y="189"/>
                      </a:lnTo>
                      <a:lnTo>
                        <a:pt x="160" y="164"/>
                      </a:lnTo>
                      <a:lnTo>
                        <a:pt x="174" y="161"/>
                      </a:lnTo>
                      <a:lnTo>
                        <a:pt x="174" y="145"/>
                      </a:lnTo>
                      <a:lnTo>
                        <a:pt x="202" y="145"/>
                      </a:lnTo>
                      <a:lnTo>
                        <a:pt x="202" y="167"/>
                      </a:lnTo>
                      <a:lnTo>
                        <a:pt x="210" y="178"/>
                      </a:lnTo>
                      <a:lnTo>
                        <a:pt x="204" y="184"/>
                      </a:lnTo>
                      <a:lnTo>
                        <a:pt x="214" y="201"/>
                      </a:lnTo>
                      <a:lnTo>
                        <a:pt x="219" y="214"/>
                      </a:lnTo>
                      <a:lnTo>
                        <a:pt x="237" y="209"/>
                      </a:lnTo>
                      <a:lnTo>
                        <a:pt x="254" y="211"/>
                      </a:lnTo>
                      <a:lnTo>
                        <a:pt x="269" y="218"/>
                      </a:lnTo>
                      <a:lnTo>
                        <a:pt x="270" y="240"/>
                      </a:lnTo>
                      <a:lnTo>
                        <a:pt x="275" y="253"/>
                      </a:lnTo>
                      <a:lnTo>
                        <a:pt x="295" y="263"/>
                      </a:lnTo>
                      <a:lnTo>
                        <a:pt x="302" y="269"/>
                      </a:lnTo>
                      <a:lnTo>
                        <a:pt x="320" y="256"/>
                      </a:lnTo>
                      <a:lnTo>
                        <a:pt x="354" y="244"/>
                      </a:lnTo>
                      <a:lnTo>
                        <a:pt x="359" y="237"/>
                      </a:lnTo>
                      <a:lnTo>
                        <a:pt x="347" y="226"/>
                      </a:lnTo>
                      <a:lnTo>
                        <a:pt x="335" y="228"/>
                      </a:lnTo>
                      <a:lnTo>
                        <a:pt x="323" y="217"/>
                      </a:lnTo>
                      <a:lnTo>
                        <a:pt x="330" y="207"/>
                      </a:lnTo>
                      <a:lnTo>
                        <a:pt x="328" y="199"/>
                      </a:lnTo>
                      <a:lnTo>
                        <a:pt x="328" y="195"/>
                      </a:lnTo>
                      <a:lnTo>
                        <a:pt x="338" y="186"/>
                      </a:lnTo>
                      <a:lnTo>
                        <a:pt x="351" y="200"/>
                      </a:lnTo>
                      <a:lnTo>
                        <a:pt x="357" y="189"/>
                      </a:lnTo>
                      <a:lnTo>
                        <a:pt x="376" y="184"/>
                      </a:lnTo>
                      <a:lnTo>
                        <a:pt x="387" y="193"/>
                      </a:lnTo>
                      <a:lnTo>
                        <a:pt x="417" y="189"/>
                      </a:lnTo>
                      <a:lnTo>
                        <a:pt x="437" y="189"/>
                      </a:lnTo>
                      <a:lnTo>
                        <a:pt x="453" y="203"/>
                      </a:lnTo>
                      <a:lnTo>
                        <a:pt x="459" y="195"/>
                      </a:lnTo>
                      <a:lnTo>
                        <a:pt x="460" y="175"/>
                      </a:lnTo>
                      <a:lnTo>
                        <a:pt x="475" y="167"/>
                      </a:lnTo>
                      <a:lnTo>
                        <a:pt x="493" y="173"/>
                      </a:lnTo>
                      <a:lnTo>
                        <a:pt x="499" y="140"/>
                      </a:lnTo>
                      <a:lnTo>
                        <a:pt x="505" y="133"/>
                      </a:lnTo>
                      <a:lnTo>
                        <a:pt x="517" y="130"/>
                      </a:lnTo>
                      <a:lnTo>
                        <a:pt x="521" y="119"/>
                      </a:lnTo>
                      <a:lnTo>
                        <a:pt x="530" y="1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7" id="167"/>
                <p:cNvSpPr/>
                <p:nvPr/>
              </p:nvSpPr>
              <p:spPr>
                <a:xfrm>
                  <a:off x="3777" y="2157"/>
                  <a:ext cx="169" cy="1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9" h="126" stroke="true" fill="norm" extrusionOk="true">
                      <a:moveTo>
                        <a:pt x="144" y="21"/>
                      </a:moveTo>
                      <a:lnTo>
                        <a:pt x="134" y="33"/>
                      </a:lnTo>
                      <a:lnTo>
                        <a:pt x="144" y="42"/>
                      </a:lnTo>
                      <a:lnTo>
                        <a:pt x="143" y="87"/>
                      </a:lnTo>
                      <a:lnTo>
                        <a:pt x="130" y="91"/>
                      </a:lnTo>
                      <a:lnTo>
                        <a:pt x="124" y="102"/>
                      </a:lnTo>
                      <a:lnTo>
                        <a:pt x="97" y="108"/>
                      </a:lnTo>
                      <a:lnTo>
                        <a:pt x="98" y="117"/>
                      </a:lnTo>
                      <a:lnTo>
                        <a:pt x="91" y="126"/>
                      </a:lnTo>
                      <a:lnTo>
                        <a:pt x="76" y="85"/>
                      </a:lnTo>
                      <a:lnTo>
                        <a:pt x="57" y="99"/>
                      </a:lnTo>
                      <a:lnTo>
                        <a:pt x="40" y="101"/>
                      </a:lnTo>
                      <a:lnTo>
                        <a:pt x="0" y="96"/>
                      </a:lnTo>
                      <a:lnTo>
                        <a:pt x="20" y="81"/>
                      </a:lnTo>
                      <a:lnTo>
                        <a:pt x="58" y="68"/>
                      </a:lnTo>
                      <a:lnTo>
                        <a:pt x="64" y="60"/>
                      </a:lnTo>
                      <a:lnTo>
                        <a:pt x="50" y="47"/>
                      </a:lnTo>
                      <a:lnTo>
                        <a:pt x="37" y="50"/>
                      </a:lnTo>
                      <a:lnTo>
                        <a:pt x="23" y="38"/>
                      </a:lnTo>
                      <a:lnTo>
                        <a:pt x="31" y="27"/>
                      </a:lnTo>
                      <a:lnTo>
                        <a:pt x="29" y="12"/>
                      </a:lnTo>
                      <a:lnTo>
                        <a:pt x="40" y="3"/>
                      </a:lnTo>
                      <a:lnTo>
                        <a:pt x="55" y="18"/>
                      </a:lnTo>
                      <a:lnTo>
                        <a:pt x="62" y="6"/>
                      </a:lnTo>
                      <a:lnTo>
                        <a:pt x="83" y="0"/>
                      </a:lnTo>
                      <a:lnTo>
                        <a:pt x="95" y="10"/>
                      </a:lnTo>
                      <a:lnTo>
                        <a:pt x="129" y="6"/>
                      </a:lnTo>
                      <a:lnTo>
                        <a:pt x="151" y="7"/>
                      </a:lnTo>
                      <a:lnTo>
                        <a:pt x="169" y="2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8" id="168"/>
                <p:cNvSpPr/>
                <p:nvPr/>
              </p:nvSpPr>
              <p:spPr>
                <a:xfrm>
                  <a:off x="3279" y="2151"/>
                  <a:ext cx="100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0" h="65" stroke="true" fill="norm" extrusionOk="true">
                      <a:moveTo>
                        <a:pt x="0" y="18"/>
                      </a:moveTo>
                      <a:lnTo>
                        <a:pt x="32" y="0"/>
                      </a:lnTo>
                      <a:lnTo>
                        <a:pt x="50" y="9"/>
                      </a:lnTo>
                      <a:lnTo>
                        <a:pt x="62" y="9"/>
                      </a:lnTo>
                      <a:lnTo>
                        <a:pt x="74" y="21"/>
                      </a:lnTo>
                      <a:lnTo>
                        <a:pt x="89" y="37"/>
                      </a:lnTo>
                      <a:lnTo>
                        <a:pt x="80" y="55"/>
                      </a:lnTo>
                      <a:lnTo>
                        <a:pt x="64" y="62"/>
                      </a:lnTo>
                      <a:lnTo>
                        <a:pt x="45" y="64"/>
                      </a:lnTo>
                      <a:lnTo>
                        <a:pt x="42" y="50"/>
                      </a:lnTo>
                      <a:lnTo>
                        <a:pt x="35" y="37"/>
                      </a:lnTo>
                      <a:lnTo>
                        <a:pt x="15" y="31"/>
                      </a:lnTo>
                      <a:lnTo>
                        <a:pt x="0" y="1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69" id="169"/>
                <p:cNvSpPr/>
                <p:nvPr/>
              </p:nvSpPr>
              <p:spPr>
                <a:xfrm>
                  <a:off x="4293" y="2836"/>
                  <a:ext cx="81" cy="15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3" h="138" stroke="true" fill="norm" extrusionOk="true">
                      <a:moveTo>
                        <a:pt x="46" y="46"/>
                      </a:moveTo>
                      <a:lnTo>
                        <a:pt x="25" y="35"/>
                      </a:lnTo>
                      <a:lnTo>
                        <a:pt x="13" y="0"/>
                      </a:lnTo>
                      <a:lnTo>
                        <a:pt x="0" y="13"/>
                      </a:lnTo>
                      <a:lnTo>
                        <a:pt x="2" y="36"/>
                      </a:lnTo>
                      <a:lnTo>
                        <a:pt x="8" y="91"/>
                      </a:lnTo>
                      <a:lnTo>
                        <a:pt x="26" y="116"/>
                      </a:lnTo>
                      <a:lnTo>
                        <a:pt x="41" y="133"/>
                      </a:lnTo>
                      <a:lnTo>
                        <a:pt x="70" y="137"/>
                      </a:lnTo>
                      <a:lnTo>
                        <a:pt x="72" y="127"/>
                      </a:lnTo>
                      <a:lnTo>
                        <a:pt x="68" y="78"/>
                      </a:lnTo>
                      <a:lnTo>
                        <a:pt x="46" y="4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0" id="170"/>
                <p:cNvSpPr/>
                <p:nvPr/>
              </p:nvSpPr>
              <p:spPr>
                <a:xfrm>
                  <a:off x="4855" y="2118"/>
                  <a:ext cx="79" cy="9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1" h="89" stroke="true" fill="norm" extrusionOk="true">
                      <a:moveTo>
                        <a:pt x="12" y="8"/>
                      </a:moveTo>
                      <a:lnTo>
                        <a:pt x="15" y="26"/>
                      </a:lnTo>
                      <a:lnTo>
                        <a:pt x="17" y="42"/>
                      </a:lnTo>
                      <a:lnTo>
                        <a:pt x="8" y="58"/>
                      </a:lnTo>
                      <a:lnTo>
                        <a:pt x="0" y="73"/>
                      </a:lnTo>
                      <a:lnTo>
                        <a:pt x="9" y="80"/>
                      </a:lnTo>
                      <a:lnTo>
                        <a:pt x="26" y="74"/>
                      </a:lnTo>
                      <a:lnTo>
                        <a:pt x="42" y="77"/>
                      </a:lnTo>
                      <a:lnTo>
                        <a:pt x="42" y="78"/>
                      </a:lnTo>
                      <a:lnTo>
                        <a:pt x="42" y="79"/>
                      </a:lnTo>
                      <a:lnTo>
                        <a:pt x="43" y="80"/>
                      </a:lnTo>
                      <a:lnTo>
                        <a:pt x="44" y="80"/>
                      </a:lnTo>
                      <a:lnTo>
                        <a:pt x="44" y="83"/>
                      </a:lnTo>
                      <a:lnTo>
                        <a:pt x="45" y="85"/>
                      </a:lnTo>
                      <a:lnTo>
                        <a:pt x="46" y="85"/>
                      </a:lnTo>
                      <a:lnTo>
                        <a:pt x="48" y="87"/>
                      </a:lnTo>
                      <a:lnTo>
                        <a:pt x="48" y="88"/>
                      </a:lnTo>
                      <a:lnTo>
                        <a:pt x="49" y="88"/>
                      </a:lnTo>
                      <a:lnTo>
                        <a:pt x="50" y="87"/>
                      </a:lnTo>
                      <a:lnTo>
                        <a:pt x="50" y="86"/>
                      </a:lnTo>
                      <a:lnTo>
                        <a:pt x="50" y="85"/>
                      </a:lnTo>
                      <a:lnTo>
                        <a:pt x="51" y="83"/>
                      </a:lnTo>
                      <a:lnTo>
                        <a:pt x="51" y="80"/>
                      </a:lnTo>
                      <a:lnTo>
                        <a:pt x="53" y="78"/>
                      </a:lnTo>
                      <a:lnTo>
                        <a:pt x="55" y="76"/>
                      </a:lnTo>
                      <a:lnTo>
                        <a:pt x="55" y="74"/>
                      </a:lnTo>
                      <a:lnTo>
                        <a:pt x="57" y="71"/>
                      </a:lnTo>
                      <a:lnTo>
                        <a:pt x="58" y="69"/>
                      </a:lnTo>
                      <a:lnTo>
                        <a:pt x="59" y="68"/>
                      </a:lnTo>
                      <a:lnTo>
                        <a:pt x="59" y="67"/>
                      </a:lnTo>
                      <a:lnTo>
                        <a:pt x="60" y="66"/>
                      </a:lnTo>
                      <a:lnTo>
                        <a:pt x="70" y="61"/>
                      </a:lnTo>
                      <a:lnTo>
                        <a:pt x="67" y="42"/>
                      </a:lnTo>
                      <a:lnTo>
                        <a:pt x="52" y="37"/>
                      </a:lnTo>
                      <a:lnTo>
                        <a:pt x="31" y="30"/>
                      </a:lnTo>
                      <a:lnTo>
                        <a:pt x="25" y="14"/>
                      </a:lnTo>
                      <a:lnTo>
                        <a:pt x="18" y="0"/>
                      </a:lnTo>
                      <a:lnTo>
                        <a:pt x="12" y="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1" id="171"/>
                <p:cNvSpPr/>
                <p:nvPr/>
              </p:nvSpPr>
              <p:spPr>
                <a:xfrm>
                  <a:off x="4764" y="2224"/>
                  <a:ext cx="153" cy="16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6" h="143" stroke="true" fill="norm" extrusionOk="true">
                      <a:moveTo>
                        <a:pt x="99" y="0"/>
                      </a:moveTo>
                      <a:lnTo>
                        <a:pt x="114" y="0"/>
                      </a:lnTo>
                      <a:lnTo>
                        <a:pt x="118" y="25"/>
                      </a:lnTo>
                      <a:lnTo>
                        <a:pt x="123" y="34"/>
                      </a:lnTo>
                      <a:lnTo>
                        <a:pt x="135" y="45"/>
                      </a:lnTo>
                      <a:lnTo>
                        <a:pt x="117" y="60"/>
                      </a:lnTo>
                      <a:lnTo>
                        <a:pt x="125" y="87"/>
                      </a:lnTo>
                      <a:lnTo>
                        <a:pt x="121" y="103"/>
                      </a:lnTo>
                      <a:lnTo>
                        <a:pt x="114" y="112"/>
                      </a:lnTo>
                      <a:lnTo>
                        <a:pt x="106" y="114"/>
                      </a:lnTo>
                      <a:lnTo>
                        <a:pt x="101" y="127"/>
                      </a:lnTo>
                      <a:lnTo>
                        <a:pt x="91" y="116"/>
                      </a:lnTo>
                      <a:lnTo>
                        <a:pt x="86" y="122"/>
                      </a:lnTo>
                      <a:lnTo>
                        <a:pt x="67" y="123"/>
                      </a:lnTo>
                      <a:lnTo>
                        <a:pt x="63" y="114"/>
                      </a:lnTo>
                      <a:lnTo>
                        <a:pt x="55" y="116"/>
                      </a:lnTo>
                      <a:lnTo>
                        <a:pt x="55" y="139"/>
                      </a:lnTo>
                      <a:lnTo>
                        <a:pt x="46" y="133"/>
                      </a:lnTo>
                      <a:lnTo>
                        <a:pt x="40" y="124"/>
                      </a:lnTo>
                      <a:lnTo>
                        <a:pt x="36" y="139"/>
                      </a:lnTo>
                      <a:lnTo>
                        <a:pt x="26" y="142"/>
                      </a:lnTo>
                      <a:lnTo>
                        <a:pt x="19" y="131"/>
                      </a:lnTo>
                      <a:lnTo>
                        <a:pt x="7" y="129"/>
                      </a:lnTo>
                      <a:lnTo>
                        <a:pt x="0" y="123"/>
                      </a:lnTo>
                      <a:lnTo>
                        <a:pt x="11" y="112"/>
                      </a:lnTo>
                      <a:lnTo>
                        <a:pt x="23" y="105"/>
                      </a:lnTo>
                      <a:lnTo>
                        <a:pt x="32" y="97"/>
                      </a:lnTo>
                      <a:lnTo>
                        <a:pt x="54" y="99"/>
                      </a:lnTo>
                      <a:lnTo>
                        <a:pt x="55" y="84"/>
                      </a:lnTo>
                      <a:lnTo>
                        <a:pt x="60" y="72"/>
                      </a:lnTo>
                      <a:lnTo>
                        <a:pt x="68" y="76"/>
                      </a:lnTo>
                      <a:lnTo>
                        <a:pt x="88" y="73"/>
                      </a:lnTo>
                      <a:lnTo>
                        <a:pt x="91" y="62"/>
                      </a:lnTo>
                      <a:lnTo>
                        <a:pt x="91" y="44"/>
                      </a:lnTo>
                      <a:lnTo>
                        <a:pt x="97" y="34"/>
                      </a:lnTo>
                      <a:lnTo>
                        <a:pt x="92" y="10"/>
                      </a:lnTo>
                      <a:lnTo>
                        <a:pt x="99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2" id="172"/>
                <p:cNvSpPr/>
                <p:nvPr/>
              </p:nvSpPr>
              <p:spPr>
                <a:xfrm>
                  <a:off x="4727" y="2375"/>
                  <a:ext cx="37" cy="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4" h="54" stroke="true" fill="norm" extrusionOk="true">
                      <a:moveTo>
                        <a:pt x="14" y="5"/>
                      </a:moveTo>
                      <a:lnTo>
                        <a:pt x="8" y="15"/>
                      </a:lnTo>
                      <a:lnTo>
                        <a:pt x="0" y="21"/>
                      </a:lnTo>
                      <a:lnTo>
                        <a:pt x="7" y="36"/>
                      </a:lnTo>
                      <a:lnTo>
                        <a:pt x="14" y="28"/>
                      </a:lnTo>
                      <a:lnTo>
                        <a:pt x="21" y="31"/>
                      </a:lnTo>
                      <a:lnTo>
                        <a:pt x="19" y="40"/>
                      </a:lnTo>
                      <a:lnTo>
                        <a:pt x="25" y="53"/>
                      </a:lnTo>
                      <a:lnTo>
                        <a:pt x="33" y="47"/>
                      </a:lnTo>
                      <a:lnTo>
                        <a:pt x="33" y="32"/>
                      </a:lnTo>
                      <a:lnTo>
                        <a:pt x="31" y="8"/>
                      </a:lnTo>
                      <a:lnTo>
                        <a:pt x="25" y="0"/>
                      </a:lnTo>
                      <a:lnTo>
                        <a:pt x="14" y="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3" id="173"/>
                <p:cNvSpPr/>
                <p:nvPr/>
              </p:nvSpPr>
              <p:spPr>
                <a:xfrm>
                  <a:off x="3831" y="1966"/>
                  <a:ext cx="915" cy="67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17" h="602" stroke="true" fill="norm" extrusionOk="true">
                      <a:moveTo>
                        <a:pt x="641" y="259"/>
                      </a:moveTo>
                      <a:lnTo>
                        <a:pt x="621" y="274"/>
                      </a:lnTo>
                      <a:lnTo>
                        <a:pt x="622" y="289"/>
                      </a:lnTo>
                      <a:lnTo>
                        <a:pt x="637" y="302"/>
                      </a:lnTo>
                      <a:lnTo>
                        <a:pt x="652" y="303"/>
                      </a:lnTo>
                      <a:lnTo>
                        <a:pt x="663" y="292"/>
                      </a:lnTo>
                      <a:lnTo>
                        <a:pt x="685" y="294"/>
                      </a:lnTo>
                      <a:lnTo>
                        <a:pt x="689" y="314"/>
                      </a:lnTo>
                      <a:lnTo>
                        <a:pt x="670" y="320"/>
                      </a:lnTo>
                      <a:lnTo>
                        <a:pt x="655" y="334"/>
                      </a:lnTo>
                      <a:lnTo>
                        <a:pt x="661" y="353"/>
                      </a:lnTo>
                      <a:lnTo>
                        <a:pt x="674" y="378"/>
                      </a:lnTo>
                      <a:lnTo>
                        <a:pt x="692" y="397"/>
                      </a:lnTo>
                      <a:lnTo>
                        <a:pt x="692" y="413"/>
                      </a:lnTo>
                      <a:lnTo>
                        <a:pt x="696" y="431"/>
                      </a:lnTo>
                      <a:lnTo>
                        <a:pt x="703" y="471"/>
                      </a:lnTo>
                      <a:lnTo>
                        <a:pt x="693" y="474"/>
                      </a:lnTo>
                      <a:lnTo>
                        <a:pt x="691" y="487"/>
                      </a:lnTo>
                      <a:lnTo>
                        <a:pt x="677" y="500"/>
                      </a:lnTo>
                      <a:lnTo>
                        <a:pt x="678" y="519"/>
                      </a:lnTo>
                      <a:lnTo>
                        <a:pt x="664" y="529"/>
                      </a:lnTo>
                      <a:lnTo>
                        <a:pt x="655" y="530"/>
                      </a:lnTo>
                      <a:lnTo>
                        <a:pt x="652" y="545"/>
                      </a:lnTo>
                      <a:lnTo>
                        <a:pt x="641" y="548"/>
                      </a:lnTo>
                      <a:lnTo>
                        <a:pt x="638" y="563"/>
                      </a:lnTo>
                      <a:lnTo>
                        <a:pt x="613" y="570"/>
                      </a:lnTo>
                      <a:lnTo>
                        <a:pt x="595" y="567"/>
                      </a:lnTo>
                      <a:lnTo>
                        <a:pt x="572" y="575"/>
                      </a:lnTo>
                      <a:lnTo>
                        <a:pt x="549" y="593"/>
                      </a:lnTo>
                      <a:lnTo>
                        <a:pt x="540" y="601"/>
                      </a:lnTo>
                      <a:lnTo>
                        <a:pt x="534" y="581"/>
                      </a:lnTo>
                      <a:lnTo>
                        <a:pt x="525" y="576"/>
                      </a:lnTo>
                      <a:lnTo>
                        <a:pt x="519" y="593"/>
                      </a:lnTo>
                      <a:lnTo>
                        <a:pt x="497" y="563"/>
                      </a:lnTo>
                      <a:lnTo>
                        <a:pt x="475" y="555"/>
                      </a:lnTo>
                      <a:lnTo>
                        <a:pt x="460" y="555"/>
                      </a:lnTo>
                      <a:lnTo>
                        <a:pt x="437" y="567"/>
                      </a:lnTo>
                      <a:lnTo>
                        <a:pt x="426" y="573"/>
                      </a:lnTo>
                      <a:lnTo>
                        <a:pt x="428" y="587"/>
                      </a:lnTo>
                      <a:lnTo>
                        <a:pt x="408" y="590"/>
                      </a:lnTo>
                      <a:lnTo>
                        <a:pt x="405" y="581"/>
                      </a:lnTo>
                      <a:lnTo>
                        <a:pt x="391" y="577"/>
                      </a:lnTo>
                      <a:lnTo>
                        <a:pt x="387" y="554"/>
                      </a:lnTo>
                      <a:lnTo>
                        <a:pt x="380" y="539"/>
                      </a:lnTo>
                      <a:lnTo>
                        <a:pt x="364" y="537"/>
                      </a:lnTo>
                      <a:lnTo>
                        <a:pt x="365" y="524"/>
                      </a:lnTo>
                      <a:lnTo>
                        <a:pt x="375" y="516"/>
                      </a:lnTo>
                      <a:lnTo>
                        <a:pt x="380" y="504"/>
                      </a:lnTo>
                      <a:lnTo>
                        <a:pt x="375" y="487"/>
                      </a:lnTo>
                      <a:lnTo>
                        <a:pt x="371" y="479"/>
                      </a:lnTo>
                      <a:lnTo>
                        <a:pt x="354" y="481"/>
                      </a:lnTo>
                      <a:lnTo>
                        <a:pt x="345" y="467"/>
                      </a:lnTo>
                      <a:lnTo>
                        <a:pt x="329" y="458"/>
                      </a:lnTo>
                      <a:lnTo>
                        <a:pt x="306" y="458"/>
                      </a:lnTo>
                      <a:lnTo>
                        <a:pt x="288" y="468"/>
                      </a:lnTo>
                      <a:lnTo>
                        <a:pt x="280" y="479"/>
                      </a:lnTo>
                      <a:lnTo>
                        <a:pt x="257" y="479"/>
                      </a:lnTo>
                      <a:lnTo>
                        <a:pt x="241" y="471"/>
                      </a:lnTo>
                      <a:lnTo>
                        <a:pt x="233" y="486"/>
                      </a:lnTo>
                      <a:lnTo>
                        <a:pt x="219" y="480"/>
                      </a:lnTo>
                      <a:lnTo>
                        <a:pt x="188" y="478"/>
                      </a:lnTo>
                      <a:lnTo>
                        <a:pt x="174" y="470"/>
                      </a:lnTo>
                      <a:lnTo>
                        <a:pt x="163" y="464"/>
                      </a:lnTo>
                      <a:lnTo>
                        <a:pt x="161" y="448"/>
                      </a:lnTo>
                      <a:lnTo>
                        <a:pt x="156" y="458"/>
                      </a:lnTo>
                      <a:lnTo>
                        <a:pt x="142" y="450"/>
                      </a:lnTo>
                      <a:lnTo>
                        <a:pt x="129" y="438"/>
                      </a:lnTo>
                      <a:lnTo>
                        <a:pt x="113" y="438"/>
                      </a:lnTo>
                      <a:lnTo>
                        <a:pt x="100" y="426"/>
                      </a:lnTo>
                      <a:lnTo>
                        <a:pt x="79" y="421"/>
                      </a:lnTo>
                      <a:lnTo>
                        <a:pt x="79" y="395"/>
                      </a:lnTo>
                      <a:lnTo>
                        <a:pt x="68" y="387"/>
                      </a:lnTo>
                      <a:lnTo>
                        <a:pt x="51" y="385"/>
                      </a:lnTo>
                      <a:lnTo>
                        <a:pt x="31" y="398"/>
                      </a:lnTo>
                      <a:lnTo>
                        <a:pt x="17" y="387"/>
                      </a:lnTo>
                      <a:lnTo>
                        <a:pt x="19" y="368"/>
                      </a:lnTo>
                      <a:lnTo>
                        <a:pt x="11" y="358"/>
                      </a:lnTo>
                      <a:lnTo>
                        <a:pt x="14" y="344"/>
                      </a:lnTo>
                      <a:lnTo>
                        <a:pt x="17" y="321"/>
                      </a:lnTo>
                      <a:lnTo>
                        <a:pt x="17" y="308"/>
                      </a:lnTo>
                      <a:lnTo>
                        <a:pt x="15" y="310"/>
                      </a:lnTo>
                      <a:lnTo>
                        <a:pt x="0" y="299"/>
                      </a:lnTo>
                      <a:lnTo>
                        <a:pt x="2" y="277"/>
                      </a:lnTo>
                      <a:lnTo>
                        <a:pt x="14" y="269"/>
                      </a:lnTo>
                      <a:lnTo>
                        <a:pt x="35" y="282"/>
                      </a:lnTo>
                      <a:lnTo>
                        <a:pt x="42" y="275"/>
                      </a:lnTo>
                      <a:lnTo>
                        <a:pt x="40" y="266"/>
                      </a:lnTo>
                      <a:lnTo>
                        <a:pt x="64" y="261"/>
                      </a:lnTo>
                      <a:lnTo>
                        <a:pt x="69" y="252"/>
                      </a:lnTo>
                      <a:lnTo>
                        <a:pt x="81" y="248"/>
                      </a:lnTo>
                      <a:lnTo>
                        <a:pt x="82" y="208"/>
                      </a:lnTo>
                      <a:lnTo>
                        <a:pt x="71" y="203"/>
                      </a:lnTo>
                      <a:lnTo>
                        <a:pt x="76" y="192"/>
                      </a:lnTo>
                      <a:lnTo>
                        <a:pt x="104" y="189"/>
                      </a:lnTo>
                      <a:lnTo>
                        <a:pt x="110" y="181"/>
                      </a:lnTo>
                      <a:lnTo>
                        <a:pt x="111" y="161"/>
                      </a:lnTo>
                      <a:lnTo>
                        <a:pt x="126" y="153"/>
                      </a:lnTo>
                      <a:lnTo>
                        <a:pt x="144" y="159"/>
                      </a:lnTo>
                      <a:lnTo>
                        <a:pt x="150" y="126"/>
                      </a:lnTo>
                      <a:lnTo>
                        <a:pt x="157" y="119"/>
                      </a:lnTo>
                      <a:lnTo>
                        <a:pt x="169" y="116"/>
                      </a:lnTo>
                      <a:lnTo>
                        <a:pt x="172" y="105"/>
                      </a:lnTo>
                      <a:lnTo>
                        <a:pt x="181" y="98"/>
                      </a:lnTo>
                      <a:lnTo>
                        <a:pt x="189" y="109"/>
                      </a:lnTo>
                      <a:lnTo>
                        <a:pt x="210" y="120"/>
                      </a:lnTo>
                      <a:lnTo>
                        <a:pt x="214" y="136"/>
                      </a:lnTo>
                      <a:lnTo>
                        <a:pt x="225" y="161"/>
                      </a:lnTo>
                      <a:lnTo>
                        <a:pt x="258" y="167"/>
                      </a:lnTo>
                      <a:lnTo>
                        <a:pt x="272" y="170"/>
                      </a:lnTo>
                      <a:lnTo>
                        <a:pt x="288" y="179"/>
                      </a:lnTo>
                      <a:lnTo>
                        <a:pt x="298" y="198"/>
                      </a:lnTo>
                      <a:lnTo>
                        <a:pt x="308" y="207"/>
                      </a:lnTo>
                      <a:lnTo>
                        <a:pt x="388" y="213"/>
                      </a:lnTo>
                      <a:lnTo>
                        <a:pt x="406" y="218"/>
                      </a:lnTo>
                      <a:lnTo>
                        <a:pt x="427" y="230"/>
                      </a:lnTo>
                      <a:lnTo>
                        <a:pt x="448" y="223"/>
                      </a:lnTo>
                      <a:lnTo>
                        <a:pt x="460" y="214"/>
                      </a:lnTo>
                      <a:lnTo>
                        <a:pt x="488" y="218"/>
                      </a:lnTo>
                      <a:lnTo>
                        <a:pt x="511" y="199"/>
                      </a:lnTo>
                      <a:lnTo>
                        <a:pt x="513" y="182"/>
                      </a:lnTo>
                      <a:lnTo>
                        <a:pt x="513" y="165"/>
                      </a:lnTo>
                      <a:lnTo>
                        <a:pt x="532" y="172"/>
                      </a:lnTo>
                      <a:lnTo>
                        <a:pt x="546" y="158"/>
                      </a:lnTo>
                      <a:lnTo>
                        <a:pt x="558" y="148"/>
                      </a:lnTo>
                      <a:lnTo>
                        <a:pt x="580" y="136"/>
                      </a:lnTo>
                      <a:lnTo>
                        <a:pt x="604" y="124"/>
                      </a:lnTo>
                      <a:lnTo>
                        <a:pt x="593" y="109"/>
                      </a:lnTo>
                      <a:lnTo>
                        <a:pt x="570" y="112"/>
                      </a:lnTo>
                      <a:lnTo>
                        <a:pt x="558" y="115"/>
                      </a:lnTo>
                      <a:lnTo>
                        <a:pt x="555" y="109"/>
                      </a:lnTo>
                      <a:lnTo>
                        <a:pt x="553" y="77"/>
                      </a:lnTo>
                      <a:lnTo>
                        <a:pt x="557" y="65"/>
                      </a:lnTo>
                      <a:lnTo>
                        <a:pt x="568" y="76"/>
                      </a:lnTo>
                      <a:lnTo>
                        <a:pt x="587" y="76"/>
                      </a:lnTo>
                      <a:lnTo>
                        <a:pt x="591" y="49"/>
                      </a:lnTo>
                      <a:lnTo>
                        <a:pt x="602" y="40"/>
                      </a:lnTo>
                      <a:lnTo>
                        <a:pt x="592" y="14"/>
                      </a:lnTo>
                      <a:lnTo>
                        <a:pt x="600" y="0"/>
                      </a:lnTo>
                      <a:lnTo>
                        <a:pt x="661" y="1"/>
                      </a:lnTo>
                      <a:lnTo>
                        <a:pt x="675" y="17"/>
                      </a:lnTo>
                      <a:lnTo>
                        <a:pt x="689" y="29"/>
                      </a:lnTo>
                      <a:lnTo>
                        <a:pt x="700" y="42"/>
                      </a:lnTo>
                      <a:lnTo>
                        <a:pt x="703" y="59"/>
                      </a:lnTo>
                      <a:lnTo>
                        <a:pt x="714" y="73"/>
                      </a:lnTo>
                      <a:lnTo>
                        <a:pt x="740" y="78"/>
                      </a:lnTo>
                      <a:lnTo>
                        <a:pt x="751" y="88"/>
                      </a:lnTo>
                      <a:lnTo>
                        <a:pt x="763" y="97"/>
                      </a:lnTo>
                      <a:lnTo>
                        <a:pt x="769" y="106"/>
                      </a:lnTo>
                      <a:lnTo>
                        <a:pt x="783" y="107"/>
                      </a:lnTo>
                      <a:lnTo>
                        <a:pt x="808" y="103"/>
                      </a:lnTo>
                      <a:lnTo>
                        <a:pt x="813" y="109"/>
                      </a:lnTo>
                      <a:lnTo>
                        <a:pt x="816" y="122"/>
                      </a:lnTo>
                      <a:lnTo>
                        <a:pt x="806" y="130"/>
                      </a:lnTo>
                      <a:lnTo>
                        <a:pt x="804" y="165"/>
                      </a:lnTo>
                      <a:lnTo>
                        <a:pt x="791" y="164"/>
                      </a:lnTo>
                      <a:lnTo>
                        <a:pt x="783" y="178"/>
                      </a:lnTo>
                      <a:lnTo>
                        <a:pt x="784" y="194"/>
                      </a:lnTo>
                      <a:lnTo>
                        <a:pt x="798" y="198"/>
                      </a:lnTo>
                      <a:lnTo>
                        <a:pt x="797" y="198"/>
                      </a:lnTo>
                      <a:lnTo>
                        <a:pt x="783" y="209"/>
                      </a:lnTo>
                      <a:lnTo>
                        <a:pt x="769" y="213"/>
                      </a:lnTo>
                      <a:lnTo>
                        <a:pt x="755" y="230"/>
                      </a:lnTo>
                      <a:lnTo>
                        <a:pt x="741" y="230"/>
                      </a:lnTo>
                      <a:lnTo>
                        <a:pt x="729" y="224"/>
                      </a:lnTo>
                      <a:lnTo>
                        <a:pt x="721" y="248"/>
                      </a:lnTo>
                      <a:lnTo>
                        <a:pt x="707" y="257"/>
                      </a:lnTo>
                      <a:lnTo>
                        <a:pt x="689" y="268"/>
                      </a:lnTo>
                      <a:lnTo>
                        <a:pt x="669" y="275"/>
                      </a:lnTo>
                      <a:lnTo>
                        <a:pt x="667" y="258"/>
                      </a:lnTo>
                      <a:lnTo>
                        <a:pt x="663" y="242"/>
                      </a:lnTo>
                      <a:lnTo>
                        <a:pt x="657" y="241"/>
                      </a:lnTo>
                      <a:lnTo>
                        <a:pt x="648" y="248"/>
                      </a:lnTo>
                      <a:lnTo>
                        <a:pt x="641" y="25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4" id="174"/>
                <p:cNvSpPr/>
                <p:nvPr/>
              </p:nvSpPr>
              <p:spPr>
                <a:xfrm>
                  <a:off x="4624" y="2205"/>
                  <a:ext cx="78" cy="10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0" h="91" stroke="true" fill="norm" extrusionOk="true">
                      <a:moveTo>
                        <a:pt x="67" y="0"/>
                      </a:moveTo>
                      <a:lnTo>
                        <a:pt x="69" y="25"/>
                      </a:lnTo>
                      <a:lnTo>
                        <a:pt x="60" y="31"/>
                      </a:lnTo>
                      <a:lnTo>
                        <a:pt x="52" y="45"/>
                      </a:lnTo>
                      <a:lnTo>
                        <a:pt x="39" y="51"/>
                      </a:lnTo>
                      <a:lnTo>
                        <a:pt x="55" y="67"/>
                      </a:lnTo>
                      <a:lnTo>
                        <a:pt x="50" y="82"/>
                      </a:lnTo>
                      <a:lnTo>
                        <a:pt x="29" y="90"/>
                      </a:lnTo>
                      <a:lnTo>
                        <a:pt x="22" y="81"/>
                      </a:lnTo>
                      <a:lnTo>
                        <a:pt x="4" y="73"/>
                      </a:lnTo>
                      <a:lnTo>
                        <a:pt x="15" y="65"/>
                      </a:lnTo>
                      <a:lnTo>
                        <a:pt x="16" y="48"/>
                      </a:lnTo>
                      <a:lnTo>
                        <a:pt x="4" y="45"/>
                      </a:lnTo>
                      <a:lnTo>
                        <a:pt x="0" y="45"/>
                      </a:lnTo>
                      <a:lnTo>
                        <a:pt x="14" y="37"/>
                      </a:lnTo>
                      <a:lnTo>
                        <a:pt x="22" y="12"/>
                      </a:lnTo>
                      <a:lnTo>
                        <a:pt x="34" y="18"/>
                      </a:lnTo>
                      <a:lnTo>
                        <a:pt x="48" y="18"/>
                      </a:lnTo>
                      <a:lnTo>
                        <a:pt x="62" y="1"/>
                      </a:lnTo>
                      <a:lnTo>
                        <a:pt x="67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5" id="175"/>
                <p:cNvSpPr/>
                <p:nvPr/>
              </p:nvSpPr>
              <p:spPr>
                <a:xfrm>
                  <a:off x="4163" y="2504"/>
                  <a:ext cx="126" cy="3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3" h="289" stroke="true" fill="norm" extrusionOk="true">
                      <a:moveTo>
                        <a:pt x="1" y="109"/>
                      </a:moveTo>
                      <a:lnTo>
                        <a:pt x="8" y="97"/>
                      </a:lnTo>
                      <a:lnTo>
                        <a:pt x="8" y="69"/>
                      </a:lnTo>
                      <a:lnTo>
                        <a:pt x="21" y="54"/>
                      </a:lnTo>
                      <a:lnTo>
                        <a:pt x="27" y="35"/>
                      </a:lnTo>
                      <a:lnTo>
                        <a:pt x="38" y="20"/>
                      </a:lnTo>
                      <a:lnTo>
                        <a:pt x="56" y="11"/>
                      </a:lnTo>
                      <a:lnTo>
                        <a:pt x="57" y="3"/>
                      </a:lnTo>
                      <a:lnTo>
                        <a:pt x="74" y="0"/>
                      </a:lnTo>
                      <a:lnTo>
                        <a:pt x="78" y="8"/>
                      </a:lnTo>
                      <a:lnTo>
                        <a:pt x="84" y="25"/>
                      </a:lnTo>
                      <a:lnTo>
                        <a:pt x="78" y="37"/>
                      </a:lnTo>
                      <a:lnTo>
                        <a:pt x="68" y="45"/>
                      </a:lnTo>
                      <a:lnTo>
                        <a:pt x="67" y="58"/>
                      </a:lnTo>
                      <a:lnTo>
                        <a:pt x="83" y="60"/>
                      </a:lnTo>
                      <a:lnTo>
                        <a:pt x="91" y="75"/>
                      </a:lnTo>
                      <a:lnTo>
                        <a:pt x="94" y="98"/>
                      </a:lnTo>
                      <a:lnTo>
                        <a:pt x="109" y="102"/>
                      </a:lnTo>
                      <a:lnTo>
                        <a:pt x="112" y="111"/>
                      </a:lnTo>
                      <a:lnTo>
                        <a:pt x="105" y="125"/>
                      </a:lnTo>
                      <a:lnTo>
                        <a:pt x="97" y="132"/>
                      </a:lnTo>
                      <a:lnTo>
                        <a:pt x="82" y="138"/>
                      </a:lnTo>
                      <a:lnTo>
                        <a:pt x="80" y="164"/>
                      </a:lnTo>
                      <a:lnTo>
                        <a:pt x="84" y="175"/>
                      </a:lnTo>
                      <a:lnTo>
                        <a:pt x="96" y="190"/>
                      </a:lnTo>
                      <a:lnTo>
                        <a:pt x="91" y="215"/>
                      </a:lnTo>
                      <a:lnTo>
                        <a:pt x="93" y="227"/>
                      </a:lnTo>
                      <a:lnTo>
                        <a:pt x="98" y="246"/>
                      </a:lnTo>
                      <a:lnTo>
                        <a:pt x="110" y="257"/>
                      </a:lnTo>
                      <a:lnTo>
                        <a:pt x="101" y="278"/>
                      </a:lnTo>
                      <a:lnTo>
                        <a:pt x="94" y="288"/>
                      </a:lnTo>
                      <a:lnTo>
                        <a:pt x="88" y="261"/>
                      </a:lnTo>
                      <a:lnTo>
                        <a:pt x="84" y="242"/>
                      </a:lnTo>
                      <a:lnTo>
                        <a:pt x="73" y="234"/>
                      </a:lnTo>
                      <a:lnTo>
                        <a:pt x="78" y="197"/>
                      </a:lnTo>
                      <a:lnTo>
                        <a:pt x="64" y="175"/>
                      </a:lnTo>
                      <a:lnTo>
                        <a:pt x="56" y="187"/>
                      </a:lnTo>
                      <a:lnTo>
                        <a:pt x="46" y="197"/>
                      </a:lnTo>
                      <a:lnTo>
                        <a:pt x="32" y="192"/>
                      </a:lnTo>
                      <a:lnTo>
                        <a:pt x="28" y="160"/>
                      </a:lnTo>
                      <a:lnTo>
                        <a:pt x="25" y="145"/>
                      </a:lnTo>
                      <a:lnTo>
                        <a:pt x="13" y="128"/>
                      </a:lnTo>
                      <a:lnTo>
                        <a:pt x="0" y="117"/>
                      </a:lnTo>
                      <a:lnTo>
                        <a:pt x="1" y="10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6" id="176"/>
                <p:cNvSpPr/>
                <p:nvPr/>
              </p:nvSpPr>
              <p:spPr>
                <a:xfrm>
                  <a:off x="4212" y="2922"/>
                  <a:ext cx="190" cy="21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0" h="187" stroke="true" fill="norm" extrusionOk="true">
                      <a:moveTo>
                        <a:pt x="65" y="29"/>
                      </a:moveTo>
                      <a:lnTo>
                        <a:pt x="43" y="20"/>
                      </a:lnTo>
                      <a:lnTo>
                        <a:pt x="25" y="0"/>
                      </a:lnTo>
                      <a:lnTo>
                        <a:pt x="3" y="3"/>
                      </a:lnTo>
                      <a:lnTo>
                        <a:pt x="0" y="11"/>
                      </a:lnTo>
                      <a:lnTo>
                        <a:pt x="26" y="29"/>
                      </a:lnTo>
                      <a:lnTo>
                        <a:pt x="49" y="49"/>
                      </a:lnTo>
                      <a:lnTo>
                        <a:pt x="65" y="63"/>
                      </a:lnTo>
                      <a:lnTo>
                        <a:pt x="69" y="84"/>
                      </a:lnTo>
                      <a:lnTo>
                        <a:pt x="78" y="103"/>
                      </a:lnTo>
                      <a:lnTo>
                        <a:pt x="108" y="143"/>
                      </a:lnTo>
                      <a:lnTo>
                        <a:pt x="134" y="174"/>
                      </a:lnTo>
                      <a:lnTo>
                        <a:pt x="143" y="186"/>
                      </a:lnTo>
                      <a:lnTo>
                        <a:pt x="169" y="174"/>
                      </a:lnTo>
                      <a:lnTo>
                        <a:pt x="166" y="158"/>
                      </a:lnTo>
                      <a:lnTo>
                        <a:pt x="166" y="138"/>
                      </a:lnTo>
                      <a:lnTo>
                        <a:pt x="158" y="127"/>
                      </a:lnTo>
                      <a:lnTo>
                        <a:pt x="135" y="119"/>
                      </a:lnTo>
                      <a:lnTo>
                        <a:pt x="135" y="110"/>
                      </a:lnTo>
                      <a:lnTo>
                        <a:pt x="127" y="97"/>
                      </a:lnTo>
                      <a:lnTo>
                        <a:pt x="127" y="79"/>
                      </a:lnTo>
                      <a:lnTo>
                        <a:pt x="112" y="65"/>
                      </a:lnTo>
                      <a:lnTo>
                        <a:pt x="92" y="53"/>
                      </a:lnTo>
                      <a:lnTo>
                        <a:pt x="65" y="2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7" id="177"/>
                <p:cNvSpPr/>
                <p:nvPr/>
              </p:nvSpPr>
              <p:spPr>
                <a:xfrm>
                  <a:off x="4437" y="2893"/>
                  <a:ext cx="183" cy="20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63" h="184" stroke="true" fill="norm" extrusionOk="true">
                      <a:moveTo>
                        <a:pt x="35" y="89"/>
                      </a:moveTo>
                      <a:lnTo>
                        <a:pt x="4" y="89"/>
                      </a:lnTo>
                      <a:lnTo>
                        <a:pt x="0" y="112"/>
                      </a:lnTo>
                      <a:lnTo>
                        <a:pt x="11" y="118"/>
                      </a:lnTo>
                      <a:lnTo>
                        <a:pt x="12" y="136"/>
                      </a:lnTo>
                      <a:lnTo>
                        <a:pt x="25" y="139"/>
                      </a:lnTo>
                      <a:lnTo>
                        <a:pt x="26" y="160"/>
                      </a:lnTo>
                      <a:lnTo>
                        <a:pt x="34" y="161"/>
                      </a:lnTo>
                      <a:lnTo>
                        <a:pt x="41" y="170"/>
                      </a:lnTo>
                      <a:lnTo>
                        <a:pt x="62" y="175"/>
                      </a:lnTo>
                      <a:lnTo>
                        <a:pt x="70" y="164"/>
                      </a:lnTo>
                      <a:lnTo>
                        <a:pt x="81" y="168"/>
                      </a:lnTo>
                      <a:lnTo>
                        <a:pt x="89" y="183"/>
                      </a:lnTo>
                      <a:lnTo>
                        <a:pt x="108" y="181"/>
                      </a:lnTo>
                      <a:lnTo>
                        <a:pt x="112" y="169"/>
                      </a:lnTo>
                      <a:lnTo>
                        <a:pt x="120" y="157"/>
                      </a:lnTo>
                      <a:lnTo>
                        <a:pt x="120" y="142"/>
                      </a:lnTo>
                      <a:lnTo>
                        <a:pt x="132" y="131"/>
                      </a:lnTo>
                      <a:lnTo>
                        <a:pt x="138" y="107"/>
                      </a:lnTo>
                      <a:lnTo>
                        <a:pt x="151" y="102"/>
                      </a:lnTo>
                      <a:lnTo>
                        <a:pt x="151" y="88"/>
                      </a:lnTo>
                      <a:lnTo>
                        <a:pt x="137" y="77"/>
                      </a:lnTo>
                      <a:lnTo>
                        <a:pt x="137" y="52"/>
                      </a:lnTo>
                      <a:lnTo>
                        <a:pt x="148" y="43"/>
                      </a:lnTo>
                      <a:lnTo>
                        <a:pt x="162" y="32"/>
                      </a:lnTo>
                      <a:lnTo>
                        <a:pt x="159" y="17"/>
                      </a:lnTo>
                      <a:lnTo>
                        <a:pt x="141" y="13"/>
                      </a:lnTo>
                      <a:lnTo>
                        <a:pt x="131" y="9"/>
                      </a:lnTo>
                      <a:lnTo>
                        <a:pt x="114" y="0"/>
                      </a:lnTo>
                      <a:lnTo>
                        <a:pt x="110" y="14"/>
                      </a:lnTo>
                      <a:lnTo>
                        <a:pt x="99" y="20"/>
                      </a:lnTo>
                      <a:lnTo>
                        <a:pt x="96" y="37"/>
                      </a:lnTo>
                      <a:lnTo>
                        <a:pt x="84" y="43"/>
                      </a:lnTo>
                      <a:lnTo>
                        <a:pt x="70" y="53"/>
                      </a:lnTo>
                      <a:lnTo>
                        <a:pt x="63" y="68"/>
                      </a:lnTo>
                      <a:lnTo>
                        <a:pt x="44" y="66"/>
                      </a:lnTo>
                      <a:lnTo>
                        <a:pt x="41" y="80"/>
                      </a:lnTo>
                      <a:lnTo>
                        <a:pt x="35" y="8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8" id="178"/>
                <p:cNvSpPr/>
                <p:nvPr/>
              </p:nvSpPr>
              <p:spPr>
                <a:xfrm>
                  <a:off x="4319" y="2589"/>
                  <a:ext cx="125" cy="28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1" h="250" stroke="true" fill="norm" extrusionOk="true">
                      <a:moveTo>
                        <a:pt x="0" y="12"/>
                      </a:moveTo>
                      <a:lnTo>
                        <a:pt x="8" y="35"/>
                      </a:lnTo>
                      <a:lnTo>
                        <a:pt x="34" y="44"/>
                      </a:lnTo>
                      <a:lnTo>
                        <a:pt x="36" y="53"/>
                      </a:lnTo>
                      <a:lnTo>
                        <a:pt x="32" y="69"/>
                      </a:lnTo>
                      <a:lnTo>
                        <a:pt x="42" y="80"/>
                      </a:lnTo>
                      <a:lnTo>
                        <a:pt x="64" y="113"/>
                      </a:lnTo>
                      <a:lnTo>
                        <a:pt x="77" y="122"/>
                      </a:lnTo>
                      <a:lnTo>
                        <a:pt x="77" y="151"/>
                      </a:lnTo>
                      <a:lnTo>
                        <a:pt x="83" y="156"/>
                      </a:lnTo>
                      <a:lnTo>
                        <a:pt x="85" y="183"/>
                      </a:lnTo>
                      <a:lnTo>
                        <a:pt x="75" y="191"/>
                      </a:lnTo>
                      <a:lnTo>
                        <a:pt x="61" y="205"/>
                      </a:lnTo>
                      <a:lnTo>
                        <a:pt x="47" y="215"/>
                      </a:lnTo>
                      <a:lnTo>
                        <a:pt x="53" y="224"/>
                      </a:lnTo>
                      <a:lnTo>
                        <a:pt x="46" y="234"/>
                      </a:lnTo>
                      <a:lnTo>
                        <a:pt x="51" y="249"/>
                      </a:lnTo>
                      <a:lnTo>
                        <a:pt x="77" y="230"/>
                      </a:lnTo>
                      <a:lnTo>
                        <a:pt x="100" y="209"/>
                      </a:lnTo>
                      <a:lnTo>
                        <a:pt x="106" y="201"/>
                      </a:lnTo>
                      <a:lnTo>
                        <a:pt x="110" y="163"/>
                      </a:lnTo>
                      <a:lnTo>
                        <a:pt x="102" y="131"/>
                      </a:lnTo>
                      <a:lnTo>
                        <a:pt x="81" y="108"/>
                      </a:lnTo>
                      <a:lnTo>
                        <a:pt x="57" y="80"/>
                      </a:lnTo>
                      <a:lnTo>
                        <a:pt x="57" y="59"/>
                      </a:lnTo>
                      <a:lnTo>
                        <a:pt x="63" y="52"/>
                      </a:lnTo>
                      <a:lnTo>
                        <a:pt x="81" y="38"/>
                      </a:lnTo>
                      <a:lnTo>
                        <a:pt x="60" y="8"/>
                      </a:lnTo>
                      <a:lnTo>
                        <a:pt x="37" y="0"/>
                      </a:lnTo>
                      <a:lnTo>
                        <a:pt x="23" y="0"/>
                      </a:lnTo>
                      <a:lnTo>
                        <a:pt x="0" y="1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79" id="179"/>
                <p:cNvSpPr/>
                <p:nvPr/>
              </p:nvSpPr>
              <p:spPr>
                <a:xfrm>
                  <a:off x="4847" y="3048"/>
                  <a:ext cx="161" cy="1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4" h="128" stroke="true" fill="norm" extrusionOk="true">
                      <a:moveTo>
                        <a:pt x="124" y="24"/>
                      </a:moveTo>
                      <a:lnTo>
                        <a:pt x="110" y="19"/>
                      </a:lnTo>
                      <a:lnTo>
                        <a:pt x="80" y="6"/>
                      </a:lnTo>
                      <a:lnTo>
                        <a:pt x="71" y="0"/>
                      </a:lnTo>
                      <a:lnTo>
                        <a:pt x="55" y="3"/>
                      </a:lnTo>
                      <a:lnTo>
                        <a:pt x="40" y="19"/>
                      </a:lnTo>
                      <a:lnTo>
                        <a:pt x="22" y="29"/>
                      </a:lnTo>
                      <a:lnTo>
                        <a:pt x="6" y="32"/>
                      </a:lnTo>
                      <a:lnTo>
                        <a:pt x="0" y="34"/>
                      </a:lnTo>
                      <a:lnTo>
                        <a:pt x="6" y="45"/>
                      </a:lnTo>
                      <a:lnTo>
                        <a:pt x="21" y="43"/>
                      </a:lnTo>
                      <a:lnTo>
                        <a:pt x="41" y="54"/>
                      </a:lnTo>
                      <a:lnTo>
                        <a:pt x="55" y="62"/>
                      </a:lnTo>
                      <a:lnTo>
                        <a:pt x="69" y="75"/>
                      </a:lnTo>
                      <a:lnTo>
                        <a:pt x="69" y="92"/>
                      </a:lnTo>
                      <a:lnTo>
                        <a:pt x="66" y="98"/>
                      </a:lnTo>
                      <a:lnTo>
                        <a:pt x="53" y="103"/>
                      </a:lnTo>
                      <a:lnTo>
                        <a:pt x="56" y="116"/>
                      </a:lnTo>
                      <a:lnTo>
                        <a:pt x="74" y="114"/>
                      </a:lnTo>
                      <a:lnTo>
                        <a:pt x="92" y="114"/>
                      </a:lnTo>
                      <a:lnTo>
                        <a:pt x="99" y="122"/>
                      </a:lnTo>
                      <a:lnTo>
                        <a:pt x="111" y="127"/>
                      </a:lnTo>
                      <a:lnTo>
                        <a:pt x="128" y="120"/>
                      </a:lnTo>
                      <a:lnTo>
                        <a:pt x="135" y="107"/>
                      </a:lnTo>
                      <a:lnTo>
                        <a:pt x="143" y="97"/>
                      </a:lnTo>
                      <a:lnTo>
                        <a:pt x="124" y="2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0" id="180"/>
                <p:cNvSpPr/>
                <p:nvPr/>
              </p:nvSpPr>
              <p:spPr>
                <a:xfrm>
                  <a:off x="4853" y="3033"/>
                  <a:ext cx="43" cy="2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8" h="26" stroke="true" fill="norm" extrusionOk="true">
                      <a:moveTo>
                        <a:pt x="14" y="24"/>
                      </a:moveTo>
                      <a:lnTo>
                        <a:pt x="0" y="25"/>
                      </a:lnTo>
                      <a:lnTo>
                        <a:pt x="3" y="13"/>
                      </a:lnTo>
                      <a:lnTo>
                        <a:pt x="9" y="0"/>
                      </a:lnTo>
                      <a:lnTo>
                        <a:pt x="24" y="3"/>
                      </a:lnTo>
                      <a:lnTo>
                        <a:pt x="37" y="6"/>
                      </a:lnTo>
                      <a:lnTo>
                        <a:pt x="33" y="16"/>
                      </a:lnTo>
                      <a:lnTo>
                        <a:pt x="23" y="25"/>
                      </a:lnTo>
                      <a:lnTo>
                        <a:pt x="14" y="2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1" id="181"/>
                <p:cNvSpPr/>
                <p:nvPr/>
              </p:nvSpPr>
              <p:spPr>
                <a:xfrm>
                  <a:off x="3371" y="2257"/>
                  <a:ext cx="323" cy="29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6" h="261" stroke="true" fill="norm" extrusionOk="true">
                      <a:moveTo>
                        <a:pt x="5" y="0"/>
                      </a:moveTo>
                      <a:lnTo>
                        <a:pt x="0" y="6"/>
                      </a:lnTo>
                      <a:lnTo>
                        <a:pt x="6" y="25"/>
                      </a:lnTo>
                      <a:lnTo>
                        <a:pt x="14" y="43"/>
                      </a:lnTo>
                      <a:lnTo>
                        <a:pt x="17" y="62"/>
                      </a:lnTo>
                      <a:lnTo>
                        <a:pt x="20" y="73"/>
                      </a:lnTo>
                      <a:lnTo>
                        <a:pt x="35" y="76"/>
                      </a:lnTo>
                      <a:lnTo>
                        <a:pt x="32" y="92"/>
                      </a:lnTo>
                      <a:lnTo>
                        <a:pt x="22" y="99"/>
                      </a:lnTo>
                      <a:lnTo>
                        <a:pt x="22" y="114"/>
                      </a:lnTo>
                      <a:lnTo>
                        <a:pt x="36" y="120"/>
                      </a:lnTo>
                      <a:lnTo>
                        <a:pt x="39" y="133"/>
                      </a:lnTo>
                      <a:lnTo>
                        <a:pt x="48" y="135"/>
                      </a:lnTo>
                      <a:lnTo>
                        <a:pt x="59" y="133"/>
                      </a:lnTo>
                      <a:lnTo>
                        <a:pt x="61" y="145"/>
                      </a:lnTo>
                      <a:lnTo>
                        <a:pt x="56" y="159"/>
                      </a:lnTo>
                      <a:lnTo>
                        <a:pt x="64" y="162"/>
                      </a:lnTo>
                      <a:lnTo>
                        <a:pt x="66" y="176"/>
                      </a:lnTo>
                      <a:lnTo>
                        <a:pt x="72" y="183"/>
                      </a:lnTo>
                      <a:lnTo>
                        <a:pt x="87" y="180"/>
                      </a:lnTo>
                      <a:lnTo>
                        <a:pt x="87" y="173"/>
                      </a:lnTo>
                      <a:lnTo>
                        <a:pt x="94" y="187"/>
                      </a:lnTo>
                      <a:lnTo>
                        <a:pt x="98" y="207"/>
                      </a:lnTo>
                      <a:lnTo>
                        <a:pt x="111" y="212"/>
                      </a:lnTo>
                      <a:lnTo>
                        <a:pt x="109" y="220"/>
                      </a:lnTo>
                      <a:lnTo>
                        <a:pt x="122" y="221"/>
                      </a:lnTo>
                      <a:lnTo>
                        <a:pt x="130" y="233"/>
                      </a:lnTo>
                      <a:lnTo>
                        <a:pt x="174" y="235"/>
                      </a:lnTo>
                      <a:lnTo>
                        <a:pt x="180" y="223"/>
                      </a:lnTo>
                      <a:lnTo>
                        <a:pt x="189" y="227"/>
                      </a:lnTo>
                      <a:lnTo>
                        <a:pt x="193" y="250"/>
                      </a:lnTo>
                      <a:lnTo>
                        <a:pt x="209" y="260"/>
                      </a:lnTo>
                      <a:lnTo>
                        <a:pt x="252" y="257"/>
                      </a:lnTo>
                      <a:lnTo>
                        <a:pt x="261" y="260"/>
                      </a:lnTo>
                      <a:lnTo>
                        <a:pt x="265" y="246"/>
                      </a:lnTo>
                      <a:lnTo>
                        <a:pt x="277" y="242"/>
                      </a:lnTo>
                      <a:lnTo>
                        <a:pt x="285" y="231"/>
                      </a:lnTo>
                      <a:lnTo>
                        <a:pt x="280" y="223"/>
                      </a:lnTo>
                      <a:lnTo>
                        <a:pt x="269" y="221"/>
                      </a:lnTo>
                      <a:lnTo>
                        <a:pt x="265" y="205"/>
                      </a:lnTo>
                      <a:lnTo>
                        <a:pt x="249" y="198"/>
                      </a:lnTo>
                      <a:lnTo>
                        <a:pt x="249" y="184"/>
                      </a:lnTo>
                      <a:lnTo>
                        <a:pt x="257" y="173"/>
                      </a:lnTo>
                      <a:lnTo>
                        <a:pt x="252" y="156"/>
                      </a:lnTo>
                      <a:lnTo>
                        <a:pt x="235" y="156"/>
                      </a:lnTo>
                      <a:lnTo>
                        <a:pt x="238" y="121"/>
                      </a:lnTo>
                      <a:lnTo>
                        <a:pt x="235" y="99"/>
                      </a:lnTo>
                      <a:lnTo>
                        <a:pt x="240" y="66"/>
                      </a:lnTo>
                      <a:lnTo>
                        <a:pt x="220" y="56"/>
                      </a:lnTo>
                      <a:lnTo>
                        <a:pt x="197" y="40"/>
                      </a:lnTo>
                      <a:lnTo>
                        <a:pt x="182" y="38"/>
                      </a:lnTo>
                      <a:lnTo>
                        <a:pt x="156" y="33"/>
                      </a:lnTo>
                      <a:lnTo>
                        <a:pt x="149" y="46"/>
                      </a:lnTo>
                      <a:lnTo>
                        <a:pt x="135" y="52"/>
                      </a:lnTo>
                      <a:lnTo>
                        <a:pt x="120" y="58"/>
                      </a:lnTo>
                      <a:lnTo>
                        <a:pt x="112" y="65"/>
                      </a:lnTo>
                      <a:lnTo>
                        <a:pt x="94" y="62"/>
                      </a:lnTo>
                      <a:lnTo>
                        <a:pt x="79" y="50"/>
                      </a:lnTo>
                      <a:lnTo>
                        <a:pt x="64" y="40"/>
                      </a:lnTo>
                      <a:lnTo>
                        <a:pt x="60" y="21"/>
                      </a:lnTo>
                      <a:lnTo>
                        <a:pt x="54" y="3"/>
                      </a:lnTo>
                      <a:lnTo>
                        <a:pt x="46" y="8"/>
                      </a:lnTo>
                      <a:lnTo>
                        <a:pt x="42" y="20"/>
                      </a:lnTo>
                      <a:lnTo>
                        <a:pt x="24" y="20"/>
                      </a:lnTo>
                      <a:lnTo>
                        <a:pt x="17" y="8"/>
                      </a:lnTo>
                      <a:lnTo>
                        <a:pt x="5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2" id="182"/>
                <p:cNvSpPr/>
                <p:nvPr/>
              </p:nvSpPr>
              <p:spPr>
                <a:xfrm>
                  <a:off x="3514" y="2560"/>
                  <a:ext cx="122" cy="1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9" h="141" stroke="true" fill="norm" extrusionOk="true">
                      <a:moveTo>
                        <a:pt x="38" y="34"/>
                      </a:moveTo>
                      <a:lnTo>
                        <a:pt x="51" y="52"/>
                      </a:lnTo>
                      <a:lnTo>
                        <a:pt x="41" y="92"/>
                      </a:lnTo>
                      <a:lnTo>
                        <a:pt x="0" y="99"/>
                      </a:lnTo>
                      <a:lnTo>
                        <a:pt x="6" y="118"/>
                      </a:lnTo>
                      <a:lnTo>
                        <a:pt x="15" y="140"/>
                      </a:lnTo>
                      <a:lnTo>
                        <a:pt x="40" y="136"/>
                      </a:lnTo>
                      <a:lnTo>
                        <a:pt x="48" y="121"/>
                      </a:lnTo>
                      <a:lnTo>
                        <a:pt x="61" y="118"/>
                      </a:lnTo>
                      <a:lnTo>
                        <a:pt x="68" y="109"/>
                      </a:lnTo>
                      <a:lnTo>
                        <a:pt x="84" y="105"/>
                      </a:lnTo>
                      <a:lnTo>
                        <a:pt x="87" y="78"/>
                      </a:lnTo>
                      <a:lnTo>
                        <a:pt x="93" y="67"/>
                      </a:lnTo>
                      <a:lnTo>
                        <a:pt x="104" y="61"/>
                      </a:lnTo>
                      <a:lnTo>
                        <a:pt x="108" y="34"/>
                      </a:lnTo>
                      <a:lnTo>
                        <a:pt x="96" y="30"/>
                      </a:lnTo>
                      <a:lnTo>
                        <a:pt x="95" y="16"/>
                      </a:lnTo>
                      <a:lnTo>
                        <a:pt x="69" y="12"/>
                      </a:lnTo>
                      <a:lnTo>
                        <a:pt x="59" y="0"/>
                      </a:lnTo>
                      <a:lnTo>
                        <a:pt x="38" y="3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3" id="183"/>
                <p:cNvSpPr/>
                <p:nvPr/>
              </p:nvSpPr>
              <p:spPr>
                <a:xfrm>
                  <a:off x="3286" y="2315"/>
                  <a:ext cx="161" cy="17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3" h="161" stroke="true" fill="norm" extrusionOk="true">
                      <a:moveTo>
                        <a:pt x="109" y="160"/>
                      </a:moveTo>
                      <a:lnTo>
                        <a:pt x="100" y="155"/>
                      </a:lnTo>
                      <a:lnTo>
                        <a:pt x="84" y="145"/>
                      </a:lnTo>
                      <a:lnTo>
                        <a:pt x="71" y="122"/>
                      </a:lnTo>
                      <a:lnTo>
                        <a:pt x="60" y="119"/>
                      </a:lnTo>
                      <a:lnTo>
                        <a:pt x="50" y="102"/>
                      </a:lnTo>
                      <a:lnTo>
                        <a:pt x="34" y="103"/>
                      </a:lnTo>
                      <a:lnTo>
                        <a:pt x="24" y="96"/>
                      </a:lnTo>
                      <a:lnTo>
                        <a:pt x="14" y="88"/>
                      </a:lnTo>
                      <a:lnTo>
                        <a:pt x="9" y="90"/>
                      </a:lnTo>
                      <a:lnTo>
                        <a:pt x="0" y="74"/>
                      </a:lnTo>
                      <a:lnTo>
                        <a:pt x="15" y="66"/>
                      </a:lnTo>
                      <a:lnTo>
                        <a:pt x="34" y="54"/>
                      </a:lnTo>
                      <a:lnTo>
                        <a:pt x="37" y="41"/>
                      </a:lnTo>
                      <a:lnTo>
                        <a:pt x="37" y="21"/>
                      </a:lnTo>
                      <a:lnTo>
                        <a:pt x="47" y="12"/>
                      </a:lnTo>
                      <a:lnTo>
                        <a:pt x="55" y="3"/>
                      </a:lnTo>
                      <a:lnTo>
                        <a:pt x="70" y="0"/>
                      </a:lnTo>
                      <a:lnTo>
                        <a:pt x="76" y="10"/>
                      </a:lnTo>
                      <a:lnTo>
                        <a:pt x="93" y="11"/>
                      </a:lnTo>
                      <a:lnTo>
                        <a:pt x="96" y="22"/>
                      </a:lnTo>
                      <a:lnTo>
                        <a:pt x="111" y="25"/>
                      </a:lnTo>
                      <a:lnTo>
                        <a:pt x="108" y="41"/>
                      </a:lnTo>
                      <a:lnTo>
                        <a:pt x="98" y="47"/>
                      </a:lnTo>
                      <a:lnTo>
                        <a:pt x="98" y="63"/>
                      </a:lnTo>
                      <a:lnTo>
                        <a:pt x="111" y="69"/>
                      </a:lnTo>
                      <a:lnTo>
                        <a:pt x="115" y="81"/>
                      </a:lnTo>
                      <a:lnTo>
                        <a:pt x="124" y="84"/>
                      </a:lnTo>
                      <a:lnTo>
                        <a:pt x="134" y="81"/>
                      </a:lnTo>
                      <a:lnTo>
                        <a:pt x="137" y="94"/>
                      </a:lnTo>
                      <a:lnTo>
                        <a:pt x="132" y="108"/>
                      </a:lnTo>
                      <a:lnTo>
                        <a:pt x="140" y="111"/>
                      </a:lnTo>
                      <a:lnTo>
                        <a:pt x="142" y="124"/>
                      </a:lnTo>
                      <a:lnTo>
                        <a:pt x="129" y="129"/>
                      </a:lnTo>
                      <a:lnTo>
                        <a:pt x="121" y="131"/>
                      </a:lnTo>
                      <a:lnTo>
                        <a:pt x="119" y="152"/>
                      </a:lnTo>
                      <a:lnTo>
                        <a:pt x="109" y="16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4" id="184"/>
                <p:cNvSpPr/>
                <p:nvPr/>
              </p:nvSpPr>
              <p:spPr>
                <a:xfrm>
                  <a:off x="2508" y="2874"/>
                  <a:ext cx="75" cy="8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7" h="74" stroke="true" fill="norm" extrusionOk="true">
                      <a:moveTo>
                        <a:pt x="0" y="26"/>
                      </a:moveTo>
                      <a:lnTo>
                        <a:pt x="14" y="0"/>
                      </a:lnTo>
                      <a:lnTo>
                        <a:pt x="23" y="17"/>
                      </a:lnTo>
                      <a:lnTo>
                        <a:pt x="34" y="20"/>
                      </a:lnTo>
                      <a:lnTo>
                        <a:pt x="38" y="34"/>
                      </a:lnTo>
                      <a:lnTo>
                        <a:pt x="47" y="36"/>
                      </a:lnTo>
                      <a:lnTo>
                        <a:pt x="49" y="53"/>
                      </a:lnTo>
                      <a:lnTo>
                        <a:pt x="66" y="59"/>
                      </a:lnTo>
                      <a:lnTo>
                        <a:pt x="63" y="67"/>
                      </a:lnTo>
                      <a:lnTo>
                        <a:pt x="54" y="73"/>
                      </a:lnTo>
                      <a:lnTo>
                        <a:pt x="36" y="68"/>
                      </a:lnTo>
                      <a:lnTo>
                        <a:pt x="0" y="2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5" id="185"/>
                <p:cNvSpPr/>
                <p:nvPr/>
              </p:nvSpPr>
              <p:spPr>
                <a:xfrm>
                  <a:off x="2429" y="2501"/>
                  <a:ext cx="171" cy="2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2" h="229" stroke="true" fill="norm" extrusionOk="true">
                      <a:moveTo>
                        <a:pt x="112" y="0"/>
                      </a:moveTo>
                      <a:lnTo>
                        <a:pt x="107" y="20"/>
                      </a:lnTo>
                      <a:lnTo>
                        <a:pt x="100" y="29"/>
                      </a:lnTo>
                      <a:lnTo>
                        <a:pt x="66" y="31"/>
                      </a:lnTo>
                      <a:lnTo>
                        <a:pt x="66" y="81"/>
                      </a:lnTo>
                      <a:lnTo>
                        <a:pt x="53" y="76"/>
                      </a:lnTo>
                      <a:lnTo>
                        <a:pt x="44" y="84"/>
                      </a:lnTo>
                      <a:lnTo>
                        <a:pt x="41" y="97"/>
                      </a:lnTo>
                      <a:lnTo>
                        <a:pt x="40" y="118"/>
                      </a:lnTo>
                      <a:lnTo>
                        <a:pt x="26" y="118"/>
                      </a:lnTo>
                      <a:lnTo>
                        <a:pt x="6" y="115"/>
                      </a:lnTo>
                      <a:lnTo>
                        <a:pt x="0" y="113"/>
                      </a:lnTo>
                      <a:lnTo>
                        <a:pt x="0" y="156"/>
                      </a:lnTo>
                      <a:lnTo>
                        <a:pt x="4" y="162"/>
                      </a:lnTo>
                      <a:lnTo>
                        <a:pt x="4" y="195"/>
                      </a:lnTo>
                      <a:lnTo>
                        <a:pt x="17" y="192"/>
                      </a:lnTo>
                      <a:lnTo>
                        <a:pt x="23" y="201"/>
                      </a:lnTo>
                      <a:lnTo>
                        <a:pt x="33" y="205"/>
                      </a:lnTo>
                      <a:lnTo>
                        <a:pt x="44" y="220"/>
                      </a:lnTo>
                      <a:lnTo>
                        <a:pt x="55" y="228"/>
                      </a:lnTo>
                      <a:lnTo>
                        <a:pt x="70" y="209"/>
                      </a:lnTo>
                      <a:lnTo>
                        <a:pt x="81" y="215"/>
                      </a:lnTo>
                      <a:lnTo>
                        <a:pt x="132" y="219"/>
                      </a:lnTo>
                      <a:lnTo>
                        <a:pt x="151" y="217"/>
                      </a:lnTo>
                      <a:lnTo>
                        <a:pt x="149" y="198"/>
                      </a:lnTo>
                      <a:lnTo>
                        <a:pt x="138" y="195"/>
                      </a:lnTo>
                      <a:lnTo>
                        <a:pt x="140" y="84"/>
                      </a:lnTo>
                      <a:lnTo>
                        <a:pt x="132" y="75"/>
                      </a:lnTo>
                      <a:lnTo>
                        <a:pt x="132" y="53"/>
                      </a:lnTo>
                      <a:lnTo>
                        <a:pt x="142" y="50"/>
                      </a:lnTo>
                      <a:lnTo>
                        <a:pt x="143" y="36"/>
                      </a:lnTo>
                      <a:lnTo>
                        <a:pt x="112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6" id="186"/>
                <p:cNvSpPr/>
                <p:nvPr/>
              </p:nvSpPr>
              <p:spPr>
                <a:xfrm>
                  <a:off x="2871" y="2956"/>
                  <a:ext cx="116" cy="16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3" h="145" stroke="true" fill="norm" extrusionOk="true">
                      <a:moveTo>
                        <a:pt x="0" y="133"/>
                      </a:moveTo>
                      <a:lnTo>
                        <a:pt x="5" y="126"/>
                      </a:lnTo>
                      <a:lnTo>
                        <a:pt x="10" y="114"/>
                      </a:lnTo>
                      <a:lnTo>
                        <a:pt x="3" y="108"/>
                      </a:lnTo>
                      <a:lnTo>
                        <a:pt x="2" y="101"/>
                      </a:lnTo>
                      <a:lnTo>
                        <a:pt x="12" y="97"/>
                      </a:lnTo>
                      <a:lnTo>
                        <a:pt x="19" y="95"/>
                      </a:lnTo>
                      <a:lnTo>
                        <a:pt x="27" y="104"/>
                      </a:lnTo>
                      <a:lnTo>
                        <a:pt x="39" y="100"/>
                      </a:lnTo>
                      <a:lnTo>
                        <a:pt x="48" y="86"/>
                      </a:lnTo>
                      <a:lnTo>
                        <a:pt x="46" y="72"/>
                      </a:lnTo>
                      <a:lnTo>
                        <a:pt x="38" y="65"/>
                      </a:lnTo>
                      <a:lnTo>
                        <a:pt x="34" y="55"/>
                      </a:lnTo>
                      <a:lnTo>
                        <a:pt x="37" y="47"/>
                      </a:lnTo>
                      <a:lnTo>
                        <a:pt x="35" y="38"/>
                      </a:lnTo>
                      <a:lnTo>
                        <a:pt x="24" y="38"/>
                      </a:lnTo>
                      <a:lnTo>
                        <a:pt x="24" y="25"/>
                      </a:lnTo>
                      <a:lnTo>
                        <a:pt x="69" y="19"/>
                      </a:lnTo>
                      <a:lnTo>
                        <a:pt x="75" y="10"/>
                      </a:lnTo>
                      <a:lnTo>
                        <a:pt x="82" y="2"/>
                      </a:lnTo>
                      <a:lnTo>
                        <a:pt x="93" y="0"/>
                      </a:lnTo>
                      <a:lnTo>
                        <a:pt x="102" y="3"/>
                      </a:lnTo>
                      <a:lnTo>
                        <a:pt x="98" y="22"/>
                      </a:lnTo>
                      <a:lnTo>
                        <a:pt x="94" y="26"/>
                      </a:lnTo>
                      <a:lnTo>
                        <a:pt x="93" y="71"/>
                      </a:lnTo>
                      <a:lnTo>
                        <a:pt x="89" y="77"/>
                      </a:lnTo>
                      <a:lnTo>
                        <a:pt x="83" y="84"/>
                      </a:lnTo>
                      <a:lnTo>
                        <a:pt x="82" y="103"/>
                      </a:lnTo>
                      <a:lnTo>
                        <a:pt x="70" y="104"/>
                      </a:lnTo>
                      <a:lnTo>
                        <a:pt x="69" y="128"/>
                      </a:lnTo>
                      <a:lnTo>
                        <a:pt x="54" y="134"/>
                      </a:lnTo>
                      <a:lnTo>
                        <a:pt x="51" y="139"/>
                      </a:lnTo>
                      <a:lnTo>
                        <a:pt x="39" y="139"/>
                      </a:lnTo>
                      <a:lnTo>
                        <a:pt x="32" y="135"/>
                      </a:lnTo>
                      <a:lnTo>
                        <a:pt x="22" y="139"/>
                      </a:lnTo>
                      <a:lnTo>
                        <a:pt x="14" y="142"/>
                      </a:lnTo>
                      <a:lnTo>
                        <a:pt x="8" y="144"/>
                      </a:lnTo>
                      <a:lnTo>
                        <a:pt x="8" y="137"/>
                      </a:lnTo>
                      <a:lnTo>
                        <a:pt x="0" y="13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7" id="187"/>
                <p:cNvSpPr/>
                <p:nvPr/>
              </p:nvSpPr>
              <p:spPr>
                <a:xfrm>
                  <a:off x="2880" y="2932"/>
                  <a:ext cx="315" cy="35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2" h="311" stroke="true" fill="norm" extrusionOk="true">
                      <a:moveTo>
                        <a:pt x="7" y="171"/>
                      </a:moveTo>
                      <a:lnTo>
                        <a:pt x="1" y="174"/>
                      </a:lnTo>
                      <a:lnTo>
                        <a:pt x="0" y="180"/>
                      </a:lnTo>
                      <a:lnTo>
                        <a:pt x="7" y="183"/>
                      </a:lnTo>
                      <a:lnTo>
                        <a:pt x="28" y="184"/>
                      </a:lnTo>
                      <a:lnTo>
                        <a:pt x="42" y="178"/>
                      </a:lnTo>
                      <a:lnTo>
                        <a:pt x="69" y="181"/>
                      </a:lnTo>
                      <a:lnTo>
                        <a:pt x="75" y="206"/>
                      </a:lnTo>
                      <a:lnTo>
                        <a:pt x="81" y="208"/>
                      </a:lnTo>
                      <a:lnTo>
                        <a:pt x="82" y="217"/>
                      </a:lnTo>
                      <a:lnTo>
                        <a:pt x="109" y="217"/>
                      </a:lnTo>
                      <a:lnTo>
                        <a:pt x="110" y="201"/>
                      </a:lnTo>
                      <a:lnTo>
                        <a:pt x="116" y="195"/>
                      </a:lnTo>
                      <a:lnTo>
                        <a:pt x="124" y="213"/>
                      </a:lnTo>
                      <a:lnTo>
                        <a:pt x="130" y="208"/>
                      </a:lnTo>
                      <a:lnTo>
                        <a:pt x="139" y="206"/>
                      </a:lnTo>
                      <a:lnTo>
                        <a:pt x="145" y="215"/>
                      </a:lnTo>
                      <a:lnTo>
                        <a:pt x="146" y="247"/>
                      </a:lnTo>
                      <a:lnTo>
                        <a:pt x="146" y="259"/>
                      </a:lnTo>
                      <a:lnTo>
                        <a:pt x="155" y="267"/>
                      </a:lnTo>
                      <a:lnTo>
                        <a:pt x="172" y="267"/>
                      </a:lnTo>
                      <a:lnTo>
                        <a:pt x="188" y="268"/>
                      </a:lnTo>
                      <a:lnTo>
                        <a:pt x="192" y="284"/>
                      </a:lnTo>
                      <a:lnTo>
                        <a:pt x="199" y="286"/>
                      </a:lnTo>
                      <a:lnTo>
                        <a:pt x="203" y="277"/>
                      </a:lnTo>
                      <a:lnTo>
                        <a:pt x="215" y="275"/>
                      </a:lnTo>
                      <a:lnTo>
                        <a:pt x="216" y="280"/>
                      </a:lnTo>
                      <a:lnTo>
                        <a:pt x="228" y="286"/>
                      </a:lnTo>
                      <a:lnTo>
                        <a:pt x="231" y="302"/>
                      </a:lnTo>
                      <a:lnTo>
                        <a:pt x="237" y="310"/>
                      </a:lnTo>
                      <a:lnTo>
                        <a:pt x="253" y="309"/>
                      </a:lnTo>
                      <a:lnTo>
                        <a:pt x="257" y="300"/>
                      </a:lnTo>
                      <a:lnTo>
                        <a:pt x="254" y="282"/>
                      </a:lnTo>
                      <a:lnTo>
                        <a:pt x="244" y="281"/>
                      </a:lnTo>
                      <a:lnTo>
                        <a:pt x="238" y="275"/>
                      </a:lnTo>
                      <a:lnTo>
                        <a:pt x="242" y="231"/>
                      </a:lnTo>
                      <a:lnTo>
                        <a:pt x="247" y="221"/>
                      </a:lnTo>
                      <a:lnTo>
                        <a:pt x="258" y="217"/>
                      </a:lnTo>
                      <a:lnTo>
                        <a:pt x="261" y="208"/>
                      </a:lnTo>
                      <a:lnTo>
                        <a:pt x="262" y="200"/>
                      </a:lnTo>
                      <a:lnTo>
                        <a:pt x="261" y="190"/>
                      </a:lnTo>
                      <a:lnTo>
                        <a:pt x="257" y="180"/>
                      </a:lnTo>
                      <a:lnTo>
                        <a:pt x="256" y="173"/>
                      </a:lnTo>
                      <a:lnTo>
                        <a:pt x="257" y="159"/>
                      </a:lnTo>
                      <a:lnTo>
                        <a:pt x="253" y="149"/>
                      </a:lnTo>
                      <a:lnTo>
                        <a:pt x="247" y="144"/>
                      </a:lnTo>
                      <a:lnTo>
                        <a:pt x="250" y="129"/>
                      </a:lnTo>
                      <a:lnTo>
                        <a:pt x="241" y="130"/>
                      </a:lnTo>
                      <a:lnTo>
                        <a:pt x="240" y="122"/>
                      </a:lnTo>
                      <a:lnTo>
                        <a:pt x="246" y="116"/>
                      </a:lnTo>
                      <a:lnTo>
                        <a:pt x="244" y="107"/>
                      </a:lnTo>
                      <a:lnTo>
                        <a:pt x="253" y="102"/>
                      </a:lnTo>
                      <a:lnTo>
                        <a:pt x="257" y="68"/>
                      </a:lnTo>
                      <a:lnTo>
                        <a:pt x="272" y="62"/>
                      </a:lnTo>
                      <a:lnTo>
                        <a:pt x="280" y="58"/>
                      </a:lnTo>
                      <a:lnTo>
                        <a:pt x="281" y="48"/>
                      </a:lnTo>
                      <a:lnTo>
                        <a:pt x="272" y="48"/>
                      </a:lnTo>
                      <a:lnTo>
                        <a:pt x="272" y="42"/>
                      </a:lnTo>
                      <a:lnTo>
                        <a:pt x="268" y="23"/>
                      </a:lnTo>
                      <a:lnTo>
                        <a:pt x="268" y="21"/>
                      </a:lnTo>
                      <a:lnTo>
                        <a:pt x="258" y="19"/>
                      </a:lnTo>
                      <a:lnTo>
                        <a:pt x="253" y="11"/>
                      </a:lnTo>
                      <a:lnTo>
                        <a:pt x="220" y="8"/>
                      </a:lnTo>
                      <a:lnTo>
                        <a:pt x="215" y="1"/>
                      </a:lnTo>
                      <a:lnTo>
                        <a:pt x="206" y="0"/>
                      </a:lnTo>
                      <a:lnTo>
                        <a:pt x="190" y="3"/>
                      </a:lnTo>
                      <a:lnTo>
                        <a:pt x="177" y="1"/>
                      </a:lnTo>
                      <a:lnTo>
                        <a:pt x="176" y="8"/>
                      </a:lnTo>
                      <a:lnTo>
                        <a:pt x="146" y="10"/>
                      </a:lnTo>
                      <a:lnTo>
                        <a:pt x="143" y="16"/>
                      </a:lnTo>
                      <a:lnTo>
                        <a:pt x="119" y="19"/>
                      </a:lnTo>
                      <a:lnTo>
                        <a:pt x="114" y="8"/>
                      </a:lnTo>
                      <a:lnTo>
                        <a:pt x="104" y="5"/>
                      </a:lnTo>
                      <a:lnTo>
                        <a:pt x="98" y="14"/>
                      </a:lnTo>
                      <a:lnTo>
                        <a:pt x="91" y="17"/>
                      </a:lnTo>
                      <a:lnTo>
                        <a:pt x="86" y="21"/>
                      </a:lnTo>
                      <a:lnTo>
                        <a:pt x="95" y="25"/>
                      </a:lnTo>
                      <a:lnTo>
                        <a:pt x="91" y="43"/>
                      </a:lnTo>
                      <a:lnTo>
                        <a:pt x="87" y="47"/>
                      </a:lnTo>
                      <a:lnTo>
                        <a:pt x="86" y="92"/>
                      </a:lnTo>
                      <a:lnTo>
                        <a:pt x="82" y="98"/>
                      </a:lnTo>
                      <a:lnTo>
                        <a:pt x="76" y="105"/>
                      </a:lnTo>
                      <a:lnTo>
                        <a:pt x="75" y="125"/>
                      </a:lnTo>
                      <a:lnTo>
                        <a:pt x="63" y="125"/>
                      </a:lnTo>
                      <a:lnTo>
                        <a:pt x="62" y="149"/>
                      </a:lnTo>
                      <a:lnTo>
                        <a:pt x="47" y="155"/>
                      </a:lnTo>
                      <a:lnTo>
                        <a:pt x="43" y="160"/>
                      </a:lnTo>
                      <a:lnTo>
                        <a:pt x="31" y="160"/>
                      </a:lnTo>
                      <a:lnTo>
                        <a:pt x="25" y="156"/>
                      </a:lnTo>
                      <a:lnTo>
                        <a:pt x="14" y="160"/>
                      </a:lnTo>
                      <a:lnTo>
                        <a:pt x="7" y="163"/>
                      </a:lnTo>
                      <a:lnTo>
                        <a:pt x="1" y="165"/>
                      </a:lnTo>
                      <a:lnTo>
                        <a:pt x="4" y="17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8" id="188"/>
                <p:cNvSpPr/>
                <p:nvPr/>
              </p:nvSpPr>
              <p:spPr>
                <a:xfrm>
                  <a:off x="2871" y="3133"/>
                  <a:ext cx="202" cy="22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0" h="203" stroke="true" fill="norm" extrusionOk="true">
                      <a:moveTo>
                        <a:pt x="8" y="3"/>
                      </a:moveTo>
                      <a:lnTo>
                        <a:pt x="14" y="5"/>
                      </a:lnTo>
                      <a:lnTo>
                        <a:pt x="35" y="6"/>
                      </a:lnTo>
                      <a:lnTo>
                        <a:pt x="50" y="0"/>
                      </a:lnTo>
                      <a:lnTo>
                        <a:pt x="76" y="3"/>
                      </a:lnTo>
                      <a:lnTo>
                        <a:pt x="82" y="28"/>
                      </a:lnTo>
                      <a:lnTo>
                        <a:pt x="89" y="30"/>
                      </a:lnTo>
                      <a:lnTo>
                        <a:pt x="90" y="39"/>
                      </a:lnTo>
                      <a:lnTo>
                        <a:pt x="116" y="39"/>
                      </a:lnTo>
                      <a:lnTo>
                        <a:pt x="117" y="23"/>
                      </a:lnTo>
                      <a:lnTo>
                        <a:pt x="123" y="17"/>
                      </a:lnTo>
                      <a:lnTo>
                        <a:pt x="131" y="35"/>
                      </a:lnTo>
                      <a:lnTo>
                        <a:pt x="137" y="30"/>
                      </a:lnTo>
                      <a:lnTo>
                        <a:pt x="146" y="28"/>
                      </a:lnTo>
                      <a:lnTo>
                        <a:pt x="152" y="37"/>
                      </a:lnTo>
                      <a:lnTo>
                        <a:pt x="153" y="69"/>
                      </a:lnTo>
                      <a:lnTo>
                        <a:pt x="153" y="81"/>
                      </a:lnTo>
                      <a:lnTo>
                        <a:pt x="162" y="88"/>
                      </a:lnTo>
                      <a:lnTo>
                        <a:pt x="179" y="88"/>
                      </a:lnTo>
                      <a:lnTo>
                        <a:pt x="176" y="122"/>
                      </a:lnTo>
                      <a:lnTo>
                        <a:pt x="164" y="122"/>
                      </a:lnTo>
                      <a:lnTo>
                        <a:pt x="159" y="113"/>
                      </a:lnTo>
                      <a:lnTo>
                        <a:pt x="153" y="114"/>
                      </a:lnTo>
                      <a:lnTo>
                        <a:pt x="153" y="122"/>
                      </a:lnTo>
                      <a:lnTo>
                        <a:pt x="143" y="123"/>
                      </a:lnTo>
                      <a:lnTo>
                        <a:pt x="142" y="162"/>
                      </a:lnTo>
                      <a:lnTo>
                        <a:pt x="144" y="173"/>
                      </a:lnTo>
                      <a:lnTo>
                        <a:pt x="155" y="188"/>
                      </a:lnTo>
                      <a:lnTo>
                        <a:pt x="156" y="195"/>
                      </a:lnTo>
                      <a:lnTo>
                        <a:pt x="138" y="202"/>
                      </a:lnTo>
                      <a:lnTo>
                        <a:pt x="127" y="200"/>
                      </a:lnTo>
                      <a:lnTo>
                        <a:pt x="97" y="196"/>
                      </a:lnTo>
                      <a:lnTo>
                        <a:pt x="92" y="188"/>
                      </a:lnTo>
                      <a:lnTo>
                        <a:pt x="55" y="189"/>
                      </a:lnTo>
                      <a:lnTo>
                        <a:pt x="30" y="187"/>
                      </a:lnTo>
                      <a:lnTo>
                        <a:pt x="14" y="180"/>
                      </a:lnTo>
                      <a:lnTo>
                        <a:pt x="0" y="186"/>
                      </a:lnTo>
                      <a:lnTo>
                        <a:pt x="0" y="162"/>
                      </a:lnTo>
                      <a:lnTo>
                        <a:pt x="16" y="133"/>
                      </a:lnTo>
                      <a:lnTo>
                        <a:pt x="24" y="114"/>
                      </a:lnTo>
                      <a:lnTo>
                        <a:pt x="25" y="110"/>
                      </a:lnTo>
                      <a:lnTo>
                        <a:pt x="32" y="108"/>
                      </a:lnTo>
                      <a:lnTo>
                        <a:pt x="35" y="93"/>
                      </a:lnTo>
                      <a:lnTo>
                        <a:pt x="26" y="78"/>
                      </a:lnTo>
                      <a:lnTo>
                        <a:pt x="23" y="59"/>
                      </a:lnTo>
                      <a:lnTo>
                        <a:pt x="21" y="39"/>
                      </a:lnTo>
                      <a:lnTo>
                        <a:pt x="14" y="34"/>
                      </a:lnTo>
                      <a:lnTo>
                        <a:pt x="14" y="12"/>
                      </a:lnTo>
                      <a:lnTo>
                        <a:pt x="5" y="12"/>
                      </a:lnTo>
                      <a:lnTo>
                        <a:pt x="8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9" id="189"/>
                <p:cNvSpPr/>
                <p:nvPr/>
              </p:nvSpPr>
              <p:spPr>
                <a:xfrm>
                  <a:off x="3228" y="2939"/>
                  <a:ext cx="131" cy="16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6" h="151" stroke="true" fill="norm" extrusionOk="true">
                      <a:moveTo>
                        <a:pt x="83" y="150"/>
                      </a:moveTo>
                      <a:lnTo>
                        <a:pt x="60" y="138"/>
                      </a:lnTo>
                      <a:lnTo>
                        <a:pt x="60" y="126"/>
                      </a:lnTo>
                      <a:lnTo>
                        <a:pt x="44" y="121"/>
                      </a:lnTo>
                      <a:lnTo>
                        <a:pt x="15" y="98"/>
                      </a:lnTo>
                      <a:lnTo>
                        <a:pt x="4" y="98"/>
                      </a:lnTo>
                      <a:lnTo>
                        <a:pt x="0" y="88"/>
                      </a:lnTo>
                      <a:lnTo>
                        <a:pt x="3" y="72"/>
                      </a:lnTo>
                      <a:lnTo>
                        <a:pt x="11" y="56"/>
                      </a:lnTo>
                      <a:lnTo>
                        <a:pt x="11" y="29"/>
                      </a:lnTo>
                      <a:lnTo>
                        <a:pt x="3" y="14"/>
                      </a:lnTo>
                      <a:lnTo>
                        <a:pt x="23" y="0"/>
                      </a:lnTo>
                      <a:lnTo>
                        <a:pt x="37" y="3"/>
                      </a:lnTo>
                      <a:lnTo>
                        <a:pt x="51" y="13"/>
                      </a:lnTo>
                      <a:lnTo>
                        <a:pt x="53" y="23"/>
                      </a:lnTo>
                      <a:lnTo>
                        <a:pt x="84" y="20"/>
                      </a:lnTo>
                      <a:lnTo>
                        <a:pt x="84" y="14"/>
                      </a:lnTo>
                      <a:lnTo>
                        <a:pt x="104" y="13"/>
                      </a:lnTo>
                      <a:lnTo>
                        <a:pt x="108" y="19"/>
                      </a:lnTo>
                      <a:lnTo>
                        <a:pt x="115" y="23"/>
                      </a:lnTo>
                      <a:lnTo>
                        <a:pt x="107" y="29"/>
                      </a:lnTo>
                      <a:lnTo>
                        <a:pt x="103" y="39"/>
                      </a:lnTo>
                      <a:lnTo>
                        <a:pt x="106" y="102"/>
                      </a:lnTo>
                      <a:lnTo>
                        <a:pt x="112" y="105"/>
                      </a:lnTo>
                      <a:lnTo>
                        <a:pt x="106" y="111"/>
                      </a:lnTo>
                      <a:lnTo>
                        <a:pt x="101" y="121"/>
                      </a:lnTo>
                      <a:lnTo>
                        <a:pt x="90" y="131"/>
                      </a:lnTo>
                      <a:lnTo>
                        <a:pt x="88" y="140"/>
                      </a:lnTo>
                      <a:lnTo>
                        <a:pt x="83" y="15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0" id="190"/>
                <p:cNvSpPr/>
                <p:nvPr/>
              </p:nvSpPr>
              <p:spPr>
                <a:xfrm>
                  <a:off x="3216" y="2655"/>
                  <a:ext cx="229" cy="30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4" h="276" stroke="true" fill="norm" extrusionOk="true">
                      <a:moveTo>
                        <a:pt x="126" y="275"/>
                      </a:moveTo>
                      <a:lnTo>
                        <a:pt x="119" y="271"/>
                      </a:lnTo>
                      <a:lnTo>
                        <a:pt x="115" y="265"/>
                      </a:lnTo>
                      <a:lnTo>
                        <a:pt x="96" y="267"/>
                      </a:lnTo>
                      <a:lnTo>
                        <a:pt x="96" y="272"/>
                      </a:lnTo>
                      <a:lnTo>
                        <a:pt x="64" y="275"/>
                      </a:lnTo>
                      <a:lnTo>
                        <a:pt x="63" y="265"/>
                      </a:lnTo>
                      <a:lnTo>
                        <a:pt x="49" y="256"/>
                      </a:lnTo>
                      <a:lnTo>
                        <a:pt x="35" y="252"/>
                      </a:lnTo>
                      <a:lnTo>
                        <a:pt x="35" y="243"/>
                      </a:lnTo>
                      <a:lnTo>
                        <a:pt x="28" y="231"/>
                      </a:lnTo>
                      <a:lnTo>
                        <a:pt x="24" y="228"/>
                      </a:lnTo>
                      <a:lnTo>
                        <a:pt x="16" y="223"/>
                      </a:lnTo>
                      <a:lnTo>
                        <a:pt x="16" y="211"/>
                      </a:lnTo>
                      <a:lnTo>
                        <a:pt x="8" y="209"/>
                      </a:lnTo>
                      <a:lnTo>
                        <a:pt x="0" y="195"/>
                      </a:lnTo>
                      <a:lnTo>
                        <a:pt x="15" y="194"/>
                      </a:lnTo>
                      <a:lnTo>
                        <a:pt x="19" y="162"/>
                      </a:lnTo>
                      <a:lnTo>
                        <a:pt x="30" y="161"/>
                      </a:lnTo>
                      <a:lnTo>
                        <a:pt x="33" y="128"/>
                      </a:lnTo>
                      <a:lnTo>
                        <a:pt x="52" y="124"/>
                      </a:lnTo>
                      <a:lnTo>
                        <a:pt x="49" y="85"/>
                      </a:lnTo>
                      <a:lnTo>
                        <a:pt x="39" y="82"/>
                      </a:lnTo>
                      <a:lnTo>
                        <a:pt x="40" y="71"/>
                      </a:lnTo>
                      <a:lnTo>
                        <a:pt x="52" y="72"/>
                      </a:lnTo>
                      <a:lnTo>
                        <a:pt x="52" y="60"/>
                      </a:lnTo>
                      <a:lnTo>
                        <a:pt x="46" y="46"/>
                      </a:lnTo>
                      <a:lnTo>
                        <a:pt x="45" y="27"/>
                      </a:lnTo>
                      <a:lnTo>
                        <a:pt x="55" y="0"/>
                      </a:lnTo>
                      <a:lnTo>
                        <a:pt x="60" y="12"/>
                      </a:lnTo>
                      <a:lnTo>
                        <a:pt x="68" y="25"/>
                      </a:lnTo>
                      <a:lnTo>
                        <a:pt x="74" y="34"/>
                      </a:lnTo>
                      <a:lnTo>
                        <a:pt x="84" y="52"/>
                      </a:lnTo>
                      <a:lnTo>
                        <a:pt x="90" y="63"/>
                      </a:lnTo>
                      <a:lnTo>
                        <a:pt x="91" y="76"/>
                      </a:lnTo>
                      <a:lnTo>
                        <a:pt x="108" y="81"/>
                      </a:lnTo>
                      <a:lnTo>
                        <a:pt x="116" y="100"/>
                      </a:lnTo>
                      <a:lnTo>
                        <a:pt x="127" y="121"/>
                      </a:lnTo>
                      <a:lnTo>
                        <a:pt x="123" y="132"/>
                      </a:lnTo>
                      <a:lnTo>
                        <a:pt x="121" y="159"/>
                      </a:lnTo>
                      <a:lnTo>
                        <a:pt x="137" y="162"/>
                      </a:lnTo>
                      <a:lnTo>
                        <a:pt x="148" y="172"/>
                      </a:lnTo>
                      <a:lnTo>
                        <a:pt x="173" y="195"/>
                      </a:lnTo>
                      <a:lnTo>
                        <a:pt x="189" y="195"/>
                      </a:lnTo>
                      <a:lnTo>
                        <a:pt x="203" y="208"/>
                      </a:lnTo>
                      <a:lnTo>
                        <a:pt x="189" y="220"/>
                      </a:lnTo>
                      <a:lnTo>
                        <a:pt x="185" y="240"/>
                      </a:lnTo>
                      <a:lnTo>
                        <a:pt x="171" y="256"/>
                      </a:lnTo>
                      <a:lnTo>
                        <a:pt x="151" y="260"/>
                      </a:lnTo>
                      <a:lnTo>
                        <a:pt x="137" y="260"/>
                      </a:lnTo>
                      <a:lnTo>
                        <a:pt x="126" y="27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1" id="191"/>
                <p:cNvSpPr/>
                <p:nvPr/>
              </p:nvSpPr>
              <p:spPr>
                <a:xfrm>
                  <a:off x="3344" y="2799"/>
                  <a:ext cx="174" cy="25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5" h="231" stroke="true" fill="norm" extrusionOk="true">
                      <a:moveTo>
                        <a:pt x="23" y="33"/>
                      </a:moveTo>
                      <a:lnTo>
                        <a:pt x="34" y="43"/>
                      </a:lnTo>
                      <a:lnTo>
                        <a:pt x="58" y="67"/>
                      </a:lnTo>
                      <a:lnTo>
                        <a:pt x="75" y="66"/>
                      </a:lnTo>
                      <a:lnTo>
                        <a:pt x="89" y="80"/>
                      </a:lnTo>
                      <a:lnTo>
                        <a:pt x="74" y="92"/>
                      </a:lnTo>
                      <a:lnTo>
                        <a:pt x="71" y="112"/>
                      </a:lnTo>
                      <a:lnTo>
                        <a:pt x="57" y="127"/>
                      </a:lnTo>
                      <a:lnTo>
                        <a:pt x="37" y="132"/>
                      </a:lnTo>
                      <a:lnTo>
                        <a:pt x="23" y="132"/>
                      </a:lnTo>
                      <a:lnTo>
                        <a:pt x="12" y="147"/>
                      </a:lnTo>
                      <a:lnTo>
                        <a:pt x="4" y="154"/>
                      </a:lnTo>
                      <a:lnTo>
                        <a:pt x="0" y="163"/>
                      </a:lnTo>
                      <a:lnTo>
                        <a:pt x="3" y="227"/>
                      </a:lnTo>
                      <a:lnTo>
                        <a:pt x="8" y="230"/>
                      </a:lnTo>
                      <a:lnTo>
                        <a:pt x="19" y="216"/>
                      </a:lnTo>
                      <a:lnTo>
                        <a:pt x="28" y="201"/>
                      </a:lnTo>
                      <a:lnTo>
                        <a:pt x="45" y="189"/>
                      </a:lnTo>
                      <a:lnTo>
                        <a:pt x="72" y="165"/>
                      </a:lnTo>
                      <a:lnTo>
                        <a:pt x="98" y="138"/>
                      </a:lnTo>
                      <a:lnTo>
                        <a:pt x="114" y="115"/>
                      </a:lnTo>
                      <a:lnTo>
                        <a:pt x="120" y="87"/>
                      </a:lnTo>
                      <a:lnTo>
                        <a:pt x="129" y="67"/>
                      </a:lnTo>
                      <a:lnTo>
                        <a:pt x="141" y="51"/>
                      </a:lnTo>
                      <a:lnTo>
                        <a:pt x="146" y="33"/>
                      </a:lnTo>
                      <a:lnTo>
                        <a:pt x="154" y="25"/>
                      </a:lnTo>
                      <a:lnTo>
                        <a:pt x="146" y="15"/>
                      </a:lnTo>
                      <a:lnTo>
                        <a:pt x="134" y="0"/>
                      </a:lnTo>
                      <a:lnTo>
                        <a:pt x="118" y="14"/>
                      </a:lnTo>
                      <a:lnTo>
                        <a:pt x="103" y="17"/>
                      </a:lnTo>
                      <a:lnTo>
                        <a:pt x="93" y="22"/>
                      </a:lnTo>
                      <a:lnTo>
                        <a:pt x="84" y="29"/>
                      </a:lnTo>
                      <a:lnTo>
                        <a:pt x="54" y="26"/>
                      </a:lnTo>
                      <a:lnTo>
                        <a:pt x="37" y="20"/>
                      </a:lnTo>
                      <a:lnTo>
                        <a:pt x="23" y="3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2" id="192"/>
                <p:cNvSpPr/>
                <p:nvPr/>
              </p:nvSpPr>
              <p:spPr>
                <a:xfrm>
                  <a:off x="2834" y="2395"/>
                  <a:ext cx="249" cy="29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21" h="264" stroke="true" fill="norm" extrusionOk="true">
                      <a:moveTo>
                        <a:pt x="28" y="2"/>
                      </a:moveTo>
                      <a:lnTo>
                        <a:pt x="40" y="8"/>
                      </a:lnTo>
                      <a:lnTo>
                        <a:pt x="48" y="9"/>
                      </a:lnTo>
                      <a:lnTo>
                        <a:pt x="81" y="15"/>
                      </a:lnTo>
                      <a:lnTo>
                        <a:pt x="85" y="27"/>
                      </a:lnTo>
                      <a:lnTo>
                        <a:pt x="108" y="31"/>
                      </a:lnTo>
                      <a:lnTo>
                        <a:pt x="109" y="38"/>
                      </a:lnTo>
                      <a:lnTo>
                        <a:pt x="129" y="42"/>
                      </a:lnTo>
                      <a:lnTo>
                        <a:pt x="142" y="48"/>
                      </a:lnTo>
                      <a:lnTo>
                        <a:pt x="146" y="41"/>
                      </a:lnTo>
                      <a:lnTo>
                        <a:pt x="146" y="20"/>
                      </a:lnTo>
                      <a:lnTo>
                        <a:pt x="152" y="14"/>
                      </a:lnTo>
                      <a:lnTo>
                        <a:pt x="158" y="5"/>
                      </a:lnTo>
                      <a:lnTo>
                        <a:pt x="164" y="0"/>
                      </a:lnTo>
                      <a:lnTo>
                        <a:pt x="179" y="1"/>
                      </a:lnTo>
                      <a:lnTo>
                        <a:pt x="187" y="9"/>
                      </a:lnTo>
                      <a:lnTo>
                        <a:pt x="195" y="16"/>
                      </a:lnTo>
                      <a:lnTo>
                        <a:pt x="208" y="16"/>
                      </a:lnTo>
                      <a:lnTo>
                        <a:pt x="220" y="20"/>
                      </a:lnTo>
                      <a:lnTo>
                        <a:pt x="219" y="34"/>
                      </a:lnTo>
                      <a:lnTo>
                        <a:pt x="219" y="210"/>
                      </a:lnTo>
                      <a:lnTo>
                        <a:pt x="218" y="234"/>
                      </a:lnTo>
                      <a:lnTo>
                        <a:pt x="208" y="237"/>
                      </a:lnTo>
                      <a:lnTo>
                        <a:pt x="211" y="263"/>
                      </a:lnTo>
                      <a:lnTo>
                        <a:pt x="201" y="261"/>
                      </a:lnTo>
                      <a:lnTo>
                        <a:pt x="177" y="243"/>
                      </a:lnTo>
                      <a:lnTo>
                        <a:pt x="168" y="238"/>
                      </a:lnTo>
                      <a:lnTo>
                        <a:pt x="146" y="227"/>
                      </a:lnTo>
                      <a:lnTo>
                        <a:pt x="138" y="214"/>
                      </a:lnTo>
                      <a:lnTo>
                        <a:pt x="113" y="210"/>
                      </a:lnTo>
                      <a:lnTo>
                        <a:pt x="108" y="198"/>
                      </a:lnTo>
                      <a:lnTo>
                        <a:pt x="95" y="193"/>
                      </a:lnTo>
                      <a:lnTo>
                        <a:pt x="95" y="187"/>
                      </a:lnTo>
                      <a:lnTo>
                        <a:pt x="80" y="186"/>
                      </a:lnTo>
                      <a:lnTo>
                        <a:pt x="72" y="182"/>
                      </a:lnTo>
                      <a:lnTo>
                        <a:pt x="54" y="181"/>
                      </a:lnTo>
                      <a:lnTo>
                        <a:pt x="52" y="173"/>
                      </a:lnTo>
                      <a:lnTo>
                        <a:pt x="34" y="173"/>
                      </a:lnTo>
                      <a:lnTo>
                        <a:pt x="32" y="159"/>
                      </a:lnTo>
                      <a:lnTo>
                        <a:pt x="9" y="155"/>
                      </a:lnTo>
                      <a:lnTo>
                        <a:pt x="2" y="148"/>
                      </a:lnTo>
                      <a:lnTo>
                        <a:pt x="0" y="130"/>
                      </a:lnTo>
                      <a:lnTo>
                        <a:pt x="3" y="33"/>
                      </a:lnTo>
                      <a:lnTo>
                        <a:pt x="18" y="26"/>
                      </a:lnTo>
                      <a:lnTo>
                        <a:pt x="25" y="24"/>
                      </a:lnTo>
                      <a:lnTo>
                        <a:pt x="28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3" id="193"/>
                <p:cNvSpPr/>
                <p:nvPr/>
              </p:nvSpPr>
              <p:spPr>
                <a:xfrm>
                  <a:off x="3031" y="2601"/>
                  <a:ext cx="247" cy="36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20" h="320" stroke="true" fill="norm" extrusionOk="true">
                      <a:moveTo>
                        <a:pt x="36" y="79"/>
                      </a:moveTo>
                      <a:lnTo>
                        <a:pt x="34" y="121"/>
                      </a:lnTo>
                      <a:lnTo>
                        <a:pt x="25" y="125"/>
                      </a:lnTo>
                      <a:lnTo>
                        <a:pt x="16" y="141"/>
                      </a:lnTo>
                      <a:lnTo>
                        <a:pt x="13" y="155"/>
                      </a:lnTo>
                      <a:lnTo>
                        <a:pt x="2" y="156"/>
                      </a:lnTo>
                      <a:lnTo>
                        <a:pt x="0" y="165"/>
                      </a:lnTo>
                      <a:lnTo>
                        <a:pt x="11" y="170"/>
                      </a:lnTo>
                      <a:lnTo>
                        <a:pt x="14" y="182"/>
                      </a:lnTo>
                      <a:lnTo>
                        <a:pt x="20" y="184"/>
                      </a:lnTo>
                      <a:lnTo>
                        <a:pt x="20" y="191"/>
                      </a:lnTo>
                      <a:lnTo>
                        <a:pt x="18" y="196"/>
                      </a:lnTo>
                      <a:lnTo>
                        <a:pt x="25" y="207"/>
                      </a:lnTo>
                      <a:lnTo>
                        <a:pt x="31" y="221"/>
                      </a:lnTo>
                      <a:lnTo>
                        <a:pt x="30" y="234"/>
                      </a:lnTo>
                      <a:lnTo>
                        <a:pt x="36" y="237"/>
                      </a:lnTo>
                      <a:lnTo>
                        <a:pt x="37" y="245"/>
                      </a:lnTo>
                      <a:lnTo>
                        <a:pt x="48" y="243"/>
                      </a:lnTo>
                      <a:lnTo>
                        <a:pt x="52" y="256"/>
                      </a:lnTo>
                      <a:lnTo>
                        <a:pt x="64" y="260"/>
                      </a:lnTo>
                      <a:lnTo>
                        <a:pt x="67" y="276"/>
                      </a:lnTo>
                      <a:lnTo>
                        <a:pt x="74" y="278"/>
                      </a:lnTo>
                      <a:lnTo>
                        <a:pt x="79" y="284"/>
                      </a:lnTo>
                      <a:lnTo>
                        <a:pt x="81" y="289"/>
                      </a:lnTo>
                      <a:lnTo>
                        <a:pt x="79" y="296"/>
                      </a:lnTo>
                      <a:lnTo>
                        <a:pt x="85" y="304"/>
                      </a:lnTo>
                      <a:lnTo>
                        <a:pt x="118" y="306"/>
                      </a:lnTo>
                      <a:lnTo>
                        <a:pt x="123" y="314"/>
                      </a:lnTo>
                      <a:lnTo>
                        <a:pt x="133" y="316"/>
                      </a:lnTo>
                      <a:lnTo>
                        <a:pt x="133" y="318"/>
                      </a:lnTo>
                      <a:lnTo>
                        <a:pt x="148" y="318"/>
                      </a:lnTo>
                      <a:lnTo>
                        <a:pt x="162" y="319"/>
                      </a:lnTo>
                      <a:lnTo>
                        <a:pt x="178" y="314"/>
                      </a:lnTo>
                      <a:lnTo>
                        <a:pt x="199" y="299"/>
                      </a:lnTo>
                      <a:lnTo>
                        <a:pt x="199" y="290"/>
                      </a:lnTo>
                      <a:lnTo>
                        <a:pt x="192" y="278"/>
                      </a:lnTo>
                      <a:lnTo>
                        <a:pt x="188" y="275"/>
                      </a:lnTo>
                      <a:lnTo>
                        <a:pt x="180" y="270"/>
                      </a:lnTo>
                      <a:lnTo>
                        <a:pt x="180" y="258"/>
                      </a:lnTo>
                      <a:lnTo>
                        <a:pt x="172" y="256"/>
                      </a:lnTo>
                      <a:lnTo>
                        <a:pt x="164" y="242"/>
                      </a:lnTo>
                      <a:lnTo>
                        <a:pt x="179" y="241"/>
                      </a:lnTo>
                      <a:lnTo>
                        <a:pt x="183" y="209"/>
                      </a:lnTo>
                      <a:lnTo>
                        <a:pt x="194" y="208"/>
                      </a:lnTo>
                      <a:lnTo>
                        <a:pt x="197" y="175"/>
                      </a:lnTo>
                      <a:lnTo>
                        <a:pt x="216" y="171"/>
                      </a:lnTo>
                      <a:lnTo>
                        <a:pt x="213" y="132"/>
                      </a:lnTo>
                      <a:lnTo>
                        <a:pt x="203" y="129"/>
                      </a:lnTo>
                      <a:lnTo>
                        <a:pt x="204" y="118"/>
                      </a:lnTo>
                      <a:lnTo>
                        <a:pt x="216" y="119"/>
                      </a:lnTo>
                      <a:lnTo>
                        <a:pt x="216" y="107"/>
                      </a:lnTo>
                      <a:lnTo>
                        <a:pt x="210" y="92"/>
                      </a:lnTo>
                      <a:lnTo>
                        <a:pt x="209" y="74"/>
                      </a:lnTo>
                      <a:lnTo>
                        <a:pt x="219" y="47"/>
                      </a:lnTo>
                      <a:lnTo>
                        <a:pt x="217" y="33"/>
                      </a:lnTo>
                      <a:lnTo>
                        <a:pt x="210" y="14"/>
                      </a:lnTo>
                      <a:lnTo>
                        <a:pt x="191" y="0"/>
                      </a:lnTo>
                      <a:lnTo>
                        <a:pt x="167" y="20"/>
                      </a:lnTo>
                      <a:lnTo>
                        <a:pt x="158" y="13"/>
                      </a:lnTo>
                      <a:lnTo>
                        <a:pt x="64" y="13"/>
                      </a:lnTo>
                      <a:lnTo>
                        <a:pt x="53" y="20"/>
                      </a:lnTo>
                      <a:lnTo>
                        <a:pt x="44" y="25"/>
                      </a:lnTo>
                      <a:lnTo>
                        <a:pt x="43" y="50"/>
                      </a:lnTo>
                      <a:lnTo>
                        <a:pt x="33" y="53"/>
                      </a:lnTo>
                      <a:lnTo>
                        <a:pt x="36" y="7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4" id="194"/>
                <p:cNvSpPr/>
                <p:nvPr/>
              </p:nvSpPr>
              <p:spPr>
                <a:xfrm>
                  <a:off x="4582" y="2807"/>
                  <a:ext cx="35" cy="6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3" h="60" stroke="true" fill="norm" extrusionOk="true">
                      <a:moveTo>
                        <a:pt x="23" y="6"/>
                      </a:moveTo>
                      <a:lnTo>
                        <a:pt x="21" y="17"/>
                      </a:lnTo>
                      <a:lnTo>
                        <a:pt x="8" y="27"/>
                      </a:lnTo>
                      <a:lnTo>
                        <a:pt x="0" y="39"/>
                      </a:lnTo>
                      <a:lnTo>
                        <a:pt x="2" y="59"/>
                      </a:lnTo>
                      <a:lnTo>
                        <a:pt x="17" y="44"/>
                      </a:lnTo>
                      <a:lnTo>
                        <a:pt x="27" y="24"/>
                      </a:lnTo>
                      <a:lnTo>
                        <a:pt x="32" y="11"/>
                      </a:lnTo>
                      <a:lnTo>
                        <a:pt x="27" y="0"/>
                      </a:lnTo>
                      <a:lnTo>
                        <a:pt x="23" y="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5" id="195"/>
                <p:cNvSpPr/>
                <p:nvPr/>
              </p:nvSpPr>
              <p:spPr>
                <a:xfrm>
                  <a:off x="4604" y="2671"/>
                  <a:ext cx="56" cy="8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1" h="78" stroke="true" fill="norm" extrusionOk="true">
                      <a:moveTo>
                        <a:pt x="24" y="0"/>
                      </a:moveTo>
                      <a:lnTo>
                        <a:pt x="14" y="16"/>
                      </a:lnTo>
                      <a:lnTo>
                        <a:pt x="10" y="37"/>
                      </a:lnTo>
                      <a:lnTo>
                        <a:pt x="0" y="46"/>
                      </a:lnTo>
                      <a:lnTo>
                        <a:pt x="3" y="66"/>
                      </a:lnTo>
                      <a:lnTo>
                        <a:pt x="14" y="69"/>
                      </a:lnTo>
                      <a:lnTo>
                        <a:pt x="20" y="77"/>
                      </a:lnTo>
                      <a:lnTo>
                        <a:pt x="36" y="76"/>
                      </a:lnTo>
                      <a:lnTo>
                        <a:pt x="50" y="71"/>
                      </a:lnTo>
                      <a:lnTo>
                        <a:pt x="45" y="52"/>
                      </a:lnTo>
                      <a:lnTo>
                        <a:pt x="47" y="37"/>
                      </a:lnTo>
                      <a:lnTo>
                        <a:pt x="47" y="27"/>
                      </a:lnTo>
                      <a:lnTo>
                        <a:pt x="42" y="10"/>
                      </a:lnTo>
                      <a:lnTo>
                        <a:pt x="39" y="1"/>
                      </a:lnTo>
                      <a:lnTo>
                        <a:pt x="24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6" id="196"/>
                <p:cNvSpPr/>
                <p:nvPr/>
              </p:nvSpPr>
              <p:spPr>
                <a:xfrm>
                  <a:off x="4679" y="2844"/>
                  <a:ext cx="54" cy="7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8" h="66" stroke="true" fill="norm" extrusionOk="true">
                      <a:moveTo>
                        <a:pt x="28" y="0"/>
                      </a:moveTo>
                      <a:lnTo>
                        <a:pt x="14" y="10"/>
                      </a:lnTo>
                      <a:lnTo>
                        <a:pt x="0" y="26"/>
                      </a:lnTo>
                      <a:lnTo>
                        <a:pt x="8" y="38"/>
                      </a:lnTo>
                      <a:lnTo>
                        <a:pt x="18" y="52"/>
                      </a:lnTo>
                      <a:lnTo>
                        <a:pt x="29" y="65"/>
                      </a:lnTo>
                      <a:lnTo>
                        <a:pt x="38" y="52"/>
                      </a:lnTo>
                      <a:lnTo>
                        <a:pt x="47" y="45"/>
                      </a:lnTo>
                      <a:lnTo>
                        <a:pt x="47" y="18"/>
                      </a:lnTo>
                      <a:lnTo>
                        <a:pt x="41" y="7"/>
                      </a:lnTo>
                      <a:lnTo>
                        <a:pt x="2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7" id="197"/>
                <p:cNvSpPr/>
                <p:nvPr/>
              </p:nvSpPr>
              <p:spPr>
                <a:xfrm>
                  <a:off x="2546" y="2837"/>
                  <a:ext cx="106" cy="10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4" h="93" stroke="true" fill="norm" extrusionOk="true">
                      <a:moveTo>
                        <a:pt x="32" y="92"/>
                      </a:moveTo>
                      <a:lnTo>
                        <a:pt x="15" y="86"/>
                      </a:lnTo>
                      <a:lnTo>
                        <a:pt x="14" y="69"/>
                      </a:lnTo>
                      <a:lnTo>
                        <a:pt x="4" y="68"/>
                      </a:lnTo>
                      <a:lnTo>
                        <a:pt x="0" y="53"/>
                      </a:lnTo>
                      <a:lnTo>
                        <a:pt x="4" y="35"/>
                      </a:lnTo>
                      <a:lnTo>
                        <a:pt x="20" y="24"/>
                      </a:lnTo>
                      <a:lnTo>
                        <a:pt x="10" y="15"/>
                      </a:lnTo>
                      <a:lnTo>
                        <a:pt x="15" y="3"/>
                      </a:lnTo>
                      <a:lnTo>
                        <a:pt x="28" y="3"/>
                      </a:lnTo>
                      <a:lnTo>
                        <a:pt x="46" y="0"/>
                      </a:lnTo>
                      <a:lnTo>
                        <a:pt x="54" y="6"/>
                      </a:lnTo>
                      <a:lnTo>
                        <a:pt x="83" y="8"/>
                      </a:lnTo>
                      <a:lnTo>
                        <a:pt x="84" y="21"/>
                      </a:lnTo>
                      <a:lnTo>
                        <a:pt x="93" y="26"/>
                      </a:lnTo>
                      <a:lnTo>
                        <a:pt x="91" y="37"/>
                      </a:lnTo>
                      <a:lnTo>
                        <a:pt x="84" y="39"/>
                      </a:lnTo>
                      <a:lnTo>
                        <a:pt x="81" y="61"/>
                      </a:lnTo>
                      <a:lnTo>
                        <a:pt x="84" y="84"/>
                      </a:lnTo>
                      <a:lnTo>
                        <a:pt x="48" y="85"/>
                      </a:lnTo>
                      <a:lnTo>
                        <a:pt x="32" y="9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8" id="198"/>
                <p:cNvSpPr/>
                <p:nvPr/>
              </p:nvSpPr>
              <p:spPr>
                <a:xfrm>
                  <a:off x="4034" y="1987"/>
                  <a:ext cx="475" cy="23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24" h="212" stroke="true" fill="norm" extrusionOk="true">
                      <a:moveTo>
                        <a:pt x="0" y="80"/>
                      </a:moveTo>
                      <a:lnTo>
                        <a:pt x="8" y="73"/>
                      </a:lnTo>
                      <a:lnTo>
                        <a:pt x="27" y="68"/>
                      </a:lnTo>
                      <a:lnTo>
                        <a:pt x="70" y="64"/>
                      </a:lnTo>
                      <a:lnTo>
                        <a:pt x="75" y="70"/>
                      </a:lnTo>
                      <a:lnTo>
                        <a:pt x="90" y="73"/>
                      </a:lnTo>
                      <a:lnTo>
                        <a:pt x="96" y="79"/>
                      </a:lnTo>
                      <a:lnTo>
                        <a:pt x="125" y="76"/>
                      </a:lnTo>
                      <a:lnTo>
                        <a:pt x="118" y="59"/>
                      </a:lnTo>
                      <a:lnTo>
                        <a:pt x="114" y="51"/>
                      </a:lnTo>
                      <a:lnTo>
                        <a:pt x="125" y="51"/>
                      </a:lnTo>
                      <a:lnTo>
                        <a:pt x="125" y="26"/>
                      </a:lnTo>
                      <a:lnTo>
                        <a:pt x="125" y="0"/>
                      </a:lnTo>
                      <a:lnTo>
                        <a:pt x="152" y="11"/>
                      </a:lnTo>
                      <a:lnTo>
                        <a:pt x="170" y="11"/>
                      </a:lnTo>
                      <a:lnTo>
                        <a:pt x="182" y="24"/>
                      </a:lnTo>
                      <a:lnTo>
                        <a:pt x="188" y="37"/>
                      </a:lnTo>
                      <a:lnTo>
                        <a:pt x="209" y="37"/>
                      </a:lnTo>
                      <a:lnTo>
                        <a:pt x="241" y="39"/>
                      </a:lnTo>
                      <a:lnTo>
                        <a:pt x="259" y="49"/>
                      </a:lnTo>
                      <a:lnTo>
                        <a:pt x="272" y="52"/>
                      </a:lnTo>
                      <a:lnTo>
                        <a:pt x="276" y="64"/>
                      </a:lnTo>
                      <a:lnTo>
                        <a:pt x="313" y="58"/>
                      </a:lnTo>
                      <a:lnTo>
                        <a:pt x="320" y="49"/>
                      </a:lnTo>
                      <a:lnTo>
                        <a:pt x="332" y="57"/>
                      </a:lnTo>
                      <a:lnTo>
                        <a:pt x="349" y="41"/>
                      </a:lnTo>
                      <a:lnTo>
                        <a:pt x="364" y="41"/>
                      </a:lnTo>
                      <a:lnTo>
                        <a:pt x="376" y="47"/>
                      </a:lnTo>
                      <a:lnTo>
                        <a:pt x="372" y="59"/>
                      </a:lnTo>
                      <a:lnTo>
                        <a:pt x="374" y="91"/>
                      </a:lnTo>
                      <a:lnTo>
                        <a:pt x="377" y="97"/>
                      </a:lnTo>
                      <a:lnTo>
                        <a:pt x="389" y="94"/>
                      </a:lnTo>
                      <a:lnTo>
                        <a:pt x="412" y="91"/>
                      </a:lnTo>
                      <a:lnTo>
                        <a:pt x="423" y="106"/>
                      </a:lnTo>
                      <a:lnTo>
                        <a:pt x="398" y="117"/>
                      </a:lnTo>
                      <a:lnTo>
                        <a:pt x="377" y="130"/>
                      </a:lnTo>
                      <a:lnTo>
                        <a:pt x="365" y="139"/>
                      </a:lnTo>
                      <a:lnTo>
                        <a:pt x="351" y="154"/>
                      </a:lnTo>
                      <a:lnTo>
                        <a:pt x="331" y="147"/>
                      </a:lnTo>
                      <a:lnTo>
                        <a:pt x="332" y="164"/>
                      </a:lnTo>
                      <a:lnTo>
                        <a:pt x="330" y="181"/>
                      </a:lnTo>
                      <a:lnTo>
                        <a:pt x="307" y="199"/>
                      </a:lnTo>
                      <a:lnTo>
                        <a:pt x="279" y="196"/>
                      </a:lnTo>
                      <a:lnTo>
                        <a:pt x="267" y="204"/>
                      </a:lnTo>
                      <a:lnTo>
                        <a:pt x="246" y="211"/>
                      </a:lnTo>
                      <a:lnTo>
                        <a:pt x="225" y="199"/>
                      </a:lnTo>
                      <a:lnTo>
                        <a:pt x="207" y="194"/>
                      </a:lnTo>
                      <a:lnTo>
                        <a:pt x="127" y="188"/>
                      </a:lnTo>
                      <a:lnTo>
                        <a:pt x="117" y="179"/>
                      </a:lnTo>
                      <a:lnTo>
                        <a:pt x="107" y="160"/>
                      </a:lnTo>
                      <a:lnTo>
                        <a:pt x="91" y="152"/>
                      </a:lnTo>
                      <a:lnTo>
                        <a:pt x="76" y="149"/>
                      </a:lnTo>
                      <a:lnTo>
                        <a:pt x="43" y="143"/>
                      </a:lnTo>
                      <a:lnTo>
                        <a:pt x="33" y="118"/>
                      </a:lnTo>
                      <a:lnTo>
                        <a:pt x="29" y="102"/>
                      </a:lnTo>
                      <a:lnTo>
                        <a:pt x="8" y="91"/>
                      </a:lnTo>
                      <a:lnTo>
                        <a:pt x="0" y="8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9" id="199"/>
                <p:cNvSpPr/>
                <p:nvPr/>
              </p:nvSpPr>
              <p:spPr>
                <a:xfrm>
                  <a:off x="3967" y="2847"/>
                  <a:ext cx="33" cy="6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9" h="60" stroke="true" fill="norm" extrusionOk="true">
                      <a:moveTo>
                        <a:pt x="9" y="0"/>
                      </a:moveTo>
                      <a:lnTo>
                        <a:pt x="1" y="17"/>
                      </a:lnTo>
                      <a:lnTo>
                        <a:pt x="0" y="40"/>
                      </a:lnTo>
                      <a:lnTo>
                        <a:pt x="8" y="59"/>
                      </a:lnTo>
                      <a:lnTo>
                        <a:pt x="28" y="56"/>
                      </a:lnTo>
                      <a:lnTo>
                        <a:pt x="28" y="19"/>
                      </a:lnTo>
                      <a:lnTo>
                        <a:pt x="22" y="11"/>
                      </a:lnTo>
                      <a:lnTo>
                        <a:pt x="9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0" id="200"/>
                <p:cNvSpPr/>
                <p:nvPr/>
              </p:nvSpPr>
              <p:spPr>
                <a:xfrm>
                  <a:off x="2598" y="2752"/>
                  <a:ext cx="128" cy="9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4" h="84" stroke="true" fill="norm" extrusionOk="true">
                      <a:moveTo>
                        <a:pt x="113" y="42"/>
                      </a:moveTo>
                      <a:lnTo>
                        <a:pt x="109" y="57"/>
                      </a:lnTo>
                      <a:lnTo>
                        <a:pt x="93" y="62"/>
                      </a:lnTo>
                      <a:lnTo>
                        <a:pt x="82" y="77"/>
                      </a:lnTo>
                      <a:lnTo>
                        <a:pt x="75" y="78"/>
                      </a:lnTo>
                      <a:lnTo>
                        <a:pt x="63" y="75"/>
                      </a:lnTo>
                      <a:lnTo>
                        <a:pt x="52" y="69"/>
                      </a:lnTo>
                      <a:lnTo>
                        <a:pt x="45" y="69"/>
                      </a:lnTo>
                      <a:lnTo>
                        <a:pt x="37" y="83"/>
                      </a:lnTo>
                      <a:lnTo>
                        <a:pt x="8" y="81"/>
                      </a:lnTo>
                      <a:lnTo>
                        <a:pt x="0" y="75"/>
                      </a:lnTo>
                      <a:lnTo>
                        <a:pt x="4" y="56"/>
                      </a:lnTo>
                      <a:lnTo>
                        <a:pt x="14" y="42"/>
                      </a:lnTo>
                      <a:lnTo>
                        <a:pt x="19" y="30"/>
                      </a:lnTo>
                      <a:lnTo>
                        <a:pt x="23" y="23"/>
                      </a:lnTo>
                      <a:lnTo>
                        <a:pt x="41" y="17"/>
                      </a:lnTo>
                      <a:lnTo>
                        <a:pt x="49" y="9"/>
                      </a:lnTo>
                      <a:lnTo>
                        <a:pt x="57" y="0"/>
                      </a:lnTo>
                      <a:lnTo>
                        <a:pt x="81" y="1"/>
                      </a:lnTo>
                      <a:lnTo>
                        <a:pt x="85" y="9"/>
                      </a:lnTo>
                      <a:lnTo>
                        <a:pt x="94" y="14"/>
                      </a:lnTo>
                      <a:lnTo>
                        <a:pt x="95" y="30"/>
                      </a:lnTo>
                      <a:lnTo>
                        <a:pt x="105" y="30"/>
                      </a:lnTo>
                      <a:lnTo>
                        <a:pt x="113" y="4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1" id="201"/>
                <p:cNvSpPr/>
                <p:nvPr/>
              </p:nvSpPr>
              <p:spPr>
                <a:xfrm>
                  <a:off x="2443" y="2793"/>
                  <a:ext cx="126" cy="10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3" h="93" stroke="true" fill="norm" extrusionOk="true">
                      <a:moveTo>
                        <a:pt x="0" y="15"/>
                      </a:moveTo>
                      <a:lnTo>
                        <a:pt x="8" y="6"/>
                      </a:lnTo>
                      <a:lnTo>
                        <a:pt x="25" y="0"/>
                      </a:lnTo>
                      <a:lnTo>
                        <a:pt x="45" y="3"/>
                      </a:lnTo>
                      <a:lnTo>
                        <a:pt x="61" y="3"/>
                      </a:lnTo>
                      <a:lnTo>
                        <a:pt x="76" y="8"/>
                      </a:lnTo>
                      <a:lnTo>
                        <a:pt x="92" y="11"/>
                      </a:lnTo>
                      <a:lnTo>
                        <a:pt x="103" y="23"/>
                      </a:lnTo>
                      <a:lnTo>
                        <a:pt x="107" y="42"/>
                      </a:lnTo>
                      <a:lnTo>
                        <a:pt x="102" y="54"/>
                      </a:lnTo>
                      <a:lnTo>
                        <a:pt x="112" y="62"/>
                      </a:lnTo>
                      <a:lnTo>
                        <a:pt x="96" y="74"/>
                      </a:lnTo>
                      <a:lnTo>
                        <a:pt x="92" y="92"/>
                      </a:lnTo>
                      <a:lnTo>
                        <a:pt x="81" y="89"/>
                      </a:lnTo>
                      <a:lnTo>
                        <a:pt x="72" y="72"/>
                      </a:lnTo>
                      <a:lnTo>
                        <a:pt x="68" y="55"/>
                      </a:lnTo>
                      <a:lnTo>
                        <a:pt x="52" y="46"/>
                      </a:lnTo>
                      <a:lnTo>
                        <a:pt x="40" y="52"/>
                      </a:lnTo>
                      <a:lnTo>
                        <a:pt x="25" y="56"/>
                      </a:lnTo>
                      <a:lnTo>
                        <a:pt x="7" y="37"/>
                      </a:lnTo>
                      <a:lnTo>
                        <a:pt x="0" y="1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2" id="202"/>
                <p:cNvSpPr/>
                <p:nvPr/>
              </p:nvSpPr>
              <p:spPr>
                <a:xfrm>
                  <a:off x="2638" y="2829"/>
                  <a:ext cx="59" cy="10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3" h="95" stroke="true" fill="norm" extrusionOk="true">
                      <a:moveTo>
                        <a:pt x="2" y="91"/>
                      </a:moveTo>
                      <a:lnTo>
                        <a:pt x="0" y="68"/>
                      </a:lnTo>
                      <a:lnTo>
                        <a:pt x="2" y="45"/>
                      </a:lnTo>
                      <a:lnTo>
                        <a:pt x="10" y="44"/>
                      </a:lnTo>
                      <a:lnTo>
                        <a:pt x="12" y="32"/>
                      </a:lnTo>
                      <a:lnTo>
                        <a:pt x="2" y="27"/>
                      </a:lnTo>
                      <a:lnTo>
                        <a:pt x="2" y="14"/>
                      </a:lnTo>
                      <a:lnTo>
                        <a:pt x="9" y="0"/>
                      </a:lnTo>
                      <a:lnTo>
                        <a:pt x="17" y="0"/>
                      </a:lnTo>
                      <a:lnTo>
                        <a:pt x="27" y="6"/>
                      </a:lnTo>
                      <a:lnTo>
                        <a:pt x="39" y="9"/>
                      </a:lnTo>
                      <a:lnTo>
                        <a:pt x="40" y="23"/>
                      </a:lnTo>
                      <a:lnTo>
                        <a:pt x="46" y="26"/>
                      </a:lnTo>
                      <a:lnTo>
                        <a:pt x="45" y="39"/>
                      </a:lnTo>
                      <a:lnTo>
                        <a:pt x="48" y="60"/>
                      </a:lnTo>
                      <a:lnTo>
                        <a:pt x="52" y="79"/>
                      </a:lnTo>
                      <a:lnTo>
                        <a:pt x="46" y="86"/>
                      </a:lnTo>
                      <a:lnTo>
                        <a:pt x="35" y="86"/>
                      </a:lnTo>
                      <a:lnTo>
                        <a:pt x="29" y="93"/>
                      </a:lnTo>
                      <a:lnTo>
                        <a:pt x="18" y="94"/>
                      </a:lnTo>
                      <a:lnTo>
                        <a:pt x="2" y="9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3" id="203"/>
                <p:cNvSpPr/>
                <p:nvPr/>
              </p:nvSpPr>
              <p:spPr>
                <a:xfrm>
                  <a:off x="3162" y="3048"/>
                  <a:ext cx="177" cy="19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7" h="175" stroke="true" fill="norm" extrusionOk="true">
                      <a:moveTo>
                        <a:pt x="156" y="154"/>
                      </a:moveTo>
                      <a:lnTo>
                        <a:pt x="139" y="158"/>
                      </a:lnTo>
                      <a:lnTo>
                        <a:pt x="136" y="165"/>
                      </a:lnTo>
                      <a:lnTo>
                        <a:pt x="119" y="165"/>
                      </a:lnTo>
                      <a:lnTo>
                        <a:pt x="116" y="174"/>
                      </a:lnTo>
                      <a:lnTo>
                        <a:pt x="86" y="171"/>
                      </a:lnTo>
                      <a:lnTo>
                        <a:pt x="84" y="163"/>
                      </a:lnTo>
                      <a:lnTo>
                        <a:pt x="71" y="154"/>
                      </a:lnTo>
                      <a:lnTo>
                        <a:pt x="60" y="146"/>
                      </a:lnTo>
                      <a:lnTo>
                        <a:pt x="53" y="143"/>
                      </a:lnTo>
                      <a:lnTo>
                        <a:pt x="44" y="129"/>
                      </a:lnTo>
                      <a:lnTo>
                        <a:pt x="31" y="122"/>
                      </a:lnTo>
                      <a:lnTo>
                        <a:pt x="21" y="112"/>
                      </a:lnTo>
                      <a:lnTo>
                        <a:pt x="19" y="104"/>
                      </a:lnTo>
                      <a:lnTo>
                        <a:pt x="8" y="105"/>
                      </a:lnTo>
                      <a:lnTo>
                        <a:pt x="9" y="97"/>
                      </a:lnTo>
                      <a:lnTo>
                        <a:pt x="8" y="87"/>
                      </a:lnTo>
                      <a:lnTo>
                        <a:pt x="4" y="78"/>
                      </a:lnTo>
                      <a:lnTo>
                        <a:pt x="3" y="70"/>
                      </a:lnTo>
                      <a:lnTo>
                        <a:pt x="4" y="57"/>
                      </a:lnTo>
                      <a:lnTo>
                        <a:pt x="0" y="46"/>
                      </a:lnTo>
                      <a:lnTo>
                        <a:pt x="8" y="45"/>
                      </a:lnTo>
                      <a:lnTo>
                        <a:pt x="19" y="43"/>
                      </a:lnTo>
                      <a:lnTo>
                        <a:pt x="18" y="26"/>
                      </a:lnTo>
                      <a:lnTo>
                        <a:pt x="14" y="19"/>
                      </a:lnTo>
                      <a:lnTo>
                        <a:pt x="11" y="4"/>
                      </a:lnTo>
                      <a:lnTo>
                        <a:pt x="18" y="0"/>
                      </a:lnTo>
                      <a:lnTo>
                        <a:pt x="33" y="1"/>
                      </a:lnTo>
                      <a:lnTo>
                        <a:pt x="63" y="0"/>
                      </a:lnTo>
                      <a:lnTo>
                        <a:pt x="74" y="0"/>
                      </a:lnTo>
                      <a:lnTo>
                        <a:pt x="103" y="24"/>
                      </a:lnTo>
                      <a:lnTo>
                        <a:pt x="118" y="28"/>
                      </a:lnTo>
                      <a:lnTo>
                        <a:pt x="119" y="41"/>
                      </a:lnTo>
                      <a:lnTo>
                        <a:pt x="141" y="52"/>
                      </a:lnTo>
                      <a:lnTo>
                        <a:pt x="142" y="60"/>
                      </a:lnTo>
                      <a:lnTo>
                        <a:pt x="142" y="71"/>
                      </a:lnTo>
                      <a:lnTo>
                        <a:pt x="137" y="77"/>
                      </a:lnTo>
                      <a:lnTo>
                        <a:pt x="135" y="88"/>
                      </a:lnTo>
                      <a:lnTo>
                        <a:pt x="143" y="90"/>
                      </a:lnTo>
                      <a:lnTo>
                        <a:pt x="142" y="106"/>
                      </a:lnTo>
                      <a:lnTo>
                        <a:pt x="145" y="122"/>
                      </a:lnTo>
                      <a:lnTo>
                        <a:pt x="146" y="140"/>
                      </a:lnTo>
                      <a:lnTo>
                        <a:pt x="152" y="146"/>
                      </a:lnTo>
                      <a:lnTo>
                        <a:pt x="156" y="15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4" id="204"/>
                <p:cNvSpPr/>
                <p:nvPr/>
              </p:nvSpPr>
              <p:spPr>
                <a:xfrm>
                  <a:off x="3162" y="2954"/>
                  <a:ext cx="80" cy="10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1" h="89" stroke="true" fill="norm" extrusionOk="true">
                      <a:moveTo>
                        <a:pt x="61" y="0"/>
                      </a:moveTo>
                      <a:lnTo>
                        <a:pt x="70" y="14"/>
                      </a:lnTo>
                      <a:lnTo>
                        <a:pt x="70" y="41"/>
                      </a:lnTo>
                      <a:lnTo>
                        <a:pt x="61" y="58"/>
                      </a:lnTo>
                      <a:lnTo>
                        <a:pt x="59" y="74"/>
                      </a:lnTo>
                      <a:lnTo>
                        <a:pt x="63" y="84"/>
                      </a:lnTo>
                      <a:lnTo>
                        <a:pt x="33" y="85"/>
                      </a:lnTo>
                      <a:lnTo>
                        <a:pt x="18" y="84"/>
                      </a:lnTo>
                      <a:lnTo>
                        <a:pt x="11" y="88"/>
                      </a:lnTo>
                      <a:lnTo>
                        <a:pt x="0" y="84"/>
                      </a:lnTo>
                      <a:lnTo>
                        <a:pt x="4" y="49"/>
                      </a:lnTo>
                      <a:lnTo>
                        <a:pt x="19" y="43"/>
                      </a:lnTo>
                      <a:lnTo>
                        <a:pt x="27" y="39"/>
                      </a:lnTo>
                      <a:lnTo>
                        <a:pt x="28" y="30"/>
                      </a:lnTo>
                      <a:lnTo>
                        <a:pt x="19" y="30"/>
                      </a:lnTo>
                      <a:lnTo>
                        <a:pt x="19" y="23"/>
                      </a:lnTo>
                      <a:lnTo>
                        <a:pt x="15" y="4"/>
                      </a:lnTo>
                      <a:lnTo>
                        <a:pt x="31" y="4"/>
                      </a:lnTo>
                      <a:lnTo>
                        <a:pt x="44" y="5"/>
                      </a:lnTo>
                      <a:lnTo>
                        <a:pt x="6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5" id="205"/>
                <p:cNvSpPr/>
                <p:nvPr/>
              </p:nvSpPr>
              <p:spPr>
                <a:xfrm>
                  <a:off x="3367" y="2671"/>
                  <a:ext cx="165" cy="12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47" h="110" stroke="true" fill="norm" extrusionOk="true">
                      <a:moveTo>
                        <a:pt x="51" y="59"/>
                      </a:moveTo>
                      <a:lnTo>
                        <a:pt x="51" y="46"/>
                      </a:lnTo>
                      <a:lnTo>
                        <a:pt x="51" y="36"/>
                      </a:lnTo>
                      <a:lnTo>
                        <a:pt x="45" y="34"/>
                      </a:lnTo>
                      <a:lnTo>
                        <a:pt x="28" y="33"/>
                      </a:lnTo>
                      <a:lnTo>
                        <a:pt x="11" y="34"/>
                      </a:lnTo>
                      <a:lnTo>
                        <a:pt x="0" y="41"/>
                      </a:lnTo>
                      <a:lnTo>
                        <a:pt x="2" y="74"/>
                      </a:lnTo>
                      <a:lnTo>
                        <a:pt x="2" y="91"/>
                      </a:lnTo>
                      <a:lnTo>
                        <a:pt x="8" y="101"/>
                      </a:lnTo>
                      <a:lnTo>
                        <a:pt x="23" y="109"/>
                      </a:lnTo>
                      <a:lnTo>
                        <a:pt x="34" y="98"/>
                      </a:lnTo>
                      <a:lnTo>
                        <a:pt x="48" y="84"/>
                      </a:lnTo>
                      <a:lnTo>
                        <a:pt x="53" y="79"/>
                      </a:lnTo>
                      <a:lnTo>
                        <a:pt x="91" y="78"/>
                      </a:lnTo>
                      <a:lnTo>
                        <a:pt x="102" y="68"/>
                      </a:lnTo>
                      <a:lnTo>
                        <a:pt x="134" y="62"/>
                      </a:lnTo>
                      <a:lnTo>
                        <a:pt x="134" y="51"/>
                      </a:lnTo>
                      <a:lnTo>
                        <a:pt x="146" y="41"/>
                      </a:lnTo>
                      <a:lnTo>
                        <a:pt x="137" y="19"/>
                      </a:lnTo>
                      <a:lnTo>
                        <a:pt x="131" y="0"/>
                      </a:lnTo>
                      <a:lnTo>
                        <a:pt x="87" y="8"/>
                      </a:lnTo>
                      <a:lnTo>
                        <a:pt x="76" y="23"/>
                      </a:lnTo>
                      <a:lnTo>
                        <a:pt x="70" y="44"/>
                      </a:lnTo>
                      <a:lnTo>
                        <a:pt x="51" y="5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6" id="206"/>
                <p:cNvSpPr/>
                <p:nvPr/>
              </p:nvSpPr>
              <p:spPr>
                <a:xfrm>
                  <a:off x="2897" y="2604"/>
                  <a:ext cx="175" cy="29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5" h="260" stroke="true" fill="norm" extrusionOk="true">
                      <a:moveTo>
                        <a:pt x="24" y="0"/>
                      </a:moveTo>
                      <a:lnTo>
                        <a:pt x="26" y="8"/>
                      </a:lnTo>
                      <a:lnTo>
                        <a:pt x="29" y="14"/>
                      </a:lnTo>
                      <a:lnTo>
                        <a:pt x="36" y="30"/>
                      </a:lnTo>
                      <a:lnTo>
                        <a:pt x="30" y="108"/>
                      </a:lnTo>
                      <a:lnTo>
                        <a:pt x="20" y="112"/>
                      </a:lnTo>
                      <a:lnTo>
                        <a:pt x="15" y="121"/>
                      </a:lnTo>
                      <a:lnTo>
                        <a:pt x="5" y="127"/>
                      </a:lnTo>
                      <a:lnTo>
                        <a:pt x="0" y="135"/>
                      </a:lnTo>
                      <a:lnTo>
                        <a:pt x="0" y="149"/>
                      </a:lnTo>
                      <a:lnTo>
                        <a:pt x="6" y="148"/>
                      </a:lnTo>
                      <a:lnTo>
                        <a:pt x="8" y="158"/>
                      </a:lnTo>
                      <a:lnTo>
                        <a:pt x="13" y="166"/>
                      </a:lnTo>
                      <a:lnTo>
                        <a:pt x="19" y="180"/>
                      </a:lnTo>
                      <a:lnTo>
                        <a:pt x="19" y="188"/>
                      </a:lnTo>
                      <a:lnTo>
                        <a:pt x="14" y="191"/>
                      </a:lnTo>
                      <a:lnTo>
                        <a:pt x="17" y="194"/>
                      </a:lnTo>
                      <a:lnTo>
                        <a:pt x="19" y="202"/>
                      </a:lnTo>
                      <a:lnTo>
                        <a:pt x="25" y="210"/>
                      </a:lnTo>
                      <a:lnTo>
                        <a:pt x="24" y="218"/>
                      </a:lnTo>
                      <a:lnTo>
                        <a:pt x="17" y="221"/>
                      </a:lnTo>
                      <a:lnTo>
                        <a:pt x="18" y="229"/>
                      </a:lnTo>
                      <a:lnTo>
                        <a:pt x="29" y="243"/>
                      </a:lnTo>
                      <a:lnTo>
                        <a:pt x="36" y="259"/>
                      </a:lnTo>
                      <a:lnTo>
                        <a:pt x="45" y="254"/>
                      </a:lnTo>
                      <a:lnTo>
                        <a:pt x="58" y="256"/>
                      </a:lnTo>
                      <a:lnTo>
                        <a:pt x="63" y="246"/>
                      </a:lnTo>
                      <a:lnTo>
                        <a:pt x="79" y="245"/>
                      </a:lnTo>
                      <a:lnTo>
                        <a:pt x="85" y="235"/>
                      </a:lnTo>
                      <a:lnTo>
                        <a:pt x="99" y="232"/>
                      </a:lnTo>
                      <a:lnTo>
                        <a:pt x="104" y="221"/>
                      </a:lnTo>
                      <a:lnTo>
                        <a:pt x="113" y="218"/>
                      </a:lnTo>
                      <a:lnTo>
                        <a:pt x="119" y="206"/>
                      </a:lnTo>
                      <a:lnTo>
                        <a:pt x="129" y="196"/>
                      </a:lnTo>
                      <a:lnTo>
                        <a:pt x="136" y="194"/>
                      </a:lnTo>
                      <a:lnTo>
                        <a:pt x="139" y="189"/>
                      </a:lnTo>
                      <a:lnTo>
                        <a:pt x="139" y="182"/>
                      </a:lnTo>
                      <a:lnTo>
                        <a:pt x="133" y="179"/>
                      </a:lnTo>
                      <a:lnTo>
                        <a:pt x="129" y="168"/>
                      </a:lnTo>
                      <a:lnTo>
                        <a:pt x="118" y="163"/>
                      </a:lnTo>
                      <a:lnTo>
                        <a:pt x="120" y="154"/>
                      </a:lnTo>
                      <a:lnTo>
                        <a:pt x="131" y="153"/>
                      </a:lnTo>
                      <a:lnTo>
                        <a:pt x="135" y="139"/>
                      </a:lnTo>
                      <a:lnTo>
                        <a:pt x="144" y="123"/>
                      </a:lnTo>
                      <a:lnTo>
                        <a:pt x="152" y="119"/>
                      </a:lnTo>
                      <a:lnTo>
                        <a:pt x="154" y="77"/>
                      </a:lnTo>
                      <a:lnTo>
                        <a:pt x="145" y="75"/>
                      </a:lnTo>
                      <a:lnTo>
                        <a:pt x="120" y="57"/>
                      </a:lnTo>
                      <a:lnTo>
                        <a:pt x="111" y="52"/>
                      </a:lnTo>
                      <a:lnTo>
                        <a:pt x="89" y="41"/>
                      </a:lnTo>
                      <a:lnTo>
                        <a:pt x="81" y="28"/>
                      </a:lnTo>
                      <a:lnTo>
                        <a:pt x="57" y="24"/>
                      </a:lnTo>
                      <a:lnTo>
                        <a:pt x="52" y="12"/>
                      </a:lnTo>
                      <a:lnTo>
                        <a:pt x="38" y="7"/>
                      </a:lnTo>
                      <a:lnTo>
                        <a:pt x="38" y="2"/>
                      </a:lnTo>
                      <a:lnTo>
                        <a:pt x="24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7" id="207"/>
                <p:cNvSpPr/>
                <p:nvPr/>
              </p:nvSpPr>
              <p:spPr>
                <a:xfrm>
                  <a:off x="2690" y="2589"/>
                  <a:ext cx="247" cy="21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21" h="188" stroke="true" fill="norm" extrusionOk="true">
                      <a:moveTo>
                        <a:pt x="50" y="186"/>
                      </a:moveTo>
                      <a:lnTo>
                        <a:pt x="55" y="179"/>
                      </a:lnTo>
                      <a:lnTo>
                        <a:pt x="60" y="168"/>
                      </a:lnTo>
                      <a:lnTo>
                        <a:pt x="73" y="164"/>
                      </a:lnTo>
                      <a:lnTo>
                        <a:pt x="84" y="166"/>
                      </a:lnTo>
                      <a:lnTo>
                        <a:pt x="91" y="176"/>
                      </a:lnTo>
                      <a:lnTo>
                        <a:pt x="92" y="169"/>
                      </a:lnTo>
                      <a:lnTo>
                        <a:pt x="109" y="168"/>
                      </a:lnTo>
                      <a:lnTo>
                        <a:pt x="120" y="167"/>
                      </a:lnTo>
                      <a:lnTo>
                        <a:pt x="128" y="175"/>
                      </a:lnTo>
                      <a:lnTo>
                        <a:pt x="140" y="176"/>
                      </a:lnTo>
                      <a:lnTo>
                        <a:pt x="142" y="168"/>
                      </a:lnTo>
                      <a:lnTo>
                        <a:pt x="160" y="168"/>
                      </a:lnTo>
                      <a:lnTo>
                        <a:pt x="168" y="176"/>
                      </a:lnTo>
                      <a:lnTo>
                        <a:pt x="175" y="168"/>
                      </a:lnTo>
                      <a:lnTo>
                        <a:pt x="185" y="162"/>
                      </a:lnTo>
                      <a:lnTo>
                        <a:pt x="185" y="148"/>
                      </a:lnTo>
                      <a:lnTo>
                        <a:pt x="190" y="140"/>
                      </a:lnTo>
                      <a:lnTo>
                        <a:pt x="200" y="134"/>
                      </a:lnTo>
                      <a:lnTo>
                        <a:pt x="205" y="125"/>
                      </a:lnTo>
                      <a:lnTo>
                        <a:pt x="215" y="122"/>
                      </a:lnTo>
                      <a:lnTo>
                        <a:pt x="220" y="43"/>
                      </a:lnTo>
                      <a:lnTo>
                        <a:pt x="213" y="27"/>
                      </a:lnTo>
                      <a:lnTo>
                        <a:pt x="211" y="21"/>
                      </a:lnTo>
                      <a:lnTo>
                        <a:pt x="208" y="13"/>
                      </a:lnTo>
                      <a:lnTo>
                        <a:pt x="200" y="9"/>
                      </a:lnTo>
                      <a:lnTo>
                        <a:pt x="182" y="8"/>
                      </a:lnTo>
                      <a:lnTo>
                        <a:pt x="181" y="0"/>
                      </a:lnTo>
                      <a:lnTo>
                        <a:pt x="162" y="0"/>
                      </a:lnTo>
                      <a:lnTo>
                        <a:pt x="157" y="7"/>
                      </a:lnTo>
                      <a:lnTo>
                        <a:pt x="143" y="13"/>
                      </a:lnTo>
                      <a:lnTo>
                        <a:pt x="131" y="23"/>
                      </a:lnTo>
                      <a:lnTo>
                        <a:pt x="124" y="33"/>
                      </a:lnTo>
                      <a:lnTo>
                        <a:pt x="102" y="41"/>
                      </a:lnTo>
                      <a:lnTo>
                        <a:pt x="99" y="50"/>
                      </a:lnTo>
                      <a:lnTo>
                        <a:pt x="91" y="55"/>
                      </a:lnTo>
                      <a:lnTo>
                        <a:pt x="81" y="66"/>
                      </a:lnTo>
                      <a:lnTo>
                        <a:pt x="57" y="68"/>
                      </a:lnTo>
                      <a:lnTo>
                        <a:pt x="55" y="76"/>
                      </a:lnTo>
                      <a:lnTo>
                        <a:pt x="58" y="123"/>
                      </a:lnTo>
                      <a:lnTo>
                        <a:pt x="48" y="125"/>
                      </a:lnTo>
                      <a:lnTo>
                        <a:pt x="48" y="133"/>
                      </a:lnTo>
                      <a:lnTo>
                        <a:pt x="11" y="139"/>
                      </a:lnTo>
                      <a:lnTo>
                        <a:pt x="0" y="146"/>
                      </a:lnTo>
                      <a:lnTo>
                        <a:pt x="4" y="155"/>
                      </a:lnTo>
                      <a:lnTo>
                        <a:pt x="13" y="160"/>
                      </a:lnTo>
                      <a:lnTo>
                        <a:pt x="14" y="175"/>
                      </a:lnTo>
                      <a:lnTo>
                        <a:pt x="24" y="176"/>
                      </a:lnTo>
                      <a:lnTo>
                        <a:pt x="32" y="187"/>
                      </a:lnTo>
                      <a:lnTo>
                        <a:pt x="45" y="186"/>
                      </a:lnTo>
                      <a:lnTo>
                        <a:pt x="50" y="18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8" id="208"/>
                <p:cNvSpPr/>
                <p:nvPr/>
              </p:nvSpPr>
              <p:spPr>
                <a:xfrm>
                  <a:off x="3231" y="2398"/>
                  <a:ext cx="67" cy="8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0" h="73" stroke="true" fill="norm" extrusionOk="true">
                      <a:moveTo>
                        <a:pt x="18" y="72"/>
                      </a:moveTo>
                      <a:lnTo>
                        <a:pt x="31" y="59"/>
                      </a:lnTo>
                      <a:lnTo>
                        <a:pt x="44" y="49"/>
                      </a:lnTo>
                      <a:lnTo>
                        <a:pt x="44" y="29"/>
                      </a:lnTo>
                      <a:lnTo>
                        <a:pt x="59" y="15"/>
                      </a:lnTo>
                      <a:lnTo>
                        <a:pt x="50" y="0"/>
                      </a:lnTo>
                      <a:lnTo>
                        <a:pt x="32" y="14"/>
                      </a:lnTo>
                      <a:lnTo>
                        <a:pt x="13" y="12"/>
                      </a:lnTo>
                      <a:lnTo>
                        <a:pt x="3" y="3"/>
                      </a:lnTo>
                      <a:lnTo>
                        <a:pt x="3" y="36"/>
                      </a:lnTo>
                      <a:lnTo>
                        <a:pt x="0" y="54"/>
                      </a:lnTo>
                      <a:lnTo>
                        <a:pt x="0" y="72"/>
                      </a:lnTo>
                      <a:lnTo>
                        <a:pt x="18" y="7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09" id="209"/>
                <p:cNvSpPr/>
                <p:nvPr/>
              </p:nvSpPr>
              <p:spPr>
                <a:xfrm>
                  <a:off x="3232" y="2321"/>
                  <a:ext cx="98" cy="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7" h="82" stroke="true" fill="norm" extrusionOk="true">
                      <a:moveTo>
                        <a:pt x="0" y="70"/>
                      </a:moveTo>
                      <a:lnTo>
                        <a:pt x="10" y="79"/>
                      </a:lnTo>
                      <a:lnTo>
                        <a:pt x="30" y="81"/>
                      </a:lnTo>
                      <a:lnTo>
                        <a:pt x="48" y="68"/>
                      </a:lnTo>
                      <a:lnTo>
                        <a:pt x="64" y="59"/>
                      </a:lnTo>
                      <a:lnTo>
                        <a:pt x="83" y="48"/>
                      </a:lnTo>
                      <a:lnTo>
                        <a:pt x="85" y="34"/>
                      </a:lnTo>
                      <a:lnTo>
                        <a:pt x="86" y="15"/>
                      </a:lnTo>
                      <a:lnTo>
                        <a:pt x="81" y="0"/>
                      </a:lnTo>
                      <a:lnTo>
                        <a:pt x="61" y="4"/>
                      </a:lnTo>
                      <a:lnTo>
                        <a:pt x="45" y="4"/>
                      </a:lnTo>
                      <a:lnTo>
                        <a:pt x="22" y="6"/>
                      </a:lnTo>
                      <a:lnTo>
                        <a:pt x="9" y="9"/>
                      </a:lnTo>
                      <a:lnTo>
                        <a:pt x="5" y="23"/>
                      </a:lnTo>
                      <a:lnTo>
                        <a:pt x="9" y="38"/>
                      </a:lnTo>
                      <a:lnTo>
                        <a:pt x="22" y="48"/>
                      </a:lnTo>
                      <a:lnTo>
                        <a:pt x="15" y="63"/>
                      </a:lnTo>
                      <a:lnTo>
                        <a:pt x="0" y="7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0" id="210"/>
                <p:cNvSpPr/>
                <p:nvPr/>
              </p:nvSpPr>
              <p:spPr>
                <a:xfrm>
                  <a:off x="3635" y="2294"/>
                  <a:ext cx="215" cy="19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2" h="173" stroke="true" fill="norm" extrusionOk="true">
                      <a:moveTo>
                        <a:pt x="191" y="29"/>
                      </a:moveTo>
                      <a:lnTo>
                        <a:pt x="160" y="27"/>
                      </a:lnTo>
                      <a:lnTo>
                        <a:pt x="145" y="20"/>
                      </a:lnTo>
                      <a:lnTo>
                        <a:pt x="138" y="2"/>
                      </a:lnTo>
                      <a:lnTo>
                        <a:pt x="130" y="0"/>
                      </a:lnTo>
                      <a:lnTo>
                        <a:pt x="124" y="13"/>
                      </a:lnTo>
                      <a:lnTo>
                        <a:pt x="102" y="18"/>
                      </a:lnTo>
                      <a:lnTo>
                        <a:pt x="93" y="23"/>
                      </a:lnTo>
                      <a:lnTo>
                        <a:pt x="81" y="18"/>
                      </a:lnTo>
                      <a:lnTo>
                        <a:pt x="62" y="17"/>
                      </a:lnTo>
                      <a:lnTo>
                        <a:pt x="54" y="23"/>
                      </a:lnTo>
                      <a:lnTo>
                        <a:pt x="43" y="25"/>
                      </a:lnTo>
                      <a:lnTo>
                        <a:pt x="40" y="32"/>
                      </a:lnTo>
                      <a:lnTo>
                        <a:pt x="30" y="38"/>
                      </a:lnTo>
                      <a:lnTo>
                        <a:pt x="28" y="51"/>
                      </a:lnTo>
                      <a:lnTo>
                        <a:pt x="13" y="54"/>
                      </a:lnTo>
                      <a:lnTo>
                        <a:pt x="0" y="66"/>
                      </a:lnTo>
                      <a:lnTo>
                        <a:pt x="3" y="88"/>
                      </a:lnTo>
                      <a:lnTo>
                        <a:pt x="0" y="123"/>
                      </a:lnTo>
                      <a:lnTo>
                        <a:pt x="17" y="123"/>
                      </a:lnTo>
                      <a:lnTo>
                        <a:pt x="22" y="140"/>
                      </a:lnTo>
                      <a:lnTo>
                        <a:pt x="14" y="151"/>
                      </a:lnTo>
                      <a:lnTo>
                        <a:pt x="14" y="165"/>
                      </a:lnTo>
                      <a:lnTo>
                        <a:pt x="30" y="172"/>
                      </a:lnTo>
                      <a:lnTo>
                        <a:pt x="36" y="160"/>
                      </a:lnTo>
                      <a:lnTo>
                        <a:pt x="77" y="156"/>
                      </a:lnTo>
                      <a:lnTo>
                        <a:pt x="83" y="140"/>
                      </a:lnTo>
                      <a:lnTo>
                        <a:pt x="95" y="132"/>
                      </a:lnTo>
                      <a:lnTo>
                        <a:pt x="111" y="122"/>
                      </a:lnTo>
                      <a:lnTo>
                        <a:pt x="124" y="121"/>
                      </a:lnTo>
                      <a:lnTo>
                        <a:pt x="127" y="103"/>
                      </a:lnTo>
                      <a:lnTo>
                        <a:pt x="138" y="97"/>
                      </a:lnTo>
                      <a:lnTo>
                        <a:pt x="143" y="82"/>
                      </a:lnTo>
                      <a:lnTo>
                        <a:pt x="149" y="64"/>
                      </a:lnTo>
                      <a:lnTo>
                        <a:pt x="153" y="48"/>
                      </a:lnTo>
                      <a:lnTo>
                        <a:pt x="166" y="43"/>
                      </a:lnTo>
                      <a:lnTo>
                        <a:pt x="176" y="45"/>
                      </a:lnTo>
                      <a:lnTo>
                        <a:pt x="188" y="52"/>
                      </a:lnTo>
                      <a:lnTo>
                        <a:pt x="191" y="2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1" id="211"/>
                <p:cNvSpPr/>
                <p:nvPr/>
              </p:nvSpPr>
              <p:spPr>
                <a:xfrm>
                  <a:off x="3503" y="2223"/>
                  <a:ext cx="206" cy="14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4" h="131" stroke="true" fill="norm" extrusionOk="true">
                      <a:moveTo>
                        <a:pt x="181" y="82"/>
                      </a:moveTo>
                      <a:lnTo>
                        <a:pt x="174" y="88"/>
                      </a:lnTo>
                      <a:lnTo>
                        <a:pt x="163" y="89"/>
                      </a:lnTo>
                      <a:lnTo>
                        <a:pt x="159" y="97"/>
                      </a:lnTo>
                      <a:lnTo>
                        <a:pt x="149" y="103"/>
                      </a:lnTo>
                      <a:lnTo>
                        <a:pt x="147" y="116"/>
                      </a:lnTo>
                      <a:lnTo>
                        <a:pt x="132" y="119"/>
                      </a:lnTo>
                      <a:lnTo>
                        <a:pt x="119" y="130"/>
                      </a:lnTo>
                      <a:lnTo>
                        <a:pt x="124" y="98"/>
                      </a:lnTo>
                      <a:lnTo>
                        <a:pt x="104" y="88"/>
                      </a:lnTo>
                      <a:lnTo>
                        <a:pt x="81" y="71"/>
                      </a:lnTo>
                      <a:lnTo>
                        <a:pt x="66" y="70"/>
                      </a:lnTo>
                      <a:lnTo>
                        <a:pt x="40" y="65"/>
                      </a:lnTo>
                      <a:lnTo>
                        <a:pt x="33" y="77"/>
                      </a:lnTo>
                      <a:lnTo>
                        <a:pt x="19" y="83"/>
                      </a:lnTo>
                      <a:lnTo>
                        <a:pt x="16" y="65"/>
                      </a:lnTo>
                      <a:lnTo>
                        <a:pt x="14" y="55"/>
                      </a:lnTo>
                      <a:lnTo>
                        <a:pt x="11" y="48"/>
                      </a:lnTo>
                      <a:lnTo>
                        <a:pt x="9" y="31"/>
                      </a:lnTo>
                      <a:lnTo>
                        <a:pt x="3" y="25"/>
                      </a:lnTo>
                      <a:lnTo>
                        <a:pt x="7" y="19"/>
                      </a:lnTo>
                      <a:lnTo>
                        <a:pt x="0" y="14"/>
                      </a:lnTo>
                      <a:lnTo>
                        <a:pt x="1" y="3"/>
                      </a:lnTo>
                      <a:lnTo>
                        <a:pt x="16" y="19"/>
                      </a:lnTo>
                      <a:lnTo>
                        <a:pt x="24" y="6"/>
                      </a:lnTo>
                      <a:lnTo>
                        <a:pt x="37" y="0"/>
                      </a:lnTo>
                      <a:lnTo>
                        <a:pt x="49" y="5"/>
                      </a:lnTo>
                      <a:lnTo>
                        <a:pt x="49" y="14"/>
                      </a:lnTo>
                      <a:lnTo>
                        <a:pt x="63" y="19"/>
                      </a:lnTo>
                      <a:lnTo>
                        <a:pt x="81" y="24"/>
                      </a:lnTo>
                      <a:lnTo>
                        <a:pt x="83" y="14"/>
                      </a:lnTo>
                      <a:lnTo>
                        <a:pt x="92" y="11"/>
                      </a:lnTo>
                      <a:lnTo>
                        <a:pt x="102" y="6"/>
                      </a:lnTo>
                      <a:lnTo>
                        <a:pt x="107" y="14"/>
                      </a:lnTo>
                      <a:lnTo>
                        <a:pt x="114" y="20"/>
                      </a:lnTo>
                      <a:lnTo>
                        <a:pt x="111" y="28"/>
                      </a:lnTo>
                      <a:lnTo>
                        <a:pt x="122" y="31"/>
                      </a:lnTo>
                      <a:lnTo>
                        <a:pt x="129" y="31"/>
                      </a:lnTo>
                      <a:lnTo>
                        <a:pt x="137" y="34"/>
                      </a:lnTo>
                      <a:lnTo>
                        <a:pt x="133" y="46"/>
                      </a:lnTo>
                      <a:lnTo>
                        <a:pt x="167" y="72"/>
                      </a:lnTo>
                      <a:lnTo>
                        <a:pt x="175" y="68"/>
                      </a:lnTo>
                      <a:lnTo>
                        <a:pt x="183" y="71"/>
                      </a:lnTo>
                      <a:lnTo>
                        <a:pt x="181" y="8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2" id="212"/>
                <p:cNvSpPr/>
                <p:nvPr/>
              </p:nvSpPr>
              <p:spPr>
                <a:xfrm>
                  <a:off x="3739" y="2242"/>
                  <a:ext cx="130" cy="8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7" h="76" stroke="true" fill="norm" extrusionOk="true">
                      <a:moveTo>
                        <a:pt x="35" y="9"/>
                      </a:moveTo>
                      <a:lnTo>
                        <a:pt x="27" y="25"/>
                      </a:lnTo>
                      <a:lnTo>
                        <a:pt x="15" y="40"/>
                      </a:lnTo>
                      <a:lnTo>
                        <a:pt x="0" y="69"/>
                      </a:lnTo>
                      <a:lnTo>
                        <a:pt x="9" y="64"/>
                      </a:lnTo>
                      <a:lnTo>
                        <a:pt x="31" y="59"/>
                      </a:lnTo>
                      <a:lnTo>
                        <a:pt x="37" y="46"/>
                      </a:lnTo>
                      <a:lnTo>
                        <a:pt x="45" y="48"/>
                      </a:lnTo>
                      <a:lnTo>
                        <a:pt x="52" y="67"/>
                      </a:lnTo>
                      <a:lnTo>
                        <a:pt x="68" y="73"/>
                      </a:lnTo>
                      <a:lnTo>
                        <a:pt x="98" y="75"/>
                      </a:lnTo>
                      <a:lnTo>
                        <a:pt x="98" y="62"/>
                      </a:lnTo>
                      <a:lnTo>
                        <a:pt x="97" y="64"/>
                      </a:lnTo>
                      <a:lnTo>
                        <a:pt x="81" y="53"/>
                      </a:lnTo>
                      <a:lnTo>
                        <a:pt x="83" y="31"/>
                      </a:lnTo>
                      <a:lnTo>
                        <a:pt x="95" y="23"/>
                      </a:lnTo>
                      <a:lnTo>
                        <a:pt x="116" y="36"/>
                      </a:lnTo>
                      <a:lnTo>
                        <a:pt x="102" y="0"/>
                      </a:lnTo>
                      <a:lnTo>
                        <a:pt x="86" y="13"/>
                      </a:lnTo>
                      <a:lnTo>
                        <a:pt x="71" y="14"/>
                      </a:lnTo>
                      <a:lnTo>
                        <a:pt x="35" y="9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3" id="213"/>
                <p:cNvSpPr/>
                <p:nvPr/>
              </p:nvSpPr>
              <p:spPr>
                <a:xfrm>
                  <a:off x="3379" y="2186"/>
                  <a:ext cx="85" cy="9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6" h="87" stroke="true" fill="norm" extrusionOk="true">
                      <a:moveTo>
                        <a:pt x="0" y="8"/>
                      </a:moveTo>
                      <a:lnTo>
                        <a:pt x="5" y="29"/>
                      </a:lnTo>
                      <a:lnTo>
                        <a:pt x="16" y="51"/>
                      </a:lnTo>
                      <a:lnTo>
                        <a:pt x="29" y="77"/>
                      </a:lnTo>
                      <a:lnTo>
                        <a:pt x="18" y="84"/>
                      </a:lnTo>
                      <a:lnTo>
                        <a:pt x="37" y="84"/>
                      </a:lnTo>
                      <a:lnTo>
                        <a:pt x="40" y="73"/>
                      </a:lnTo>
                      <a:lnTo>
                        <a:pt x="49" y="67"/>
                      </a:lnTo>
                      <a:lnTo>
                        <a:pt x="55" y="86"/>
                      </a:lnTo>
                      <a:lnTo>
                        <a:pt x="62" y="79"/>
                      </a:lnTo>
                      <a:lnTo>
                        <a:pt x="66" y="65"/>
                      </a:lnTo>
                      <a:lnTo>
                        <a:pt x="75" y="62"/>
                      </a:lnTo>
                      <a:lnTo>
                        <a:pt x="73" y="52"/>
                      </a:lnTo>
                      <a:lnTo>
                        <a:pt x="58" y="43"/>
                      </a:lnTo>
                      <a:lnTo>
                        <a:pt x="44" y="28"/>
                      </a:lnTo>
                      <a:lnTo>
                        <a:pt x="29" y="0"/>
                      </a:lnTo>
                      <a:lnTo>
                        <a:pt x="0" y="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4" id="214"/>
                <p:cNvSpPr/>
                <p:nvPr/>
              </p:nvSpPr>
              <p:spPr>
                <a:xfrm>
                  <a:off x="2926" y="2075"/>
                  <a:ext cx="101" cy="5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9" h="50" stroke="true" fill="norm" extrusionOk="true">
                      <a:moveTo>
                        <a:pt x="88" y="13"/>
                      </a:moveTo>
                      <a:lnTo>
                        <a:pt x="76" y="3"/>
                      </a:lnTo>
                      <a:lnTo>
                        <a:pt x="69" y="0"/>
                      </a:lnTo>
                      <a:lnTo>
                        <a:pt x="46" y="5"/>
                      </a:lnTo>
                      <a:lnTo>
                        <a:pt x="30" y="5"/>
                      </a:lnTo>
                      <a:lnTo>
                        <a:pt x="9" y="2"/>
                      </a:lnTo>
                      <a:lnTo>
                        <a:pt x="11" y="16"/>
                      </a:lnTo>
                      <a:lnTo>
                        <a:pt x="5" y="25"/>
                      </a:lnTo>
                      <a:lnTo>
                        <a:pt x="5" y="29"/>
                      </a:lnTo>
                      <a:lnTo>
                        <a:pt x="0" y="35"/>
                      </a:lnTo>
                      <a:lnTo>
                        <a:pt x="6" y="37"/>
                      </a:lnTo>
                      <a:lnTo>
                        <a:pt x="21" y="46"/>
                      </a:lnTo>
                      <a:lnTo>
                        <a:pt x="38" y="49"/>
                      </a:lnTo>
                      <a:lnTo>
                        <a:pt x="47" y="41"/>
                      </a:lnTo>
                      <a:lnTo>
                        <a:pt x="58" y="42"/>
                      </a:lnTo>
                      <a:lnTo>
                        <a:pt x="71" y="38"/>
                      </a:lnTo>
                      <a:lnTo>
                        <a:pt x="82" y="22"/>
                      </a:lnTo>
                      <a:lnTo>
                        <a:pt x="88" y="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5" id="215"/>
                <p:cNvSpPr/>
                <p:nvPr/>
              </p:nvSpPr>
              <p:spPr>
                <a:xfrm>
                  <a:off x="2731" y="2007"/>
                  <a:ext cx="53" cy="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7" h="38" stroke="true" fill="norm" extrusionOk="true">
                      <a:moveTo>
                        <a:pt x="2" y="3"/>
                      </a:moveTo>
                      <a:lnTo>
                        <a:pt x="0" y="11"/>
                      </a:lnTo>
                      <a:lnTo>
                        <a:pt x="12" y="18"/>
                      </a:lnTo>
                      <a:lnTo>
                        <a:pt x="18" y="31"/>
                      </a:lnTo>
                      <a:lnTo>
                        <a:pt x="35" y="37"/>
                      </a:lnTo>
                      <a:lnTo>
                        <a:pt x="37" y="29"/>
                      </a:lnTo>
                      <a:lnTo>
                        <a:pt x="46" y="19"/>
                      </a:lnTo>
                      <a:lnTo>
                        <a:pt x="37" y="15"/>
                      </a:lnTo>
                      <a:lnTo>
                        <a:pt x="34" y="2"/>
                      </a:lnTo>
                      <a:lnTo>
                        <a:pt x="25" y="0"/>
                      </a:lnTo>
                      <a:lnTo>
                        <a:pt x="17" y="3"/>
                      </a:lnTo>
                      <a:lnTo>
                        <a:pt x="2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6" id="216"/>
                <p:cNvSpPr/>
                <p:nvPr/>
              </p:nvSpPr>
              <p:spPr>
                <a:xfrm>
                  <a:off x="2807" y="1866"/>
                  <a:ext cx="44" cy="7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9" h="63" stroke="true" fill="norm" extrusionOk="true">
                      <a:moveTo>
                        <a:pt x="30" y="58"/>
                      </a:moveTo>
                      <a:lnTo>
                        <a:pt x="14" y="62"/>
                      </a:lnTo>
                      <a:lnTo>
                        <a:pt x="8" y="48"/>
                      </a:lnTo>
                      <a:lnTo>
                        <a:pt x="0" y="43"/>
                      </a:lnTo>
                      <a:lnTo>
                        <a:pt x="0" y="19"/>
                      </a:lnTo>
                      <a:lnTo>
                        <a:pt x="18" y="17"/>
                      </a:lnTo>
                      <a:lnTo>
                        <a:pt x="27" y="0"/>
                      </a:lnTo>
                      <a:lnTo>
                        <a:pt x="38" y="17"/>
                      </a:lnTo>
                      <a:lnTo>
                        <a:pt x="28" y="42"/>
                      </a:lnTo>
                      <a:lnTo>
                        <a:pt x="30" y="5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7" id="217"/>
                <p:cNvSpPr/>
                <p:nvPr/>
              </p:nvSpPr>
              <p:spPr>
                <a:xfrm>
                  <a:off x="3022" y="2161"/>
                  <a:ext cx="92" cy="6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2" h="62" stroke="true" fill="norm" extrusionOk="true">
                      <a:moveTo>
                        <a:pt x="61" y="53"/>
                      </a:moveTo>
                      <a:lnTo>
                        <a:pt x="48" y="54"/>
                      </a:lnTo>
                      <a:lnTo>
                        <a:pt x="40" y="54"/>
                      </a:lnTo>
                      <a:lnTo>
                        <a:pt x="31" y="61"/>
                      </a:lnTo>
                      <a:lnTo>
                        <a:pt x="18" y="57"/>
                      </a:lnTo>
                      <a:lnTo>
                        <a:pt x="11" y="57"/>
                      </a:lnTo>
                      <a:lnTo>
                        <a:pt x="9" y="36"/>
                      </a:lnTo>
                      <a:lnTo>
                        <a:pt x="1" y="21"/>
                      </a:lnTo>
                      <a:lnTo>
                        <a:pt x="0" y="13"/>
                      </a:lnTo>
                      <a:lnTo>
                        <a:pt x="13" y="3"/>
                      </a:lnTo>
                      <a:lnTo>
                        <a:pt x="17" y="6"/>
                      </a:lnTo>
                      <a:lnTo>
                        <a:pt x="21" y="0"/>
                      </a:lnTo>
                      <a:lnTo>
                        <a:pt x="38" y="6"/>
                      </a:lnTo>
                      <a:lnTo>
                        <a:pt x="42" y="19"/>
                      </a:lnTo>
                      <a:lnTo>
                        <a:pt x="62" y="16"/>
                      </a:lnTo>
                      <a:lnTo>
                        <a:pt x="76" y="14"/>
                      </a:lnTo>
                      <a:lnTo>
                        <a:pt x="81" y="26"/>
                      </a:lnTo>
                      <a:lnTo>
                        <a:pt x="76" y="36"/>
                      </a:lnTo>
                      <a:lnTo>
                        <a:pt x="70" y="43"/>
                      </a:lnTo>
                      <a:lnTo>
                        <a:pt x="75" y="50"/>
                      </a:lnTo>
                      <a:lnTo>
                        <a:pt x="61" y="5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8" id="218"/>
                <p:cNvSpPr/>
                <p:nvPr/>
              </p:nvSpPr>
              <p:spPr>
                <a:xfrm>
                  <a:off x="2994" y="1544"/>
                  <a:ext cx="156" cy="27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9" h="242" stroke="true" fill="norm" extrusionOk="true">
                      <a:moveTo>
                        <a:pt x="19" y="101"/>
                      </a:moveTo>
                      <a:lnTo>
                        <a:pt x="29" y="94"/>
                      </a:lnTo>
                      <a:lnTo>
                        <a:pt x="27" y="63"/>
                      </a:lnTo>
                      <a:lnTo>
                        <a:pt x="26" y="53"/>
                      </a:lnTo>
                      <a:lnTo>
                        <a:pt x="15" y="43"/>
                      </a:lnTo>
                      <a:lnTo>
                        <a:pt x="3" y="30"/>
                      </a:lnTo>
                      <a:lnTo>
                        <a:pt x="14" y="33"/>
                      </a:lnTo>
                      <a:lnTo>
                        <a:pt x="27" y="36"/>
                      </a:lnTo>
                      <a:lnTo>
                        <a:pt x="47" y="33"/>
                      </a:lnTo>
                      <a:lnTo>
                        <a:pt x="53" y="18"/>
                      </a:lnTo>
                      <a:lnTo>
                        <a:pt x="63" y="7"/>
                      </a:lnTo>
                      <a:lnTo>
                        <a:pt x="70" y="0"/>
                      </a:lnTo>
                      <a:lnTo>
                        <a:pt x="82" y="2"/>
                      </a:lnTo>
                      <a:lnTo>
                        <a:pt x="93" y="12"/>
                      </a:lnTo>
                      <a:lnTo>
                        <a:pt x="85" y="36"/>
                      </a:lnTo>
                      <a:lnTo>
                        <a:pt x="100" y="50"/>
                      </a:lnTo>
                      <a:lnTo>
                        <a:pt x="100" y="65"/>
                      </a:lnTo>
                      <a:lnTo>
                        <a:pt x="105" y="85"/>
                      </a:lnTo>
                      <a:lnTo>
                        <a:pt x="107" y="109"/>
                      </a:lnTo>
                      <a:lnTo>
                        <a:pt x="113" y="129"/>
                      </a:lnTo>
                      <a:lnTo>
                        <a:pt x="120" y="151"/>
                      </a:lnTo>
                      <a:lnTo>
                        <a:pt x="128" y="161"/>
                      </a:lnTo>
                      <a:lnTo>
                        <a:pt x="138" y="169"/>
                      </a:lnTo>
                      <a:lnTo>
                        <a:pt x="127" y="178"/>
                      </a:lnTo>
                      <a:lnTo>
                        <a:pt x="112" y="194"/>
                      </a:lnTo>
                      <a:lnTo>
                        <a:pt x="98" y="211"/>
                      </a:lnTo>
                      <a:lnTo>
                        <a:pt x="94" y="225"/>
                      </a:lnTo>
                      <a:lnTo>
                        <a:pt x="96" y="241"/>
                      </a:lnTo>
                      <a:lnTo>
                        <a:pt x="81" y="219"/>
                      </a:lnTo>
                      <a:lnTo>
                        <a:pt x="63" y="222"/>
                      </a:lnTo>
                      <a:lnTo>
                        <a:pt x="53" y="231"/>
                      </a:lnTo>
                      <a:lnTo>
                        <a:pt x="29" y="229"/>
                      </a:lnTo>
                      <a:lnTo>
                        <a:pt x="11" y="217"/>
                      </a:lnTo>
                      <a:lnTo>
                        <a:pt x="4" y="200"/>
                      </a:lnTo>
                      <a:lnTo>
                        <a:pt x="0" y="185"/>
                      </a:lnTo>
                      <a:lnTo>
                        <a:pt x="3" y="157"/>
                      </a:lnTo>
                      <a:lnTo>
                        <a:pt x="21" y="150"/>
                      </a:lnTo>
                      <a:lnTo>
                        <a:pt x="33" y="138"/>
                      </a:lnTo>
                      <a:lnTo>
                        <a:pt x="37" y="121"/>
                      </a:lnTo>
                      <a:lnTo>
                        <a:pt x="58" y="123"/>
                      </a:lnTo>
                      <a:lnTo>
                        <a:pt x="46" y="102"/>
                      </a:lnTo>
                      <a:lnTo>
                        <a:pt x="19" y="10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19" id="219"/>
                <p:cNvSpPr/>
                <p:nvPr/>
              </p:nvSpPr>
              <p:spPr>
                <a:xfrm>
                  <a:off x="2833" y="2058"/>
                  <a:ext cx="106" cy="6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4" h="57" stroke="true" fill="norm" extrusionOk="true">
                      <a:moveTo>
                        <a:pt x="3" y="43"/>
                      </a:moveTo>
                      <a:lnTo>
                        <a:pt x="0" y="34"/>
                      </a:lnTo>
                      <a:lnTo>
                        <a:pt x="7" y="35"/>
                      </a:lnTo>
                      <a:lnTo>
                        <a:pt x="11" y="36"/>
                      </a:lnTo>
                      <a:lnTo>
                        <a:pt x="29" y="28"/>
                      </a:lnTo>
                      <a:lnTo>
                        <a:pt x="43" y="20"/>
                      </a:lnTo>
                      <a:lnTo>
                        <a:pt x="47" y="15"/>
                      </a:lnTo>
                      <a:lnTo>
                        <a:pt x="48" y="0"/>
                      </a:lnTo>
                      <a:lnTo>
                        <a:pt x="59" y="10"/>
                      </a:lnTo>
                      <a:lnTo>
                        <a:pt x="69" y="9"/>
                      </a:lnTo>
                      <a:lnTo>
                        <a:pt x="71" y="1"/>
                      </a:lnTo>
                      <a:lnTo>
                        <a:pt x="84" y="2"/>
                      </a:lnTo>
                      <a:lnTo>
                        <a:pt x="83" y="12"/>
                      </a:lnTo>
                      <a:lnTo>
                        <a:pt x="91" y="16"/>
                      </a:lnTo>
                      <a:lnTo>
                        <a:pt x="93" y="31"/>
                      </a:lnTo>
                      <a:lnTo>
                        <a:pt x="87" y="39"/>
                      </a:lnTo>
                      <a:lnTo>
                        <a:pt x="87" y="43"/>
                      </a:lnTo>
                      <a:lnTo>
                        <a:pt x="82" y="50"/>
                      </a:lnTo>
                      <a:lnTo>
                        <a:pt x="69" y="56"/>
                      </a:lnTo>
                      <a:lnTo>
                        <a:pt x="45" y="50"/>
                      </a:lnTo>
                      <a:lnTo>
                        <a:pt x="37" y="41"/>
                      </a:lnTo>
                      <a:lnTo>
                        <a:pt x="24" y="47"/>
                      </a:lnTo>
                      <a:lnTo>
                        <a:pt x="10" y="47"/>
                      </a:lnTo>
                      <a:lnTo>
                        <a:pt x="3" y="4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0" id="220"/>
                <p:cNvSpPr/>
                <p:nvPr/>
              </p:nvSpPr>
              <p:spPr>
                <a:xfrm>
                  <a:off x="2896" y="2295"/>
                  <a:ext cx="36" cy="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22" stroke="true" fill="norm" extrusionOk="true">
                      <a:moveTo>
                        <a:pt x="28" y="0"/>
                      </a:moveTo>
                      <a:lnTo>
                        <a:pt x="16" y="3"/>
                      </a:lnTo>
                      <a:lnTo>
                        <a:pt x="0" y="2"/>
                      </a:lnTo>
                      <a:lnTo>
                        <a:pt x="3" y="6"/>
                      </a:lnTo>
                      <a:lnTo>
                        <a:pt x="6" y="14"/>
                      </a:lnTo>
                      <a:lnTo>
                        <a:pt x="14" y="15"/>
                      </a:lnTo>
                      <a:lnTo>
                        <a:pt x="31" y="21"/>
                      </a:lnTo>
                      <a:lnTo>
                        <a:pt x="30" y="11"/>
                      </a:lnTo>
                      <a:lnTo>
                        <a:pt x="28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1" id="221"/>
                <p:cNvSpPr/>
                <p:nvPr/>
              </p:nvSpPr>
              <p:spPr>
                <a:xfrm>
                  <a:off x="2532" y="1925"/>
                  <a:ext cx="66" cy="8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0" h="75" stroke="true" fill="norm" extrusionOk="true">
                      <a:moveTo>
                        <a:pt x="31" y="0"/>
                      </a:moveTo>
                      <a:lnTo>
                        <a:pt x="27" y="6"/>
                      </a:lnTo>
                      <a:lnTo>
                        <a:pt x="27" y="16"/>
                      </a:lnTo>
                      <a:lnTo>
                        <a:pt x="3" y="19"/>
                      </a:lnTo>
                      <a:lnTo>
                        <a:pt x="0" y="26"/>
                      </a:lnTo>
                      <a:lnTo>
                        <a:pt x="0" y="38"/>
                      </a:lnTo>
                      <a:lnTo>
                        <a:pt x="8" y="40"/>
                      </a:lnTo>
                      <a:lnTo>
                        <a:pt x="8" y="48"/>
                      </a:lnTo>
                      <a:lnTo>
                        <a:pt x="0" y="53"/>
                      </a:lnTo>
                      <a:lnTo>
                        <a:pt x="1" y="66"/>
                      </a:lnTo>
                      <a:lnTo>
                        <a:pt x="1" y="74"/>
                      </a:lnTo>
                      <a:lnTo>
                        <a:pt x="17" y="73"/>
                      </a:lnTo>
                      <a:lnTo>
                        <a:pt x="32" y="63"/>
                      </a:lnTo>
                      <a:lnTo>
                        <a:pt x="45" y="63"/>
                      </a:lnTo>
                      <a:lnTo>
                        <a:pt x="56" y="61"/>
                      </a:lnTo>
                      <a:lnTo>
                        <a:pt x="59" y="40"/>
                      </a:lnTo>
                      <a:lnTo>
                        <a:pt x="53" y="24"/>
                      </a:lnTo>
                      <a:lnTo>
                        <a:pt x="38" y="24"/>
                      </a:lnTo>
                      <a:lnTo>
                        <a:pt x="34" y="15"/>
                      </a:lnTo>
                      <a:lnTo>
                        <a:pt x="38" y="4"/>
                      </a:lnTo>
                      <a:lnTo>
                        <a:pt x="3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2" id="222"/>
                <p:cNvSpPr/>
                <p:nvPr/>
              </p:nvSpPr>
              <p:spPr>
                <a:xfrm>
                  <a:off x="2568" y="1922"/>
                  <a:ext cx="37" cy="3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2" h="27" stroke="true" fill="norm" extrusionOk="true">
                      <a:moveTo>
                        <a:pt x="19" y="26"/>
                      </a:moveTo>
                      <a:lnTo>
                        <a:pt x="4" y="26"/>
                      </a:lnTo>
                      <a:lnTo>
                        <a:pt x="0" y="17"/>
                      </a:lnTo>
                      <a:lnTo>
                        <a:pt x="4" y="6"/>
                      </a:lnTo>
                      <a:lnTo>
                        <a:pt x="12" y="0"/>
                      </a:lnTo>
                      <a:lnTo>
                        <a:pt x="22" y="3"/>
                      </a:lnTo>
                      <a:lnTo>
                        <a:pt x="28" y="10"/>
                      </a:lnTo>
                      <a:lnTo>
                        <a:pt x="31" y="19"/>
                      </a:lnTo>
                      <a:lnTo>
                        <a:pt x="19" y="2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3" id="223"/>
                <p:cNvSpPr/>
                <p:nvPr/>
              </p:nvSpPr>
              <p:spPr>
                <a:xfrm>
                  <a:off x="2594" y="1843"/>
                  <a:ext cx="117" cy="20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4" h="180" stroke="true" fill="norm" extrusionOk="true">
                      <a:moveTo>
                        <a:pt x="16" y="2"/>
                      </a:moveTo>
                      <a:lnTo>
                        <a:pt x="10" y="14"/>
                      </a:lnTo>
                      <a:lnTo>
                        <a:pt x="0" y="25"/>
                      </a:lnTo>
                      <a:lnTo>
                        <a:pt x="8" y="29"/>
                      </a:lnTo>
                      <a:lnTo>
                        <a:pt x="10" y="36"/>
                      </a:lnTo>
                      <a:lnTo>
                        <a:pt x="10" y="46"/>
                      </a:lnTo>
                      <a:lnTo>
                        <a:pt x="2" y="51"/>
                      </a:lnTo>
                      <a:lnTo>
                        <a:pt x="5" y="59"/>
                      </a:lnTo>
                      <a:lnTo>
                        <a:pt x="14" y="61"/>
                      </a:lnTo>
                      <a:lnTo>
                        <a:pt x="16" y="69"/>
                      </a:lnTo>
                      <a:lnTo>
                        <a:pt x="13" y="76"/>
                      </a:lnTo>
                      <a:lnTo>
                        <a:pt x="36" y="81"/>
                      </a:lnTo>
                      <a:lnTo>
                        <a:pt x="41" y="89"/>
                      </a:lnTo>
                      <a:lnTo>
                        <a:pt x="48" y="92"/>
                      </a:lnTo>
                      <a:lnTo>
                        <a:pt x="46" y="99"/>
                      </a:lnTo>
                      <a:lnTo>
                        <a:pt x="34" y="107"/>
                      </a:lnTo>
                      <a:lnTo>
                        <a:pt x="24" y="107"/>
                      </a:lnTo>
                      <a:lnTo>
                        <a:pt x="22" y="118"/>
                      </a:lnTo>
                      <a:lnTo>
                        <a:pt x="26" y="124"/>
                      </a:lnTo>
                      <a:lnTo>
                        <a:pt x="24" y="135"/>
                      </a:lnTo>
                      <a:lnTo>
                        <a:pt x="16" y="139"/>
                      </a:lnTo>
                      <a:lnTo>
                        <a:pt x="39" y="144"/>
                      </a:lnTo>
                      <a:lnTo>
                        <a:pt x="37" y="148"/>
                      </a:lnTo>
                      <a:lnTo>
                        <a:pt x="29" y="149"/>
                      </a:lnTo>
                      <a:lnTo>
                        <a:pt x="19" y="159"/>
                      </a:lnTo>
                      <a:lnTo>
                        <a:pt x="11" y="170"/>
                      </a:lnTo>
                      <a:lnTo>
                        <a:pt x="10" y="179"/>
                      </a:lnTo>
                      <a:lnTo>
                        <a:pt x="31" y="171"/>
                      </a:lnTo>
                      <a:lnTo>
                        <a:pt x="45" y="164"/>
                      </a:lnTo>
                      <a:lnTo>
                        <a:pt x="63" y="168"/>
                      </a:lnTo>
                      <a:lnTo>
                        <a:pt x="79" y="158"/>
                      </a:lnTo>
                      <a:lnTo>
                        <a:pt x="97" y="154"/>
                      </a:lnTo>
                      <a:lnTo>
                        <a:pt x="86" y="144"/>
                      </a:lnTo>
                      <a:lnTo>
                        <a:pt x="92" y="139"/>
                      </a:lnTo>
                      <a:lnTo>
                        <a:pt x="102" y="141"/>
                      </a:lnTo>
                      <a:lnTo>
                        <a:pt x="103" y="118"/>
                      </a:lnTo>
                      <a:lnTo>
                        <a:pt x="84" y="112"/>
                      </a:lnTo>
                      <a:lnTo>
                        <a:pt x="84" y="97"/>
                      </a:lnTo>
                      <a:lnTo>
                        <a:pt x="81" y="88"/>
                      </a:lnTo>
                      <a:lnTo>
                        <a:pt x="71" y="84"/>
                      </a:lnTo>
                      <a:lnTo>
                        <a:pt x="73" y="72"/>
                      </a:lnTo>
                      <a:lnTo>
                        <a:pt x="63" y="69"/>
                      </a:lnTo>
                      <a:lnTo>
                        <a:pt x="66" y="52"/>
                      </a:lnTo>
                      <a:lnTo>
                        <a:pt x="42" y="35"/>
                      </a:lnTo>
                      <a:lnTo>
                        <a:pt x="55" y="31"/>
                      </a:lnTo>
                      <a:lnTo>
                        <a:pt x="56" y="15"/>
                      </a:lnTo>
                      <a:lnTo>
                        <a:pt x="34" y="15"/>
                      </a:lnTo>
                      <a:lnTo>
                        <a:pt x="34" y="0"/>
                      </a:lnTo>
                      <a:lnTo>
                        <a:pt x="16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4" id="224"/>
                <p:cNvSpPr/>
                <p:nvPr/>
              </p:nvSpPr>
              <p:spPr>
                <a:xfrm>
                  <a:off x="2660" y="1791"/>
                  <a:ext cx="17" cy="2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19" stroke="true" fill="norm" extrusionOk="true">
                      <a:moveTo>
                        <a:pt x="11" y="0"/>
                      </a:moveTo>
                      <a:lnTo>
                        <a:pt x="0" y="9"/>
                      </a:lnTo>
                      <a:lnTo>
                        <a:pt x="4" y="18"/>
                      </a:lnTo>
                      <a:lnTo>
                        <a:pt x="14" y="18"/>
                      </a:lnTo>
                      <a:lnTo>
                        <a:pt x="11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5" id="225"/>
                <p:cNvSpPr/>
                <p:nvPr/>
              </p:nvSpPr>
              <p:spPr>
                <a:xfrm>
                  <a:off x="2757" y="1511"/>
                  <a:ext cx="396" cy="34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52" h="306" stroke="true" fill="norm" extrusionOk="true">
                      <a:moveTo>
                        <a:pt x="295" y="66"/>
                      </a:moveTo>
                      <a:lnTo>
                        <a:pt x="303" y="42"/>
                      </a:lnTo>
                      <a:lnTo>
                        <a:pt x="292" y="32"/>
                      </a:lnTo>
                      <a:lnTo>
                        <a:pt x="280" y="30"/>
                      </a:lnTo>
                      <a:lnTo>
                        <a:pt x="273" y="37"/>
                      </a:lnTo>
                      <a:lnTo>
                        <a:pt x="263" y="48"/>
                      </a:lnTo>
                      <a:lnTo>
                        <a:pt x="258" y="63"/>
                      </a:lnTo>
                      <a:lnTo>
                        <a:pt x="237" y="66"/>
                      </a:lnTo>
                      <a:lnTo>
                        <a:pt x="224" y="63"/>
                      </a:lnTo>
                      <a:lnTo>
                        <a:pt x="213" y="61"/>
                      </a:lnTo>
                      <a:lnTo>
                        <a:pt x="205" y="68"/>
                      </a:lnTo>
                      <a:lnTo>
                        <a:pt x="197" y="78"/>
                      </a:lnTo>
                      <a:lnTo>
                        <a:pt x="184" y="78"/>
                      </a:lnTo>
                      <a:lnTo>
                        <a:pt x="173" y="78"/>
                      </a:lnTo>
                      <a:lnTo>
                        <a:pt x="166" y="85"/>
                      </a:lnTo>
                      <a:lnTo>
                        <a:pt x="158" y="90"/>
                      </a:lnTo>
                      <a:lnTo>
                        <a:pt x="150" y="87"/>
                      </a:lnTo>
                      <a:lnTo>
                        <a:pt x="148" y="100"/>
                      </a:lnTo>
                      <a:lnTo>
                        <a:pt x="140" y="104"/>
                      </a:lnTo>
                      <a:lnTo>
                        <a:pt x="138" y="117"/>
                      </a:lnTo>
                      <a:lnTo>
                        <a:pt x="128" y="117"/>
                      </a:lnTo>
                      <a:lnTo>
                        <a:pt x="124" y="129"/>
                      </a:lnTo>
                      <a:lnTo>
                        <a:pt x="117" y="133"/>
                      </a:lnTo>
                      <a:lnTo>
                        <a:pt x="115" y="151"/>
                      </a:lnTo>
                      <a:lnTo>
                        <a:pt x="108" y="165"/>
                      </a:lnTo>
                      <a:lnTo>
                        <a:pt x="117" y="172"/>
                      </a:lnTo>
                      <a:lnTo>
                        <a:pt x="110" y="177"/>
                      </a:lnTo>
                      <a:lnTo>
                        <a:pt x="96" y="174"/>
                      </a:lnTo>
                      <a:lnTo>
                        <a:pt x="93" y="184"/>
                      </a:lnTo>
                      <a:lnTo>
                        <a:pt x="96" y="210"/>
                      </a:lnTo>
                      <a:lnTo>
                        <a:pt x="99" y="226"/>
                      </a:lnTo>
                      <a:lnTo>
                        <a:pt x="107" y="242"/>
                      </a:lnTo>
                      <a:lnTo>
                        <a:pt x="110" y="259"/>
                      </a:lnTo>
                      <a:lnTo>
                        <a:pt x="96" y="267"/>
                      </a:lnTo>
                      <a:lnTo>
                        <a:pt x="92" y="286"/>
                      </a:lnTo>
                      <a:lnTo>
                        <a:pt x="87" y="295"/>
                      </a:lnTo>
                      <a:lnTo>
                        <a:pt x="76" y="289"/>
                      </a:lnTo>
                      <a:lnTo>
                        <a:pt x="55" y="292"/>
                      </a:lnTo>
                      <a:lnTo>
                        <a:pt x="44" y="300"/>
                      </a:lnTo>
                      <a:lnTo>
                        <a:pt x="33" y="303"/>
                      </a:lnTo>
                      <a:lnTo>
                        <a:pt x="16" y="305"/>
                      </a:lnTo>
                      <a:lnTo>
                        <a:pt x="15" y="287"/>
                      </a:lnTo>
                      <a:lnTo>
                        <a:pt x="8" y="282"/>
                      </a:lnTo>
                      <a:lnTo>
                        <a:pt x="11" y="256"/>
                      </a:lnTo>
                      <a:lnTo>
                        <a:pt x="1" y="255"/>
                      </a:lnTo>
                      <a:lnTo>
                        <a:pt x="0" y="218"/>
                      </a:lnTo>
                      <a:lnTo>
                        <a:pt x="11" y="214"/>
                      </a:lnTo>
                      <a:lnTo>
                        <a:pt x="14" y="205"/>
                      </a:lnTo>
                      <a:lnTo>
                        <a:pt x="27" y="200"/>
                      </a:lnTo>
                      <a:lnTo>
                        <a:pt x="40" y="199"/>
                      </a:lnTo>
                      <a:lnTo>
                        <a:pt x="45" y="191"/>
                      </a:lnTo>
                      <a:lnTo>
                        <a:pt x="60" y="189"/>
                      </a:lnTo>
                      <a:lnTo>
                        <a:pt x="62" y="172"/>
                      </a:lnTo>
                      <a:lnTo>
                        <a:pt x="82" y="165"/>
                      </a:lnTo>
                      <a:lnTo>
                        <a:pt x="84" y="151"/>
                      </a:lnTo>
                      <a:lnTo>
                        <a:pt x="94" y="144"/>
                      </a:lnTo>
                      <a:lnTo>
                        <a:pt x="98" y="131"/>
                      </a:lnTo>
                      <a:lnTo>
                        <a:pt x="102" y="117"/>
                      </a:lnTo>
                      <a:lnTo>
                        <a:pt x="117" y="102"/>
                      </a:lnTo>
                      <a:lnTo>
                        <a:pt x="129" y="87"/>
                      </a:lnTo>
                      <a:lnTo>
                        <a:pt x="144" y="78"/>
                      </a:lnTo>
                      <a:lnTo>
                        <a:pt x="163" y="74"/>
                      </a:lnTo>
                      <a:lnTo>
                        <a:pt x="174" y="68"/>
                      </a:lnTo>
                      <a:lnTo>
                        <a:pt x="195" y="64"/>
                      </a:lnTo>
                      <a:lnTo>
                        <a:pt x="199" y="52"/>
                      </a:lnTo>
                      <a:lnTo>
                        <a:pt x="212" y="46"/>
                      </a:lnTo>
                      <a:lnTo>
                        <a:pt x="208" y="30"/>
                      </a:lnTo>
                      <a:lnTo>
                        <a:pt x="198" y="23"/>
                      </a:lnTo>
                      <a:lnTo>
                        <a:pt x="213" y="19"/>
                      </a:lnTo>
                      <a:lnTo>
                        <a:pt x="218" y="8"/>
                      </a:lnTo>
                      <a:lnTo>
                        <a:pt x="221" y="23"/>
                      </a:lnTo>
                      <a:lnTo>
                        <a:pt x="229" y="25"/>
                      </a:lnTo>
                      <a:lnTo>
                        <a:pt x="229" y="17"/>
                      </a:lnTo>
                      <a:lnTo>
                        <a:pt x="236" y="17"/>
                      </a:lnTo>
                      <a:lnTo>
                        <a:pt x="239" y="23"/>
                      </a:lnTo>
                      <a:lnTo>
                        <a:pt x="248" y="26"/>
                      </a:lnTo>
                      <a:lnTo>
                        <a:pt x="253" y="15"/>
                      </a:lnTo>
                      <a:lnTo>
                        <a:pt x="246" y="10"/>
                      </a:lnTo>
                      <a:lnTo>
                        <a:pt x="258" y="3"/>
                      </a:lnTo>
                      <a:lnTo>
                        <a:pt x="271" y="12"/>
                      </a:lnTo>
                      <a:lnTo>
                        <a:pt x="279" y="0"/>
                      </a:lnTo>
                      <a:lnTo>
                        <a:pt x="282" y="14"/>
                      </a:lnTo>
                      <a:lnTo>
                        <a:pt x="295" y="15"/>
                      </a:lnTo>
                      <a:lnTo>
                        <a:pt x="309" y="5"/>
                      </a:lnTo>
                      <a:lnTo>
                        <a:pt x="325" y="15"/>
                      </a:lnTo>
                      <a:lnTo>
                        <a:pt x="322" y="26"/>
                      </a:lnTo>
                      <a:lnTo>
                        <a:pt x="351" y="36"/>
                      </a:lnTo>
                      <a:lnTo>
                        <a:pt x="333" y="48"/>
                      </a:lnTo>
                      <a:lnTo>
                        <a:pt x="317" y="65"/>
                      </a:lnTo>
                      <a:lnTo>
                        <a:pt x="310" y="80"/>
                      </a:lnTo>
                      <a:lnTo>
                        <a:pt x="295" y="66"/>
                      </a:lnTo>
                      <a:lnTo>
                        <a:pt x="303" y="4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6" id="226"/>
                <p:cNvSpPr/>
                <p:nvPr/>
              </p:nvSpPr>
              <p:spPr>
                <a:xfrm>
                  <a:off x="2619" y="2011"/>
                  <a:ext cx="191" cy="19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0" h="176" stroke="true" fill="norm" extrusionOk="true">
                      <a:moveTo>
                        <a:pt x="89" y="3"/>
                      </a:moveTo>
                      <a:lnTo>
                        <a:pt x="85" y="15"/>
                      </a:lnTo>
                      <a:lnTo>
                        <a:pt x="78" y="21"/>
                      </a:lnTo>
                      <a:lnTo>
                        <a:pt x="74" y="29"/>
                      </a:lnTo>
                      <a:lnTo>
                        <a:pt x="63" y="27"/>
                      </a:lnTo>
                      <a:lnTo>
                        <a:pt x="61" y="36"/>
                      </a:lnTo>
                      <a:lnTo>
                        <a:pt x="50" y="37"/>
                      </a:lnTo>
                      <a:lnTo>
                        <a:pt x="42" y="29"/>
                      </a:lnTo>
                      <a:lnTo>
                        <a:pt x="34" y="31"/>
                      </a:lnTo>
                      <a:lnTo>
                        <a:pt x="38" y="39"/>
                      </a:lnTo>
                      <a:lnTo>
                        <a:pt x="36" y="47"/>
                      </a:lnTo>
                      <a:lnTo>
                        <a:pt x="23" y="48"/>
                      </a:lnTo>
                      <a:lnTo>
                        <a:pt x="17" y="52"/>
                      </a:lnTo>
                      <a:lnTo>
                        <a:pt x="15" y="54"/>
                      </a:lnTo>
                      <a:lnTo>
                        <a:pt x="0" y="56"/>
                      </a:lnTo>
                      <a:lnTo>
                        <a:pt x="0" y="60"/>
                      </a:lnTo>
                      <a:lnTo>
                        <a:pt x="0" y="66"/>
                      </a:lnTo>
                      <a:lnTo>
                        <a:pt x="18" y="75"/>
                      </a:lnTo>
                      <a:lnTo>
                        <a:pt x="26" y="79"/>
                      </a:lnTo>
                      <a:lnTo>
                        <a:pt x="34" y="88"/>
                      </a:lnTo>
                      <a:lnTo>
                        <a:pt x="40" y="102"/>
                      </a:lnTo>
                      <a:lnTo>
                        <a:pt x="48" y="111"/>
                      </a:lnTo>
                      <a:lnTo>
                        <a:pt x="40" y="115"/>
                      </a:lnTo>
                      <a:lnTo>
                        <a:pt x="36" y="150"/>
                      </a:lnTo>
                      <a:lnTo>
                        <a:pt x="31" y="160"/>
                      </a:lnTo>
                      <a:lnTo>
                        <a:pt x="50" y="166"/>
                      </a:lnTo>
                      <a:lnTo>
                        <a:pt x="70" y="167"/>
                      </a:lnTo>
                      <a:lnTo>
                        <a:pt x="80" y="175"/>
                      </a:lnTo>
                      <a:lnTo>
                        <a:pt x="108" y="175"/>
                      </a:lnTo>
                      <a:lnTo>
                        <a:pt x="105" y="164"/>
                      </a:lnTo>
                      <a:lnTo>
                        <a:pt x="110" y="153"/>
                      </a:lnTo>
                      <a:lnTo>
                        <a:pt x="122" y="152"/>
                      </a:lnTo>
                      <a:lnTo>
                        <a:pt x="134" y="152"/>
                      </a:lnTo>
                      <a:lnTo>
                        <a:pt x="143" y="158"/>
                      </a:lnTo>
                      <a:lnTo>
                        <a:pt x="154" y="161"/>
                      </a:lnTo>
                      <a:lnTo>
                        <a:pt x="162" y="148"/>
                      </a:lnTo>
                      <a:lnTo>
                        <a:pt x="162" y="138"/>
                      </a:lnTo>
                      <a:lnTo>
                        <a:pt x="151" y="133"/>
                      </a:lnTo>
                      <a:lnTo>
                        <a:pt x="149" y="119"/>
                      </a:lnTo>
                      <a:lnTo>
                        <a:pt x="155" y="110"/>
                      </a:lnTo>
                      <a:lnTo>
                        <a:pt x="155" y="99"/>
                      </a:lnTo>
                      <a:lnTo>
                        <a:pt x="148" y="93"/>
                      </a:lnTo>
                      <a:lnTo>
                        <a:pt x="151" y="84"/>
                      </a:lnTo>
                      <a:lnTo>
                        <a:pt x="157" y="74"/>
                      </a:lnTo>
                      <a:lnTo>
                        <a:pt x="166" y="73"/>
                      </a:lnTo>
                      <a:lnTo>
                        <a:pt x="163" y="51"/>
                      </a:lnTo>
                      <a:lnTo>
                        <a:pt x="169" y="43"/>
                      </a:lnTo>
                      <a:lnTo>
                        <a:pt x="156" y="32"/>
                      </a:lnTo>
                      <a:lnTo>
                        <a:pt x="137" y="33"/>
                      </a:lnTo>
                      <a:lnTo>
                        <a:pt x="119" y="27"/>
                      </a:lnTo>
                      <a:lnTo>
                        <a:pt x="114" y="14"/>
                      </a:lnTo>
                      <a:lnTo>
                        <a:pt x="102" y="8"/>
                      </a:lnTo>
                      <a:lnTo>
                        <a:pt x="103" y="0"/>
                      </a:lnTo>
                      <a:lnTo>
                        <a:pt x="89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7" id="227"/>
                <p:cNvSpPr/>
                <p:nvPr/>
              </p:nvSpPr>
              <p:spPr>
                <a:xfrm>
                  <a:off x="2785" y="2105"/>
                  <a:ext cx="192" cy="19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2" h="170" stroke="true" fill="norm" extrusionOk="true">
                      <a:moveTo>
                        <a:pt x="13" y="65"/>
                      </a:moveTo>
                      <a:lnTo>
                        <a:pt x="13" y="55"/>
                      </a:lnTo>
                      <a:lnTo>
                        <a:pt x="2" y="50"/>
                      </a:lnTo>
                      <a:lnTo>
                        <a:pt x="0" y="36"/>
                      </a:lnTo>
                      <a:lnTo>
                        <a:pt x="6" y="27"/>
                      </a:lnTo>
                      <a:lnTo>
                        <a:pt x="6" y="16"/>
                      </a:lnTo>
                      <a:lnTo>
                        <a:pt x="20" y="16"/>
                      </a:lnTo>
                      <a:lnTo>
                        <a:pt x="25" y="10"/>
                      </a:lnTo>
                      <a:lnTo>
                        <a:pt x="30" y="17"/>
                      </a:lnTo>
                      <a:lnTo>
                        <a:pt x="35" y="12"/>
                      </a:lnTo>
                      <a:lnTo>
                        <a:pt x="41" y="14"/>
                      </a:lnTo>
                      <a:lnTo>
                        <a:pt x="46" y="3"/>
                      </a:lnTo>
                      <a:lnTo>
                        <a:pt x="52" y="6"/>
                      </a:lnTo>
                      <a:lnTo>
                        <a:pt x="67" y="6"/>
                      </a:lnTo>
                      <a:lnTo>
                        <a:pt x="80" y="0"/>
                      </a:lnTo>
                      <a:lnTo>
                        <a:pt x="88" y="9"/>
                      </a:lnTo>
                      <a:lnTo>
                        <a:pt x="91" y="21"/>
                      </a:lnTo>
                      <a:lnTo>
                        <a:pt x="84" y="27"/>
                      </a:lnTo>
                      <a:lnTo>
                        <a:pt x="80" y="41"/>
                      </a:lnTo>
                      <a:lnTo>
                        <a:pt x="80" y="51"/>
                      </a:lnTo>
                      <a:lnTo>
                        <a:pt x="86" y="54"/>
                      </a:lnTo>
                      <a:lnTo>
                        <a:pt x="95" y="69"/>
                      </a:lnTo>
                      <a:lnTo>
                        <a:pt x="106" y="85"/>
                      </a:lnTo>
                      <a:lnTo>
                        <a:pt x="124" y="101"/>
                      </a:lnTo>
                      <a:lnTo>
                        <a:pt x="133" y="101"/>
                      </a:lnTo>
                      <a:lnTo>
                        <a:pt x="140" y="99"/>
                      </a:lnTo>
                      <a:lnTo>
                        <a:pt x="141" y="106"/>
                      </a:lnTo>
                      <a:lnTo>
                        <a:pt x="146" y="111"/>
                      </a:lnTo>
                      <a:lnTo>
                        <a:pt x="149" y="117"/>
                      </a:lnTo>
                      <a:lnTo>
                        <a:pt x="157" y="123"/>
                      </a:lnTo>
                      <a:lnTo>
                        <a:pt x="163" y="129"/>
                      </a:lnTo>
                      <a:lnTo>
                        <a:pt x="171" y="139"/>
                      </a:lnTo>
                      <a:lnTo>
                        <a:pt x="166" y="143"/>
                      </a:lnTo>
                      <a:lnTo>
                        <a:pt x="154" y="134"/>
                      </a:lnTo>
                      <a:lnTo>
                        <a:pt x="145" y="138"/>
                      </a:lnTo>
                      <a:lnTo>
                        <a:pt x="142" y="144"/>
                      </a:lnTo>
                      <a:lnTo>
                        <a:pt x="148" y="155"/>
                      </a:lnTo>
                      <a:lnTo>
                        <a:pt x="142" y="161"/>
                      </a:lnTo>
                      <a:lnTo>
                        <a:pt x="138" y="169"/>
                      </a:lnTo>
                      <a:lnTo>
                        <a:pt x="130" y="169"/>
                      </a:lnTo>
                      <a:lnTo>
                        <a:pt x="131" y="152"/>
                      </a:lnTo>
                      <a:lnTo>
                        <a:pt x="131" y="144"/>
                      </a:lnTo>
                      <a:lnTo>
                        <a:pt x="121" y="137"/>
                      </a:lnTo>
                      <a:lnTo>
                        <a:pt x="116" y="128"/>
                      </a:lnTo>
                      <a:lnTo>
                        <a:pt x="108" y="126"/>
                      </a:lnTo>
                      <a:lnTo>
                        <a:pt x="108" y="117"/>
                      </a:lnTo>
                      <a:lnTo>
                        <a:pt x="87" y="111"/>
                      </a:lnTo>
                      <a:lnTo>
                        <a:pt x="74" y="99"/>
                      </a:lnTo>
                      <a:lnTo>
                        <a:pt x="66" y="93"/>
                      </a:lnTo>
                      <a:lnTo>
                        <a:pt x="58" y="86"/>
                      </a:lnTo>
                      <a:lnTo>
                        <a:pt x="53" y="69"/>
                      </a:lnTo>
                      <a:lnTo>
                        <a:pt x="49" y="59"/>
                      </a:lnTo>
                      <a:lnTo>
                        <a:pt x="32" y="56"/>
                      </a:lnTo>
                      <a:lnTo>
                        <a:pt x="29" y="64"/>
                      </a:lnTo>
                      <a:lnTo>
                        <a:pt x="13" y="6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8" id="228"/>
                <p:cNvSpPr/>
                <p:nvPr/>
              </p:nvSpPr>
              <p:spPr>
                <a:xfrm>
                  <a:off x="2543" y="2180"/>
                  <a:ext cx="197" cy="15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5" h="140" stroke="true" fill="norm" extrusionOk="true">
                      <a:moveTo>
                        <a:pt x="174" y="25"/>
                      </a:moveTo>
                      <a:lnTo>
                        <a:pt x="147" y="25"/>
                      </a:lnTo>
                      <a:lnTo>
                        <a:pt x="137" y="18"/>
                      </a:lnTo>
                      <a:lnTo>
                        <a:pt x="116" y="16"/>
                      </a:lnTo>
                      <a:lnTo>
                        <a:pt x="98" y="10"/>
                      </a:lnTo>
                      <a:lnTo>
                        <a:pt x="76" y="3"/>
                      </a:lnTo>
                      <a:lnTo>
                        <a:pt x="64" y="6"/>
                      </a:lnTo>
                      <a:lnTo>
                        <a:pt x="53" y="0"/>
                      </a:lnTo>
                      <a:lnTo>
                        <a:pt x="5" y="1"/>
                      </a:lnTo>
                      <a:lnTo>
                        <a:pt x="8" y="8"/>
                      </a:lnTo>
                      <a:lnTo>
                        <a:pt x="0" y="11"/>
                      </a:lnTo>
                      <a:lnTo>
                        <a:pt x="1" y="22"/>
                      </a:lnTo>
                      <a:lnTo>
                        <a:pt x="8" y="30"/>
                      </a:lnTo>
                      <a:lnTo>
                        <a:pt x="12" y="40"/>
                      </a:lnTo>
                      <a:lnTo>
                        <a:pt x="25" y="39"/>
                      </a:lnTo>
                      <a:lnTo>
                        <a:pt x="35" y="35"/>
                      </a:lnTo>
                      <a:lnTo>
                        <a:pt x="39" y="40"/>
                      </a:lnTo>
                      <a:lnTo>
                        <a:pt x="36" y="45"/>
                      </a:lnTo>
                      <a:lnTo>
                        <a:pt x="33" y="50"/>
                      </a:lnTo>
                      <a:lnTo>
                        <a:pt x="27" y="77"/>
                      </a:lnTo>
                      <a:lnTo>
                        <a:pt x="21" y="84"/>
                      </a:lnTo>
                      <a:lnTo>
                        <a:pt x="29" y="90"/>
                      </a:lnTo>
                      <a:lnTo>
                        <a:pt x="30" y="111"/>
                      </a:lnTo>
                      <a:lnTo>
                        <a:pt x="31" y="120"/>
                      </a:lnTo>
                      <a:lnTo>
                        <a:pt x="40" y="122"/>
                      </a:lnTo>
                      <a:lnTo>
                        <a:pt x="40" y="132"/>
                      </a:lnTo>
                      <a:lnTo>
                        <a:pt x="50" y="139"/>
                      </a:lnTo>
                      <a:lnTo>
                        <a:pt x="59" y="136"/>
                      </a:lnTo>
                      <a:lnTo>
                        <a:pt x="67" y="131"/>
                      </a:lnTo>
                      <a:lnTo>
                        <a:pt x="101" y="132"/>
                      </a:lnTo>
                      <a:lnTo>
                        <a:pt x="109" y="126"/>
                      </a:lnTo>
                      <a:lnTo>
                        <a:pt x="109" y="117"/>
                      </a:lnTo>
                      <a:lnTo>
                        <a:pt x="119" y="111"/>
                      </a:lnTo>
                      <a:lnTo>
                        <a:pt x="126" y="103"/>
                      </a:lnTo>
                      <a:lnTo>
                        <a:pt x="129" y="92"/>
                      </a:lnTo>
                      <a:lnTo>
                        <a:pt x="119" y="80"/>
                      </a:lnTo>
                      <a:lnTo>
                        <a:pt x="126" y="71"/>
                      </a:lnTo>
                      <a:lnTo>
                        <a:pt x="133" y="61"/>
                      </a:lnTo>
                      <a:lnTo>
                        <a:pt x="144" y="58"/>
                      </a:lnTo>
                      <a:lnTo>
                        <a:pt x="155" y="44"/>
                      </a:lnTo>
                      <a:lnTo>
                        <a:pt x="163" y="36"/>
                      </a:lnTo>
                      <a:lnTo>
                        <a:pt x="174" y="25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29" id="229"/>
                <p:cNvSpPr/>
                <p:nvPr/>
              </p:nvSpPr>
              <p:spPr>
                <a:xfrm>
                  <a:off x="2532" y="2212"/>
                  <a:ext cx="57" cy="10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1" h="96" stroke="true" fill="norm" extrusionOk="true">
                      <a:moveTo>
                        <a:pt x="41" y="82"/>
                      </a:moveTo>
                      <a:lnTo>
                        <a:pt x="40" y="61"/>
                      </a:lnTo>
                      <a:lnTo>
                        <a:pt x="32" y="55"/>
                      </a:lnTo>
                      <a:lnTo>
                        <a:pt x="38" y="48"/>
                      </a:lnTo>
                      <a:lnTo>
                        <a:pt x="44" y="21"/>
                      </a:lnTo>
                      <a:lnTo>
                        <a:pt x="47" y="15"/>
                      </a:lnTo>
                      <a:lnTo>
                        <a:pt x="50" y="10"/>
                      </a:lnTo>
                      <a:lnTo>
                        <a:pt x="46" y="5"/>
                      </a:lnTo>
                      <a:lnTo>
                        <a:pt x="36" y="9"/>
                      </a:lnTo>
                      <a:lnTo>
                        <a:pt x="23" y="10"/>
                      </a:lnTo>
                      <a:lnTo>
                        <a:pt x="19" y="0"/>
                      </a:lnTo>
                      <a:lnTo>
                        <a:pt x="14" y="13"/>
                      </a:lnTo>
                      <a:lnTo>
                        <a:pt x="14" y="28"/>
                      </a:lnTo>
                      <a:lnTo>
                        <a:pt x="16" y="34"/>
                      </a:lnTo>
                      <a:lnTo>
                        <a:pt x="10" y="44"/>
                      </a:lnTo>
                      <a:lnTo>
                        <a:pt x="1" y="50"/>
                      </a:lnTo>
                      <a:lnTo>
                        <a:pt x="0" y="66"/>
                      </a:lnTo>
                      <a:lnTo>
                        <a:pt x="10" y="70"/>
                      </a:lnTo>
                      <a:lnTo>
                        <a:pt x="11" y="80"/>
                      </a:lnTo>
                      <a:lnTo>
                        <a:pt x="12" y="91"/>
                      </a:lnTo>
                      <a:lnTo>
                        <a:pt x="23" y="95"/>
                      </a:lnTo>
                      <a:lnTo>
                        <a:pt x="34" y="95"/>
                      </a:lnTo>
                      <a:lnTo>
                        <a:pt x="41" y="8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0" id="230"/>
                <p:cNvSpPr/>
                <p:nvPr/>
              </p:nvSpPr>
              <p:spPr>
                <a:xfrm>
                  <a:off x="2822" y="2199"/>
                  <a:ext cx="18" cy="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" h="27" stroke="true" fill="norm" extrusionOk="true">
                      <a:moveTo>
                        <a:pt x="14" y="0"/>
                      </a:moveTo>
                      <a:lnTo>
                        <a:pt x="9" y="4"/>
                      </a:lnTo>
                      <a:lnTo>
                        <a:pt x="0" y="10"/>
                      </a:lnTo>
                      <a:lnTo>
                        <a:pt x="3" y="20"/>
                      </a:lnTo>
                      <a:lnTo>
                        <a:pt x="10" y="26"/>
                      </a:lnTo>
                      <a:lnTo>
                        <a:pt x="14" y="0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1" id="231"/>
                <p:cNvSpPr/>
                <p:nvPr/>
              </p:nvSpPr>
              <p:spPr>
                <a:xfrm>
                  <a:off x="2817" y="2239"/>
                  <a:ext cx="23" cy="3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" h="35" stroke="true" fill="norm" extrusionOk="true">
                      <a:moveTo>
                        <a:pt x="2" y="3"/>
                      </a:moveTo>
                      <a:lnTo>
                        <a:pt x="5" y="3"/>
                      </a:lnTo>
                      <a:lnTo>
                        <a:pt x="12" y="1"/>
                      </a:lnTo>
                      <a:lnTo>
                        <a:pt x="16" y="0"/>
                      </a:lnTo>
                      <a:lnTo>
                        <a:pt x="18" y="5"/>
                      </a:lnTo>
                      <a:lnTo>
                        <a:pt x="19" y="13"/>
                      </a:lnTo>
                      <a:lnTo>
                        <a:pt x="18" y="20"/>
                      </a:lnTo>
                      <a:lnTo>
                        <a:pt x="16" y="31"/>
                      </a:lnTo>
                      <a:lnTo>
                        <a:pt x="9" y="34"/>
                      </a:lnTo>
                      <a:lnTo>
                        <a:pt x="3" y="31"/>
                      </a:lnTo>
                      <a:lnTo>
                        <a:pt x="3" y="23"/>
                      </a:lnTo>
                      <a:lnTo>
                        <a:pt x="3" y="14"/>
                      </a:lnTo>
                      <a:lnTo>
                        <a:pt x="0" y="8"/>
                      </a:lnTo>
                      <a:lnTo>
                        <a:pt x="2" y="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2" id="232"/>
                <p:cNvSpPr/>
                <p:nvPr/>
              </p:nvSpPr>
              <p:spPr>
                <a:xfrm>
                  <a:off x="2992" y="2221"/>
                  <a:ext cx="87" cy="8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76" h="80" stroke="true" fill="norm" extrusionOk="true">
                      <a:moveTo>
                        <a:pt x="34" y="58"/>
                      </a:moveTo>
                      <a:lnTo>
                        <a:pt x="16" y="54"/>
                      </a:lnTo>
                      <a:lnTo>
                        <a:pt x="14" y="45"/>
                      </a:lnTo>
                      <a:lnTo>
                        <a:pt x="1" y="32"/>
                      </a:lnTo>
                      <a:lnTo>
                        <a:pt x="0" y="21"/>
                      </a:lnTo>
                      <a:lnTo>
                        <a:pt x="13" y="10"/>
                      </a:lnTo>
                      <a:lnTo>
                        <a:pt x="24" y="14"/>
                      </a:lnTo>
                      <a:lnTo>
                        <a:pt x="38" y="3"/>
                      </a:lnTo>
                      <a:lnTo>
                        <a:pt x="45" y="3"/>
                      </a:lnTo>
                      <a:lnTo>
                        <a:pt x="58" y="7"/>
                      </a:lnTo>
                      <a:lnTo>
                        <a:pt x="67" y="0"/>
                      </a:lnTo>
                      <a:lnTo>
                        <a:pt x="75" y="0"/>
                      </a:lnTo>
                      <a:lnTo>
                        <a:pt x="75" y="13"/>
                      </a:lnTo>
                      <a:lnTo>
                        <a:pt x="66" y="14"/>
                      </a:lnTo>
                      <a:lnTo>
                        <a:pt x="61" y="19"/>
                      </a:lnTo>
                      <a:lnTo>
                        <a:pt x="56" y="24"/>
                      </a:lnTo>
                      <a:lnTo>
                        <a:pt x="60" y="31"/>
                      </a:lnTo>
                      <a:lnTo>
                        <a:pt x="49" y="33"/>
                      </a:lnTo>
                      <a:lnTo>
                        <a:pt x="45" y="30"/>
                      </a:lnTo>
                      <a:lnTo>
                        <a:pt x="40" y="31"/>
                      </a:lnTo>
                      <a:lnTo>
                        <a:pt x="45" y="37"/>
                      </a:lnTo>
                      <a:lnTo>
                        <a:pt x="38" y="45"/>
                      </a:lnTo>
                      <a:lnTo>
                        <a:pt x="48" y="49"/>
                      </a:lnTo>
                      <a:lnTo>
                        <a:pt x="61" y="58"/>
                      </a:lnTo>
                      <a:lnTo>
                        <a:pt x="64" y="65"/>
                      </a:lnTo>
                      <a:lnTo>
                        <a:pt x="59" y="64"/>
                      </a:lnTo>
                      <a:lnTo>
                        <a:pt x="45" y="69"/>
                      </a:lnTo>
                      <a:lnTo>
                        <a:pt x="50" y="77"/>
                      </a:lnTo>
                      <a:lnTo>
                        <a:pt x="26" y="79"/>
                      </a:lnTo>
                      <a:lnTo>
                        <a:pt x="26" y="69"/>
                      </a:lnTo>
                      <a:lnTo>
                        <a:pt x="16" y="65"/>
                      </a:lnTo>
                      <a:lnTo>
                        <a:pt x="26" y="61"/>
                      </a:lnTo>
                      <a:lnTo>
                        <a:pt x="32" y="60"/>
                      </a:lnTo>
                      <a:lnTo>
                        <a:pt x="34" y="5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3" id="233"/>
                <p:cNvSpPr/>
                <p:nvPr/>
              </p:nvSpPr>
              <p:spPr>
                <a:xfrm>
                  <a:off x="2773" y="1929"/>
                  <a:ext cx="134" cy="17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0" h="152" stroke="true" fill="norm" extrusionOk="true">
                      <a:moveTo>
                        <a:pt x="119" y="73"/>
                      </a:moveTo>
                      <a:lnTo>
                        <a:pt x="79" y="90"/>
                      </a:lnTo>
                      <a:lnTo>
                        <a:pt x="119" y="73"/>
                      </a:lnTo>
                      <a:lnTo>
                        <a:pt x="110" y="47"/>
                      </a:lnTo>
                      <a:lnTo>
                        <a:pt x="113" y="18"/>
                      </a:lnTo>
                      <a:lnTo>
                        <a:pt x="108" y="14"/>
                      </a:lnTo>
                      <a:lnTo>
                        <a:pt x="73" y="20"/>
                      </a:lnTo>
                      <a:lnTo>
                        <a:pt x="66" y="12"/>
                      </a:lnTo>
                      <a:lnTo>
                        <a:pt x="60" y="0"/>
                      </a:lnTo>
                      <a:lnTo>
                        <a:pt x="43" y="4"/>
                      </a:lnTo>
                      <a:lnTo>
                        <a:pt x="43" y="19"/>
                      </a:lnTo>
                      <a:lnTo>
                        <a:pt x="43" y="25"/>
                      </a:lnTo>
                      <a:lnTo>
                        <a:pt x="38" y="25"/>
                      </a:lnTo>
                      <a:lnTo>
                        <a:pt x="21" y="31"/>
                      </a:lnTo>
                      <a:lnTo>
                        <a:pt x="21" y="46"/>
                      </a:lnTo>
                      <a:lnTo>
                        <a:pt x="13" y="60"/>
                      </a:lnTo>
                      <a:lnTo>
                        <a:pt x="3" y="67"/>
                      </a:lnTo>
                      <a:lnTo>
                        <a:pt x="0" y="84"/>
                      </a:lnTo>
                      <a:lnTo>
                        <a:pt x="9" y="88"/>
                      </a:lnTo>
                      <a:lnTo>
                        <a:pt x="8" y="98"/>
                      </a:lnTo>
                      <a:lnTo>
                        <a:pt x="18" y="105"/>
                      </a:lnTo>
                      <a:lnTo>
                        <a:pt x="31" y="116"/>
                      </a:lnTo>
                      <a:lnTo>
                        <a:pt x="25" y="124"/>
                      </a:lnTo>
                      <a:lnTo>
                        <a:pt x="28" y="146"/>
                      </a:lnTo>
                      <a:lnTo>
                        <a:pt x="36" y="147"/>
                      </a:lnTo>
                      <a:lnTo>
                        <a:pt x="46" y="144"/>
                      </a:lnTo>
                      <a:lnTo>
                        <a:pt x="54" y="149"/>
                      </a:lnTo>
                      <a:lnTo>
                        <a:pt x="60" y="150"/>
                      </a:lnTo>
                      <a:lnTo>
                        <a:pt x="65" y="151"/>
                      </a:lnTo>
                      <a:lnTo>
                        <a:pt x="83" y="143"/>
                      </a:lnTo>
                      <a:lnTo>
                        <a:pt x="97" y="136"/>
                      </a:lnTo>
                      <a:lnTo>
                        <a:pt x="101" y="131"/>
                      </a:lnTo>
                      <a:lnTo>
                        <a:pt x="102" y="115"/>
                      </a:lnTo>
                      <a:lnTo>
                        <a:pt x="79" y="90"/>
                      </a:lnTo>
                      <a:lnTo>
                        <a:pt x="119" y="7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4" id="234"/>
                <p:cNvSpPr/>
                <p:nvPr/>
              </p:nvSpPr>
              <p:spPr>
                <a:xfrm>
                  <a:off x="2896" y="1928"/>
                  <a:ext cx="148" cy="11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2" h="105" stroke="true" fill="norm" extrusionOk="true">
                      <a:moveTo>
                        <a:pt x="9" y="74"/>
                      </a:moveTo>
                      <a:lnTo>
                        <a:pt x="0" y="48"/>
                      </a:lnTo>
                      <a:lnTo>
                        <a:pt x="3" y="19"/>
                      </a:lnTo>
                      <a:lnTo>
                        <a:pt x="43" y="0"/>
                      </a:lnTo>
                      <a:lnTo>
                        <a:pt x="57" y="7"/>
                      </a:lnTo>
                      <a:lnTo>
                        <a:pt x="77" y="3"/>
                      </a:lnTo>
                      <a:lnTo>
                        <a:pt x="101" y="13"/>
                      </a:lnTo>
                      <a:lnTo>
                        <a:pt x="120" y="30"/>
                      </a:lnTo>
                      <a:lnTo>
                        <a:pt x="120" y="50"/>
                      </a:lnTo>
                      <a:lnTo>
                        <a:pt x="129" y="50"/>
                      </a:lnTo>
                      <a:lnTo>
                        <a:pt x="130" y="66"/>
                      </a:lnTo>
                      <a:lnTo>
                        <a:pt x="131" y="93"/>
                      </a:lnTo>
                      <a:lnTo>
                        <a:pt x="120" y="101"/>
                      </a:lnTo>
                      <a:lnTo>
                        <a:pt x="96" y="103"/>
                      </a:lnTo>
                      <a:lnTo>
                        <a:pt x="73" y="104"/>
                      </a:lnTo>
                      <a:lnTo>
                        <a:pt x="57" y="95"/>
                      </a:lnTo>
                      <a:lnTo>
                        <a:pt x="23" y="84"/>
                      </a:lnTo>
                      <a:lnTo>
                        <a:pt x="9" y="7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5" id="235"/>
                <p:cNvSpPr/>
                <p:nvPr/>
              </p:nvSpPr>
              <p:spPr>
                <a:xfrm>
                  <a:off x="2856" y="1579"/>
                  <a:ext cx="171" cy="33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53" h="301" stroke="true" fill="norm" extrusionOk="true">
                      <a:moveTo>
                        <a:pt x="0" y="234"/>
                      </a:moveTo>
                      <a:lnTo>
                        <a:pt x="5" y="225"/>
                      </a:lnTo>
                      <a:lnTo>
                        <a:pt x="9" y="206"/>
                      </a:lnTo>
                      <a:lnTo>
                        <a:pt x="24" y="199"/>
                      </a:lnTo>
                      <a:lnTo>
                        <a:pt x="20" y="182"/>
                      </a:lnTo>
                      <a:lnTo>
                        <a:pt x="13" y="166"/>
                      </a:lnTo>
                      <a:lnTo>
                        <a:pt x="9" y="150"/>
                      </a:lnTo>
                      <a:lnTo>
                        <a:pt x="6" y="123"/>
                      </a:lnTo>
                      <a:lnTo>
                        <a:pt x="9" y="113"/>
                      </a:lnTo>
                      <a:lnTo>
                        <a:pt x="24" y="116"/>
                      </a:lnTo>
                      <a:lnTo>
                        <a:pt x="31" y="111"/>
                      </a:lnTo>
                      <a:lnTo>
                        <a:pt x="21" y="104"/>
                      </a:lnTo>
                      <a:lnTo>
                        <a:pt x="28" y="90"/>
                      </a:lnTo>
                      <a:lnTo>
                        <a:pt x="31" y="72"/>
                      </a:lnTo>
                      <a:lnTo>
                        <a:pt x="37" y="68"/>
                      </a:lnTo>
                      <a:lnTo>
                        <a:pt x="42" y="57"/>
                      </a:lnTo>
                      <a:lnTo>
                        <a:pt x="51" y="57"/>
                      </a:lnTo>
                      <a:lnTo>
                        <a:pt x="53" y="43"/>
                      </a:lnTo>
                      <a:lnTo>
                        <a:pt x="61" y="39"/>
                      </a:lnTo>
                      <a:lnTo>
                        <a:pt x="63" y="26"/>
                      </a:lnTo>
                      <a:lnTo>
                        <a:pt x="71" y="29"/>
                      </a:lnTo>
                      <a:lnTo>
                        <a:pt x="79" y="25"/>
                      </a:lnTo>
                      <a:lnTo>
                        <a:pt x="87" y="17"/>
                      </a:lnTo>
                      <a:lnTo>
                        <a:pt x="97" y="17"/>
                      </a:lnTo>
                      <a:lnTo>
                        <a:pt x="110" y="17"/>
                      </a:lnTo>
                      <a:lnTo>
                        <a:pt x="118" y="8"/>
                      </a:lnTo>
                      <a:lnTo>
                        <a:pt x="127" y="0"/>
                      </a:lnTo>
                      <a:lnTo>
                        <a:pt x="138" y="13"/>
                      </a:lnTo>
                      <a:lnTo>
                        <a:pt x="149" y="23"/>
                      </a:lnTo>
                      <a:lnTo>
                        <a:pt x="150" y="32"/>
                      </a:lnTo>
                      <a:lnTo>
                        <a:pt x="152" y="63"/>
                      </a:lnTo>
                      <a:lnTo>
                        <a:pt x="142" y="70"/>
                      </a:lnTo>
                      <a:lnTo>
                        <a:pt x="131" y="79"/>
                      </a:lnTo>
                      <a:lnTo>
                        <a:pt x="127" y="96"/>
                      </a:lnTo>
                      <a:lnTo>
                        <a:pt x="127" y="107"/>
                      </a:lnTo>
                      <a:lnTo>
                        <a:pt x="112" y="117"/>
                      </a:lnTo>
                      <a:lnTo>
                        <a:pt x="104" y="128"/>
                      </a:lnTo>
                      <a:lnTo>
                        <a:pt x="84" y="132"/>
                      </a:lnTo>
                      <a:lnTo>
                        <a:pt x="76" y="148"/>
                      </a:lnTo>
                      <a:lnTo>
                        <a:pt x="76" y="176"/>
                      </a:lnTo>
                      <a:lnTo>
                        <a:pt x="87" y="189"/>
                      </a:lnTo>
                      <a:lnTo>
                        <a:pt x="93" y="200"/>
                      </a:lnTo>
                      <a:lnTo>
                        <a:pt x="69" y="211"/>
                      </a:lnTo>
                      <a:lnTo>
                        <a:pt x="80" y="211"/>
                      </a:lnTo>
                      <a:lnTo>
                        <a:pt x="87" y="217"/>
                      </a:lnTo>
                      <a:lnTo>
                        <a:pt x="90" y="228"/>
                      </a:lnTo>
                      <a:lnTo>
                        <a:pt x="82" y="234"/>
                      </a:lnTo>
                      <a:lnTo>
                        <a:pt x="71" y="245"/>
                      </a:lnTo>
                      <a:lnTo>
                        <a:pt x="71" y="265"/>
                      </a:lnTo>
                      <a:lnTo>
                        <a:pt x="60" y="272"/>
                      </a:lnTo>
                      <a:lnTo>
                        <a:pt x="57" y="283"/>
                      </a:lnTo>
                      <a:lnTo>
                        <a:pt x="45" y="290"/>
                      </a:lnTo>
                      <a:lnTo>
                        <a:pt x="39" y="300"/>
                      </a:lnTo>
                      <a:lnTo>
                        <a:pt x="23" y="294"/>
                      </a:lnTo>
                      <a:lnTo>
                        <a:pt x="24" y="275"/>
                      </a:lnTo>
                      <a:lnTo>
                        <a:pt x="15" y="272"/>
                      </a:lnTo>
                      <a:lnTo>
                        <a:pt x="13" y="261"/>
                      </a:lnTo>
                      <a:lnTo>
                        <a:pt x="6" y="247"/>
                      </a:lnTo>
                      <a:lnTo>
                        <a:pt x="0" y="234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6" id="236"/>
                <p:cNvSpPr/>
                <p:nvPr/>
              </p:nvSpPr>
              <p:spPr>
                <a:xfrm>
                  <a:off x="2991" y="2087"/>
                  <a:ext cx="132" cy="9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8" h="85" stroke="true" fill="norm" extrusionOk="true">
                      <a:moveTo>
                        <a:pt x="42" y="68"/>
                      </a:moveTo>
                      <a:lnTo>
                        <a:pt x="33" y="61"/>
                      </a:lnTo>
                      <a:lnTo>
                        <a:pt x="20" y="53"/>
                      </a:lnTo>
                      <a:lnTo>
                        <a:pt x="4" y="45"/>
                      </a:lnTo>
                      <a:lnTo>
                        <a:pt x="0" y="31"/>
                      </a:lnTo>
                      <a:lnTo>
                        <a:pt x="14" y="27"/>
                      </a:lnTo>
                      <a:lnTo>
                        <a:pt x="25" y="10"/>
                      </a:lnTo>
                      <a:lnTo>
                        <a:pt x="31" y="1"/>
                      </a:lnTo>
                      <a:lnTo>
                        <a:pt x="51" y="0"/>
                      </a:lnTo>
                      <a:lnTo>
                        <a:pt x="59" y="6"/>
                      </a:lnTo>
                      <a:lnTo>
                        <a:pt x="80" y="8"/>
                      </a:lnTo>
                      <a:lnTo>
                        <a:pt x="88" y="4"/>
                      </a:lnTo>
                      <a:lnTo>
                        <a:pt x="108" y="24"/>
                      </a:lnTo>
                      <a:lnTo>
                        <a:pt x="109" y="41"/>
                      </a:lnTo>
                      <a:lnTo>
                        <a:pt x="117" y="59"/>
                      </a:lnTo>
                      <a:lnTo>
                        <a:pt x="115" y="69"/>
                      </a:lnTo>
                      <a:lnTo>
                        <a:pt x="104" y="79"/>
                      </a:lnTo>
                      <a:lnTo>
                        <a:pt x="91" y="81"/>
                      </a:lnTo>
                      <a:lnTo>
                        <a:pt x="70" y="84"/>
                      </a:lnTo>
                      <a:lnTo>
                        <a:pt x="66" y="71"/>
                      </a:lnTo>
                      <a:lnTo>
                        <a:pt x="50" y="65"/>
                      </a:lnTo>
                      <a:lnTo>
                        <a:pt x="46" y="71"/>
                      </a:lnTo>
                      <a:lnTo>
                        <a:pt x="42" y="6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7" id="237"/>
                <p:cNvSpPr/>
                <p:nvPr/>
              </p:nvSpPr>
              <p:spPr>
                <a:xfrm>
                  <a:off x="3094" y="2208"/>
                  <a:ext cx="296" cy="1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65" h="118" stroke="true" fill="norm" extrusionOk="true">
                      <a:moveTo>
                        <a:pt x="134" y="111"/>
                      </a:moveTo>
                      <a:lnTo>
                        <a:pt x="146" y="108"/>
                      </a:lnTo>
                      <a:lnTo>
                        <a:pt x="168" y="106"/>
                      </a:lnTo>
                      <a:lnTo>
                        <a:pt x="184" y="106"/>
                      </a:lnTo>
                      <a:lnTo>
                        <a:pt x="204" y="102"/>
                      </a:lnTo>
                      <a:lnTo>
                        <a:pt x="209" y="117"/>
                      </a:lnTo>
                      <a:lnTo>
                        <a:pt x="218" y="108"/>
                      </a:lnTo>
                      <a:lnTo>
                        <a:pt x="227" y="99"/>
                      </a:lnTo>
                      <a:lnTo>
                        <a:pt x="241" y="96"/>
                      </a:lnTo>
                      <a:lnTo>
                        <a:pt x="247" y="106"/>
                      </a:lnTo>
                      <a:lnTo>
                        <a:pt x="264" y="107"/>
                      </a:lnTo>
                      <a:lnTo>
                        <a:pt x="261" y="88"/>
                      </a:lnTo>
                      <a:lnTo>
                        <a:pt x="253" y="69"/>
                      </a:lnTo>
                      <a:lnTo>
                        <a:pt x="247" y="50"/>
                      </a:lnTo>
                      <a:lnTo>
                        <a:pt x="252" y="44"/>
                      </a:lnTo>
                      <a:lnTo>
                        <a:pt x="241" y="32"/>
                      </a:lnTo>
                      <a:lnTo>
                        <a:pt x="228" y="12"/>
                      </a:lnTo>
                      <a:lnTo>
                        <a:pt x="210" y="14"/>
                      </a:lnTo>
                      <a:lnTo>
                        <a:pt x="202" y="23"/>
                      </a:lnTo>
                      <a:lnTo>
                        <a:pt x="173" y="25"/>
                      </a:lnTo>
                      <a:lnTo>
                        <a:pt x="161" y="26"/>
                      </a:lnTo>
                      <a:lnTo>
                        <a:pt x="146" y="19"/>
                      </a:lnTo>
                      <a:lnTo>
                        <a:pt x="135" y="19"/>
                      </a:lnTo>
                      <a:lnTo>
                        <a:pt x="125" y="7"/>
                      </a:lnTo>
                      <a:lnTo>
                        <a:pt x="112" y="0"/>
                      </a:lnTo>
                      <a:lnTo>
                        <a:pt x="98" y="7"/>
                      </a:lnTo>
                      <a:lnTo>
                        <a:pt x="78" y="9"/>
                      </a:lnTo>
                      <a:lnTo>
                        <a:pt x="64" y="14"/>
                      </a:lnTo>
                      <a:lnTo>
                        <a:pt x="45" y="15"/>
                      </a:lnTo>
                      <a:lnTo>
                        <a:pt x="34" y="15"/>
                      </a:lnTo>
                      <a:lnTo>
                        <a:pt x="19" y="21"/>
                      </a:lnTo>
                      <a:lnTo>
                        <a:pt x="29" y="26"/>
                      </a:lnTo>
                      <a:lnTo>
                        <a:pt x="18" y="32"/>
                      </a:lnTo>
                      <a:lnTo>
                        <a:pt x="14" y="39"/>
                      </a:lnTo>
                      <a:lnTo>
                        <a:pt x="5" y="48"/>
                      </a:lnTo>
                      <a:lnTo>
                        <a:pt x="3" y="56"/>
                      </a:lnTo>
                      <a:lnTo>
                        <a:pt x="0" y="63"/>
                      </a:lnTo>
                      <a:lnTo>
                        <a:pt x="7" y="65"/>
                      </a:lnTo>
                      <a:lnTo>
                        <a:pt x="6" y="74"/>
                      </a:lnTo>
                      <a:lnTo>
                        <a:pt x="11" y="78"/>
                      </a:lnTo>
                      <a:lnTo>
                        <a:pt x="11" y="88"/>
                      </a:lnTo>
                      <a:lnTo>
                        <a:pt x="16" y="95"/>
                      </a:lnTo>
                      <a:lnTo>
                        <a:pt x="22" y="94"/>
                      </a:lnTo>
                      <a:lnTo>
                        <a:pt x="24" y="101"/>
                      </a:lnTo>
                      <a:lnTo>
                        <a:pt x="36" y="105"/>
                      </a:lnTo>
                      <a:lnTo>
                        <a:pt x="44" y="114"/>
                      </a:lnTo>
                      <a:lnTo>
                        <a:pt x="54" y="111"/>
                      </a:lnTo>
                      <a:lnTo>
                        <a:pt x="60" y="107"/>
                      </a:lnTo>
                      <a:lnTo>
                        <a:pt x="68" y="100"/>
                      </a:lnTo>
                      <a:lnTo>
                        <a:pt x="84" y="111"/>
                      </a:lnTo>
                      <a:lnTo>
                        <a:pt x="102" y="113"/>
                      </a:lnTo>
                      <a:lnTo>
                        <a:pt x="121" y="110"/>
                      </a:lnTo>
                      <a:lnTo>
                        <a:pt x="129" y="110"/>
                      </a:lnTo>
                      <a:lnTo>
                        <a:pt x="134" y="11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8" id="238"/>
                <p:cNvSpPr/>
                <p:nvPr/>
              </p:nvSpPr>
              <p:spPr>
                <a:xfrm>
                  <a:off x="2885" y="2116"/>
                  <a:ext cx="154" cy="1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" h="109" stroke="true" fill="norm" extrusionOk="true">
                      <a:moveTo>
                        <a:pt x="12" y="18"/>
                      </a:moveTo>
                      <a:lnTo>
                        <a:pt x="3" y="12"/>
                      </a:lnTo>
                      <a:lnTo>
                        <a:pt x="0" y="0"/>
                      </a:lnTo>
                      <a:lnTo>
                        <a:pt x="24" y="6"/>
                      </a:lnTo>
                      <a:lnTo>
                        <a:pt x="37" y="0"/>
                      </a:lnTo>
                      <a:lnTo>
                        <a:pt x="43" y="2"/>
                      </a:lnTo>
                      <a:lnTo>
                        <a:pt x="58" y="10"/>
                      </a:lnTo>
                      <a:lnTo>
                        <a:pt x="75" y="14"/>
                      </a:lnTo>
                      <a:lnTo>
                        <a:pt x="84" y="6"/>
                      </a:lnTo>
                      <a:lnTo>
                        <a:pt x="95" y="7"/>
                      </a:lnTo>
                      <a:lnTo>
                        <a:pt x="99" y="20"/>
                      </a:lnTo>
                      <a:lnTo>
                        <a:pt x="114" y="29"/>
                      </a:lnTo>
                      <a:lnTo>
                        <a:pt x="128" y="36"/>
                      </a:lnTo>
                      <a:lnTo>
                        <a:pt x="136" y="43"/>
                      </a:lnTo>
                      <a:lnTo>
                        <a:pt x="123" y="53"/>
                      </a:lnTo>
                      <a:lnTo>
                        <a:pt x="124" y="62"/>
                      </a:lnTo>
                      <a:lnTo>
                        <a:pt x="132" y="76"/>
                      </a:lnTo>
                      <a:lnTo>
                        <a:pt x="134" y="97"/>
                      </a:lnTo>
                      <a:lnTo>
                        <a:pt x="120" y="108"/>
                      </a:lnTo>
                      <a:lnTo>
                        <a:pt x="109" y="105"/>
                      </a:lnTo>
                      <a:lnTo>
                        <a:pt x="106" y="90"/>
                      </a:lnTo>
                      <a:lnTo>
                        <a:pt x="98" y="77"/>
                      </a:lnTo>
                      <a:lnTo>
                        <a:pt x="90" y="80"/>
                      </a:lnTo>
                      <a:lnTo>
                        <a:pt x="92" y="91"/>
                      </a:lnTo>
                      <a:lnTo>
                        <a:pt x="79" y="88"/>
                      </a:lnTo>
                      <a:lnTo>
                        <a:pt x="68" y="80"/>
                      </a:lnTo>
                      <a:lnTo>
                        <a:pt x="58" y="68"/>
                      </a:lnTo>
                      <a:lnTo>
                        <a:pt x="49" y="62"/>
                      </a:lnTo>
                      <a:lnTo>
                        <a:pt x="34" y="56"/>
                      </a:lnTo>
                      <a:lnTo>
                        <a:pt x="34" y="46"/>
                      </a:lnTo>
                      <a:lnTo>
                        <a:pt x="21" y="38"/>
                      </a:lnTo>
                      <a:lnTo>
                        <a:pt x="17" y="21"/>
                      </a:lnTo>
                      <a:lnTo>
                        <a:pt x="12" y="18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39" id="239"/>
                <p:cNvSpPr/>
                <p:nvPr/>
              </p:nvSpPr>
              <p:spPr>
                <a:xfrm>
                  <a:off x="3025" y="1970"/>
                  <a:ext cx="259" cy="18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9" h="187" stroke="true" fill="norm" extrusionOk="true">
                      <a:moveTo>
                        <a:pt x="65" y="123"/>
                      </a:moveTo>
                      <a:lnTo>
                        <a:pt x="86" y="121"/>
                      </a:lnTo>
                      <a:lnTo>
                        <a:pt x="99" y="130"/>
                      </a:lnTo>
                      <a:lnTo>
                        <a:pt x="119" y="160"/>
                      </a:lnTo>
                      <a:lnTo>
                        <a:pt x="116" y="172"/>
                      </a:lnTo>
                      <a:lnTo>
                        <a:pt x="110" y="187"/>
                      </a:lnTo>
                      <a:lnTo>
                        <a:pt x="123" y="173"/>
                      </a:lnTo>
                      <a:lnTo>
                        <a:pt x="132" y="138"/>
                      </a:lnTo>
                      <a:lnTo>
                        <a:pt x="149" y="134"/>
                      </a:lnTo>
                      <a:lnTo>
                        <a:pt x="154" y="157"/>
                      </a:lnTo>
                      <a:lnTo>
                        <a:pt x="175" y="154"/>
                      </a:lnTo>
                      <a:lnTo>
                        <a:pt x="169" y="174"/>
                      </a:lnTo>
                      <a:lnTo>
                        <a:pt x="184" y="183"/>
                      </a:lnTo>
                      <a:lnTo>
                        <a:pt x="211" y="178"/>
                      </a:lnTo>
                      <a:lnTo>
                        <a:pt x="187" y="156"/>
                      </a:lnTo>
                      <a:lnTo>
                        <a:pt x="197" y="152"/>
                      </a:lnTo>
                      <a:lnTo>
                        <a:pt x="205" y="140"/>
                      </a:lnTo>
                      <a:lnTo>
                        <a:pt x="218" y="142"/>
                      </a:lnTo>
                      <a:lnTo>
                        <a:pt x="250" y="128"/>
                      </a:lnTo>
                      <a:lnTo>
                        <a:pt x="259" y="78"/>
                      </a:lnTo>
                      <a:lnTo>
                        <a:pt x="195" y="25"/>
                      </a:lnTo>
                      <a:lnTo>
                        <a:pt x="186" y="0"/>
                      </a:lnTo>
                      <a:lnTo>
                        <a:pt x="143" y="3"/>
                      </a:lnTo>
                      <a:lnTo>
                        <a:pt x="132" y="21"/>
                      </a:lnTo>
                      <a:lnTo>
                        <a:pt x="17" y="34"/>
                      </a:lnTo>
                      <a:lnTo>
                        <a:pt x="18" y="63"/>
                      </a:lnTo>
                      <a:lnTo>
                        <a:pt x="6" y="73"/>
                      </a:lnTo>
                      <a:lnTo>
                        <a:pt x="0" y="120"/>
                      </a:lnTo>
                      <a:lnTo>
                        <a:pt x="23" y="119"/>
                      </a:lnTo>
                      <a:lnTo>
                        <a:pt x="32" y="125"/>
                      </a:lnTo>
                      <a:lnTo>
                        <a:pt x="55" y="126"/>
                      </a:lnTo>
                      <a:lnTo>
                        <a:pt x="65" y="12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0" id="240"/>
                <p:cNvSpPr/>
                <p:nvPr/>
              </p:nvSpPr>
              <p:spPr>
                <a:xfrm>
                  <a:off x="3031" y="1867"/>
                  <a:ext cx="151" cy="13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6" h="122" stroke="true" fill="norm" extrusionOk="true">
                      <a:moveTo>
                        <a:pt x="11" y="121"/>
                      </a:moveTo>
                      <a:lnTo>
                        <a:pt x="112" y="110"/>
                      </a:lnTo>
                      <a:lnTo>
                        <a:pt x="122" y="94"/>
                      </a:lnTo>
                      <a:lnTo>
                        <a:pt x="129" y="74"/>
                      </a:lnTo>
                      <a:lnTo>
                        <a:pt x="135" y="67"/>
                      </a:lnTo>
                      <a:lnTo>
                        <a:pt x="132" y="15"/>
                      </a:lnTo>
                      <a:lnTo>
                        <a:pt x="93" y="0"/>
                      </a:lnTo>
                      <a:lnTo>
                        <a:pt x="82" y="8"/>
                      </a:lnTo>
                      <a:lnTo>
                        <a:pt x="68" y="3"/>
                      </a:lnTo>
                      <a:lnTo>
                        <a:pt x="62" y="22"/>
                      </a:lnTo>
                      <a:lnTo>
                        <a:pt x="58" y="19"/>
                      </a:lnTo>
                      <a:lnTo>
                        <a:pt x="49" y="38"/>
                      </a:lnTo>
                      <a:lnTo>
                        <a:pt x="56" y="49"/>
                      </a:lnTo>
                      <a:lnTo>
                        <a:pt x="36" y="56"/>
                      </a:lnTo>
                      <a:lnTo>
                        <a:pt x="33" y="68"/>
                      </a:lnTo>
                      <a:lnTo>
                        <a:pt x="15" y="66"/>
                      </a:lnTo>
                      <a:lnTo>
                        <a:pt x="0" y="72"/>
                      </a:lnTo>
                      <a:lnTo>
                        <a:pt x="1" y="85"/>
                      </a:lnTo>
                      <a:lnTo>
                        <a:pt x="1" y="105"/>
                      </a:lnTo>
                      <a:lnTo>
                        <a:pt x="10" y="105"/>
                      </a:lnTo>
                      <a:lnTo>
                        <a:pt x="11" y="12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1" id="241"/>
                <p:cNvSpPr/>
                <p:nvPr/>
              </p:nvSpPr>
              <p:spPr>
                <a:xfrm>
                  <a:off x="3053" y="2315"/>
                  <a:ext cx="39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6" h="14" stroke="true" fill="norm" extrusionOk="true">
                      <a:moveTo>
                        <a:pt x="17" y="13"/>
                      </a:moveTo>
                      <a:lnTo>
                        <a:pt x="15" y="13"/>
                      </a:lnTo>
                      <a:lnTo>
                        <a:pt x="13" y="13"/>
                      </a:lnTo>
                      <a:lnTo>
                        <a:pt x="12" y="13"/>
                      </a:lnTo>
                      <a:lnTo>
                        <a:pt x="10" y="11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9"/>
                      </a:lnTo>
                      <a:lnTo>
                        <a:pt x="3" y="9"/>
                      </a:lnTo>
                      <a:lnTo>
                        <a:pt x="2" y="9"/>
                      </a:lnTo>
                      <a:lnTo>
                        <a:pt x="2" y="7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7"/>
                      </a:lnTo>
                      <a:lnTo>
                        <a:pt x="2" y="7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6" y="5"/>
                      </a:lnTo>
                      <a:lnTo>
                        <a:pt x="8" y="5"/>
                      </a:lnTo>
                      <a:lnTo>
                        <a:pt x="11" y="5"/>
                      </a:lnTo>
                      <a:lnTo>
                        <a:pt x="13" y="5"/>
                      </a:lnTo>
                      <a:lnTo>
                        <a:pt x="15" y="5"/>
                      </a:lnTo>
                      <a:lnTo>
                        <a:pt x="17" y="5"/>
                      </a:lnTo>
                      <a:lnTo>
                        <a:pt x="18" y="5"/>
                      </a:lnTo>
                      <a:lnTo>
                        <a:pt x="19" y="3"/>
                      </a:lnTo>
                      <a:lnTo>
                        <a:pt x="21" y="3"/>
                      </a:lnTo>
                      <a:lnTo>
                        <a:pt x="23" y="2"/>
                      </a:lnTo>
                      <a:lnTo>
                        <a:pt x="24" y="2"/>
                      </a:lnTo>
                      <a:lnTo>
                        <a:pt x="26" y="2"/>
                      </a:lnTo>
                      <a:lnTo>
                        <a:pt x="27" y="1"/>
                      </a:lnTo>
                      <a:lnTo>
                        <a:pt x="28" y="1"/>
                      </a:lnTo>
                      <a:lnTo>
                        <a:pt x="29" y="1"/>
                      </a:lnTo>
                      <a:lnTo>
                        <a:pt x="30" y="0"/>
                      </a:lnTo>
                      <a:lnTo>
                        <a:pt x="30" y="1"/>
                      </a:lnTo>
                      <a:lnTo>
                        <a:pt x="31" y="1"/>
                      </a:lnTo>
                      <a:lnTo>
                        <a:pt x="32" y="2"/>
                      </a:lnTo>
                      <a:lnTo>
                        <a:pt x="33" y="2"/>
                      </a:lnTo>
                      <a:lnTo>
                        <a:pt x="33" y="3"/>
                      </a:lnTo>
                      <a:lnTo>
                        <a:pt x="33" y="5"/>
                      </a:lnTo>
                      <a:lnTo>
                        <a:pt x="34" y="6"/>
                      </a:lnTo>
                      <a:lnTo>
                        <a:pt x="34" y="7"/>
                      </a:lnTo>
                      <a:lnTo>
                        <a:pt x="34" y="9"/>
                      </a:lnTo>
                      <a:lnTo>
                        <a:pt x="35" y="9"/>
                      </a:lnTo>
                      <a:lnTo>
                        <a:pt x="34" y="9"/>
                      </a:lnTo>
                      <a:lnTo>
                        <a:pt x="33" y="10"/>
                      </a:lnTo>
                      <a:lnTo>
                        <a:pt x="33" y="11"/>
                      </a:lnTo>
                      <a:lnTo>
                        <a:pt x="32" y="11"/>
                      </a:lnTo>
                      <a:lnTo>
                        <a:pt x="30" y="11"/>
                      </a:lnTo>
                      <a:lnTo>
                        <a:pt x="28" y="13"/>
                      </a:lnTo>
                      <a:lnTo>
                        <a:pt x="27" y="13"/>
                      </a:lnTo>
                      <a:lnTo>
                        <a:pt x="25" y="13"/>
                      </a:lnTo>
                      <a:lnTo>
                        <a:pt x="23" y="13"/>
                      </a:lnTo>
                      <a:lnTo>
                        <a:pt x="21" y="13"/>
                      </a:lnTo>
                      <a:lnTo>
                        <a:pt x="19" y="13"/>
                      </a:lnTo>
                      <a:lnTo>
                        <a:pt x="17" y="1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2" id="242"/>
                <p:cNvSpPr/>
                <p:nvPr/>
              </p:nvSpPr>
              <p:spPr>
                <a:xfrm>
                  <a:off x="2983" y="1866"/>
                  <a:ext cx="115" cy="9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15" h="97" stroke="true" fill="norm" extrusionOk="true">
                      <a:moveTo>
                        <a:pt x="22" y="23"/>
                      </a:moveTo>
                      <a:lnTo>
                        <a:pt x="15" y="42"/>
                      </a:lnTo>
                      <a:lnTo>
                        <a:pt x="0" y="67"/>
                      </a:lnTo>
                      <a:lnTo>
                        <a:pt x="27" y="78"/>
                      </a:lnTo>
                      <a:lnTo>
                        <a:pt x="48" y="97"/>
                      </a:lnTo>
                      <a:lnTo>
                        <a:pt x="47" y="81"/>
                      </a:lnTo>
                      <a:lnTo>
                        <a:pt x="68" y="75"/>
                      </a:lnTo>
                      <a:lnTo>
                        <a:pt x="88" y="75"/>
                      </a:lnTo>
                      <a:lnTo>
                        <a:pt x="89" y="60"/>
                      </a:lnTo>
                      <a:lnTo>
                        <a:pt x="113" y="57"/>
                      </a:lnTo>
                      <a:lnTo>
                        <a:pt x="104" y="44"/>
                      </a:lnTo>
                      <a:lnTo>
                        <a:pt x="113" y="21"/>
                      </a:lnTo>
                      <a:lnTo>
                        <a:pt x="115" y="12"/>
                      </a:lnTo>
                      <a:lnTo>
                        <a:pt x="83" y="0"/>
                      </a:lnTo>
                      <a:lnTo>
                        <a:pt x="50" y="20"/>
                      </a:lnTo>
                      <a:lnTo>
                        <a:pt x="31" y="23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3" id="243"/>
                <p:cNvSpPr/>
                <p:nvPr/>
              </p:nvSpPr>
              <p:spPr>
                <a:xfrm>
                  <a:off x="3091" y="1319"/>
                  <a:ext cx="2339" cy="87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085" h="783" stroke="true" fill="norm" extrusionOk="true">
                      <a:moveTo>
                        <a:pt x="304" y="721"/>
                      </a:moveTo>
                      <a:lnTo>
                        <a:pt x="316" y="709"/>
                      </a:lnTo>
                      <a:lnTo>
                        <a:pt x="322" y="683"/>
                      </a:lnTo>
                      <a:lnTo>
                        <a:pt x="336" y="668"/>
                      </a:lnTo>
                      <a:lnTo>
                        <a:pt x="334" y="649"/>
                      </a:lnTo>
                      <a:lnTo>
                        <a:pt x="317" y="639"/>
                      </a:lnTo>
                      <a:lnTo>
                        <a:pt x="310" y="622"/>
                      </a:lnTo>
                      <a:lnTo>
                        <a:pt x="354" y="571"/>
                      </a:lnTo>
                      <a:lnTo>
                        <a:pt x="370" y="589"/>
                      </a:lnTo>
                      <a:lnTo>
                        <a:pt x="376" y="576"/>
                      </a:lnTo>
                      <a:lnTo>
                        <a:pt x="395" y="571"/>
                      </a:lnTo>
                      <a:lnTo>
                        <a:pt x="411" y="575"/>
                      </a:lnTo>
                      <a:lnTo>
                        <a:pt x="440" y="576"/>
                      </a:lnTo>
                      <a:lnTo>
                        <a:pt x="475" y="599"/>
                      </a:lnTo>
                      <a:lnTo>
                        <a:pt x="474" y="608"/>
                      </a:lnTo>
                      <a:lnTo>
                        <a:pt x="487" y="613"/>
                      </a:lnTo>
                      <a:lnTo>
                        <a:pt x="506" y="612"/>
                      </a:lnTo>
                      <a:lnTo>
                        <a:pt x="532" y="626"/>
                      </a:lnTo>
                      <a:lnTo>
                        <a:pt x="546" y="631"/>
                      </a:lnTo>
                      <a:lnTo>
                        <a:pt x="553" y="623"/>
                      </a:lnTo>
                      <a:lnTo>
                        <a:pt x="546" y="605"/>
                      </a:lnTo>
                      <a:lnTo>
                        <a:pt x="562" y="596"/>
                      </a:lnTo>
                      <a:lnTo>
                        <a:pt x="579" y="589"/>
                      </a:lnTo>
                      <a:lnTo>
                        <a:pt x="575" y="567"/>
                      </a:lnTo>
                      <a:lnTo>
                        <a:pt x="585" y="566"/>
                      </a:lnTo>
                      <a:lnTo>
                        <a:pt x="604" y="571"/>
                      </a:lnTo>
                      <a:lnTo>
                        <a:pt x="640" y="574"/>
                      </a:lnTo>
                      <a:lnTo>
                        <a:pt x="661" y="569"/>
                      </a:lnTo>
                      <a:lnTo>
                        <a:pt x="689" y="564"/>
                      </a:lnTo>
                      <a:lnTo>
                        <a:pt x="701" y="575"/>
                      </a:lnTo>
                      <a:lnTo>
                        <a:pt x="703" y="587"/>
                      </a:lnTo>
                      <a:lnTo>
                        <a:pt x="718" y="589"/>
                      </a:lnTo>
                      <a:lnTo>
                        <a:pt x="741" y="580"/>
                      </a:lnTo>
                      <a:lnTo>
                        <a:pt x="759" y="580"/>
                      </a:lnTo>
                      <a:lnTo>
                        <a:pt x="781" y="621"/>
                      </a:lnTo>
                      <a:lnTo>
                        <a:pt x="796" y="622"/>
                      </a:lnTo>
                      <a:lnTo>
                        <a:pt x="803" y="633"/>
                      </a:lnTo>
                      <a:lnTo>
                        <a:pt x="826" y="642"/>
                      </a:lnTo>
                      <a:lnTo>
                        <a:pt x="840" y="677"/>
                      </a:lnTo>
                      <a:lnTo>
                        <a:pt x="848" y="670"/>
                      </a:lnTo>
                      <a:lnTo>
                        <a:pt x="867" y="665"/>
                      </a:lnTo>
                      <a:lnTo>
                        <a:pt x="910" y="661"/>
                      </a:lnTo>
                      <a:lnTo>
                        <a:pt x="914" y="667"/>
                      </a:lnTo>
                      <a:lnTo>
                        <a:pt x="930" y="670"/>
                      </a:lnTo>
                      <a:lnTo>
                        <a:pt x="936" y="676"/>
                      </a:lnTo>
                      <a:lnTo>
                        <a:pt x="965" y="673"/>
                      </a:lnTo>
                      <a:lnTo>
                        <a:pt x="958" y="656"/>
                      </a:lnTo>
                      <a:lnTo>
                        <a:pt x="953" y="648"/>
                      </a:lnTo>
                      <a:lnTo>
                        <a:pt x="965" y="647"/>
                      </a:lnTo>
                      <a:lnTo>
                        <a:pt x="965" y="623"/>
                      </a:lnTo>
                      <a:lnTo>
                        <a:pt x="965" y="596"/>
                      </a:lnTo>
                      <a:lnTo>
                        <a:pt x="992" y="607"/>
                      </a:lnTo>
                      <a:lnTo>
                        <a:pt x="1009" y="607"/>
                      </a:lnTo>
                      <a:lnTo>
                        <a:pt x="1022" y="621"/>
                      </a:lnTo>
                      <a:lnTo>
                        <a:pt x="1028" y="634"/>
                      </a:lnTo>
                      <a:lnTo>
                        <a:pt x="1049" y="634"/>
                      </a:lnTo>
                      <a:lnTo>
                        <a:pt x="1081" y="635"/>
                      </a:lnTo>
                      <a:lnTo>
                        <a:pt x="1098" y="645"/>
                      </a:lnTo>
                      <a:lnTo>
                        <a:pt x="1112" y="649"/>
                      </a:lnTo>
                      <a:lnTo>
                        <a:pt x="1115" y="661"/>
                      </a:lnTo>
                      <a:lnTo>
                        <a:pt x="1153" y="655"/>
                      </a:lnTo>
                      <a:lnTo>
                        <a:pt x="1159" y="645"/>
                      </a:lnTo>
                      <a:lnTo>
                        <a:pt x="1172" y="653"/>
                      </a:lnTo>
                      <a:lnTo>
                        <a:pt x="1189" y="638"/>
                      </a:lnTo>
                      <a:lnTo>
                        <a:pt x="1203" y="637"/>
                      </a:lnTo>
                      <a:lnTo>
                        <a:pt x="1215" y="644"/>
                      </a:lnTo>
                      <a:lnTo>
                        <a:pt x="1226" y="655"/>
                      </a:lnTo>
                      <a:lnTo>
                        <a:pt x="1246" y="655"/>
                      </a:lnTo>
                      <a:lnTo>
                        <a:pt x="1249" y="628"/>
                      </a:lnTo>
                      <a:lnTo>
                        <a:pt x="1260" y="618"/>
                      </a:lnTo>
                      <a:lnTo>
                        <a:pt x="1251" y="593"/>
                      </a:lnTo>
                      <a:lnTo>
                        <a:pt x="1259" y="578"/>
                      </a:lnTo>
                      <a:lnTo>
                        <a:pt x="1320" y="579"/>
                      </a:lnTo>
                      <a:lnTo>
                        <a:pt x="1334" y="595"/>
                      </a:lnTo>
                      <a:lnTo>
                        <a:pt x="1348" y="607"/>
                      </a:lnTo>
                      <a:lnTo>
                        <a:pt x="1359" y="621"/>
                      </a:lnTo>
                      <a:lnTo>
                        <a:pt x="1362" y="638"/>
                      </a:lnTo>
                      <a:lnTo>
                        <a:pt x="1373" y="651"/>
                      </a:lnTo>
                      <a:lnTo>
                        <a:pt x="1398" y="656"/>
                      </a:lnTo>
                      <a:lnTo>
                        <a:pt x="1409" y="667"/>
                      </a:lnTo>
                      <a:lnTo>
                        <a:pt x="1421" y="675"/>
                      </a:lnTo>
                      <a:lnTo>
                        <a:pt x="1427" y="684"/>
                      </a:lnTo>
                      <a:lnTo>
                        <a:pt x="1442" y="685"/>
                      </a:lnTo>
                      <a:lnTo>
                        <a:pt x="1467" y="681"/>
                      </a:lnTo>
                      <a:lnTo>
                        <a:pt x="1472" y="688"/>
                      </a:lnTo>
                      <a:lnTo>
                        <a:pt x="1475" y="701"/>
                      </a:lnTo>
                      <a:lnTo>
                        <a:pt x="1464" y="708"/>
                      </a:lnTo>
                      <a:lnTo>
                        <a:pt x="1463" y="744"/>
                      </a:lnTo>
                      <a:lnTo>
                        <a:pt x="1449" y="742"/>
                      </a:lnTo>
                      <a:lnTo>
                        <a:pt x="1442" y="757"/>
                      </a:lnTo>
                      <a:lnTo>
                        <a:pt x="1442" y="773"/>
                      </a:lnTo>
                      <a:lnTo>
                        <a:pt x="1457" y="776"/>
                      </a:lnTo>
                      <a:lnTo>
                        <a:pt x="1475" y="782"/>
                      </a:lnTo>
                      <a:lnTo>
                        <a:pt x="1498" y="764"/>
                      </a:lnTo>
                      <a:lnTo>
                        <a:pt x="1516" y="735"/>
                      </a:lnTo>
                      <a:lnTo>
                        <a:pt x="1531" y="701"/>
                      </a:lnTo>
                      <a:lnTo>
                        <a:pt x="1544" y="667"/>
                      </a:lnTo>
                      <a:lnTo>
                        <a:pt x="1537" y="634"/>
                      </a:lnTo>
                      <a:lnTo>
                        <a:pt x="1542" y="624"/>
                      </a:lnTo>
                      <a:lnTo>
                        <a:pt x="1538" y="588"/>
                      </a:lnTo>
                      <a:lnTo>
                        <a:pt x="1523" y="566"/>
                      </a:lnTo>
                      <a:lnTo>
                        <a:pt x="1499" y="558"/>
                      </a:lnTo>
                      <a:lnTo>
                        <a:pt x="1492" y="572"/>
                      </a:lnTo>
                      <a:lnTo>
                        <a:pt x="1482" y="573"/>
                      </a:lnTo>
                      <a:lnTo>
                        <a:pt x="1480" y="560"/>
                      </a:lnTo>
                      <a:lnTo>
                        <a:pt x="1457" y="548"/>
                      </a:lnTo>
                      <a:lnTo>
                        <a:pt x="1453" y="537"/>
                      </a:lnTo>
                      <a:lnTo>
                        <a:pt x="1467" y="523"/>
                      </a:lnTo>
                      <a:lnTo>
                        <a:pt x="1483" y="497"/>
                      </a:lnTo>
                      <a:lnTo>
                        <a:pt x="1492" y="478"/>
                      </a:lnTo>
                      <a:lnTo>
                        <a:pt x="1503" y="461"/>
                      </a:lnTo>
                      <a:lnTo>
                        <a:pt x="1537" y="452"/>
                      </a:lnTo>
                      <a:lnTo>
                        <a:pt x="1564" y="450"/>
                      </a:lnTo>
                      <a:lnTo>
                        <a:pt x="1602" y="454"/>
                      </a:lnTo>
                      <a:lnTo>
                        <a:pt x="1610" y="439"/>
                      </a:lnTo>
                      <a:lnTo>
                        <a:pt x="1637" y="446"/>
                      </a:lnTo>
                      <a:lnTo>
                        <a:pt x="1637" y="455"/>
                      </a:lnTo>
                      <a:lnTo>
                        <a:pt x="1675" y="450"/>
                      </a:lnTo>
                      <a:lnTo>
                        <a:pt x="1677" y="432"/>
                      </a:lnTo>
                      <a:lnTo>
                        <a:pt x="1683" y="408"/>
                      </a:lnTo>
                      <a:lnTo>
                        <a:pt x="1691" y="394"/>
                      </a:lnTo>
                      <a:lnTo>
                        <a:pt x="1728" y="394"/>
                      </a:lnTo>
                      <a:lnTo>
                        <a:pt x="1741" y="410"/>
                      </a:lnTo>
                      <a:lnTo>
                        <a:pt x="1749" y="413"/>
                      </a:lnTo>
                      <a:lnTo>
                        <a:pt x="1762" y="391"/>
                      </a:lnTo>
                      <a:lnTo>
                        <a:pt x="1771" y="387"/>
                      </a:lnTo>
                      <a:lnTo>
                        <a:pt x="1781" y="405"/>
                      </a:lnTo>
                      <a:lnTo>
                        <a:pt x="1773" y="421"/>
                      </a:lnTo>
                      <a:lnTo>
                        <a:pt x="1753" y="437"/>
                      </a:lnTo>
                      <a:lnTo>
                        <a:pt x="1736" y="463"/>
                      </a:lnTo>
                      <a:lnTo>
                        <a:pt x="1720" y="483"/>
                      </a:lnTo>
                      <a:lnTo>
                        <a:pt x="1718" y="512"/>
                      </a:lnTo>
                      <a:lnTo>
                        <a:pt x="1722" y="543"/>
                      </a:lnTo>
                      <a:lnTo>
                        <a:pt x="1734" y="564"/>
                      </a:lnTo>
                      <a:lnTo>
                        <a:pt x="1741" y="589"/>
                      </a:lnTo>
                      <a:lnTo>
                        <a:pt x="1751" y="604"/>
                      </a:lnTo>
                      <a:lnTo>
                        <a:pt x="1763" y="612"/>
                      </a:lnTo>
                      <a:lnTo>
                        <a:pt x="1777" y="589"/>
                      </a:lnTo>
                      <a:lnTo>
                        <a:pt x="1791" y="561"/>
                      </a:lnTo>
                      <a:lnTo>
                        <a:pt x="1791" y="545"/>
                      </a:lnTo>
                      <a:lnTo>
                        <a:pt x="1805" y="545"/>
                      </a:lnTo>
                      <a:lnTo>
                        <a:pt x="1803" y="526"/>
                      </a:lnTo>
                      <a:lnTo>
                        <a:pt x="1805" y="511"/>
                      </a:lnTo>
                      <a:lnTo>
                        <a:pt x="1814" y="509"/>
                      </a:lnTo>
                      <a:lnTo>
                        <a:pt x="1808" y="498"/>
                      </a:lnTo>
                      <a:lnTo>
                        <a:pt x="1792" y="480"/>
                      </a:lnTo>
                      <a:lnTo>
                        <a:pt x="1790" y="480"/>
                      </a:lnTo>
                      <a:lnTo>
                        <a:pt x="1789" y="480"/>
                      </a:lnTo>
                      <a:lnTo>
                        <a:pt x="1788" y="480"/>
                      </a:lnTo>
                      <a:lnTo>
                        <a:pt x="1787" y="479"/>
                      </a:lnTo>
                      <a:lnTo>
                        <a:pt x="1786" y="478"/>
                      </a:lnTo>
                      <a:lnTo>
                        <a:pt x="1785" y="478"/>
                      </a:lnTo>
                      <a:lnTo>
                        <a:pt x="1785" y="477"/>
                      </a:lnTo>
                      <a:lnTo>
                        <a:pt x="1783" y="476"/>
                      </a:lnTo>
                      <a:lnTo>
                        <a:pt x="1783" y="475"/>
                      </a:lnTo>
                      <a:lnTo>
                        <a:pt x="1783" y="472"/>
                      </a:lnTo>
                      <a:lnTo>
                        <a:pt x="1783" y="469"/>
                      </a:lnTo>
                      <a:lnTo>
                        <a:pt x="1784" y="467"/>
                      </a:lnTo>
                      <a:lnTo>
                        <a:pt x="1784" y="465"/>
                      </a:lnTo>
                      <a:lnTo>
                        <a:pt x="1785" y="462"/>
                      </a:lnTo>
                      <a:lnTo>
                        <a:pt x="1785" y="460"/>
                      </a:lnTo>
                      <a:lnTo>
                        <a:pt x="1786" y="458"/>
                      </a:lnTo>
                      <a:lnTo>
                        <a:pt x="1787" y="455"/>
                      </a:lnTo>
                      <a:lnTo>
                        <a:pt x="1787" y="454"/>
                      </a:lnTo>
                      <a:lnTo>
                        <a:pt x="1787" y="452"/>
                      </a:lnTo>
                      <a:lnTo>
                        <a:pt x="1787" y="451"/>
                      </a:lnTo>
                      <a:lnTo>
                        <a:pt x="1788" y="450"/>
                      </a:lnTo>
                      <a:lnTo>
                        <a:pt x="1797" y="439"/>
                      </a:lnTo>
                      <a:lnTo>
                        <a:pt x="1820" y="428"/>
                      </a:lnTo>
                      <a:lnTo>
                        <a:pt x="1832" y="419"/>
                      </a:lnTo>
                      <a:lnTo>
                        <a:pt x="1851" y="416"/>
                      </a:lnTo>
                      <a:lnTo>
                        <a:pt x="1862" y="419"/>
                      </a:lnTo>
                      <a:lnTo>
                        <a:pt x="1872" y="432"/>
                      </a:lnTo>
                      <a:lnTo>
                        <a:pt x="1880" y="438"/>
                      </a:lnTo>
                      <a:lnTo>
                        <a:pt x="1887" y="412"/>
                      </a:lnTo>
                      <a:lnTo>
                        <a:pt x="1895" y="405"/>
                      </a:lnTo>
                      <a:lnTo>
                        <a:pt x="1898" y="391"/>
                      </a:lnTo>
                      <a:lnTo>
                        <a:pt x="1918" y="392"/>
                      </a:lnTo>
                      <a:lnTo>
                        <a:pt x="1937" y="378"/>
                      </a:lnTo>
                      <a:lnTo>
                        <a:pt x="1948" y="376"/>
                      </a:lnTo>
                      <a:lnTo>
                        <a:pt x="1969" y="384"/>
                      </a:lnTo>
                      <a:lnTo>
                        <a:pt x="1974" y="373"/>
                      </a:lnTo>
                      <a:lnTo>
                        <a:pt x="1955" y="349"/>
                      </a:lnTo>
                      <a:lnTo>
                        <a:pt x="1929" y="332"/>
                      </a:lnTo>
                      <a:lnTo>
                        <a:pt x="1939" y="323"/>
                      </a:lnTo>
                      <a:lnTo>
                        <a:pt x="1957" y="311"/>
                      </a:lnTo>
                      <a:lnTo>
                        <a:pt x="1950" y="302"/>
                      </a:lnTo>
                      <a:lnTo>
                        <a:pt x="1950" y="286"/>
                      </a:lnTo>
                      <a:lnTo>
                        <a:pt x="1967" y="281"/>
                      </a:lnTo>
                      <a:lnTo>
                        <a:pt x="1973" y="298"/>
                      </a:lnTo>
                      <a:lnTo>
                        <a:pt x="1978" y="311"/>
                      </a:lnTo>
                      <a:lnTo>
                        <a:pt x="2005" y="313"/>
                      </a:lnTo>
                      <a:lnTo>
                        <a:pt x="2016" y="325"/>
                      </a:lnTo>
                      <a:lnTo>
                        <a:pt x="2035" y="326"/>
                      </a:lnTo>
                      <a:lnTo>
                        <a:pt x="2046" y="341"/>
                      </a:lnTo>
                      <a:lnTo>
                        <a:pt x="2055" y="344"/>
                      </a:lnTo>
                      <a:lnTo>
                        <a:pt x="2068" y="332"/>
                      </a:lnTo>
                      <a:lnTo>
                        <a:pt x="2055" y="317"/>
                      </a:lnTo>
                      <a:lnTo>
                        <a:pt x="2059" y="305"/>
                      </a:lnTo>
                      <a:lnTo>
                        <a:pt x="2070" y="305"/>
                      </a:lnTo>
                      <a:lnTo>
                        <a:pt x="2081" y="300"/>
                      </a:lnTo>
                      <a:lnTo>
                        <a:pt x="2084" y="282"/>
                      </a:lnTo>
                      <a:lnTo>
                        <a:pt x="2057" y="282"/>
                      </a:lnTo>
                      <a:lnTo>
                        <a:pt x="2041" y="271"/>
                      </a:lnTo>
                      <a:lnTo>
                        <a:pt x="2018" y="275"/>
                      </a:lnTo>
                      <a:lnTo>
                        <a:pt x="2012" y="284"/>
                      </a:lnTo>
                      <a:lnTo>
                        <a:pt x="2003" y="268"/>
                      </a:lnTo>
                      <a:lnTo>
                        <a:pt x="1997" y="260"/>
                      </a:lnTo>
                      <a:lnTo>
                        <a:pt x="1976" y="254"/>
                      </a:lnTo>
                      <a:lnTo>
                        <a:pt x="1973" y="242"/>
                      </a:lnTo>
                      <a:lnTo>
                        <a:pt x="1944" y="242"/>
                      </a:lnTo>
                      <a:lnTo>
                        <a:pt x="1931" y="227"/>
                      </a:lnTo>
                      <a:lnTo>
                        <a:pt x="1912" y="216"/>
                      </a:lnTo>
                      <a:lnTo>
                        <a:pt x="1894" y="215"/>
                      </a:lnTo>
                      <a:lnTo>
                        <a:pt x="1874" y="207"/>
                      </a:lnTo>
                      <a:lnTo>
                        <a:pt x="1865" y="201"/>
                      </a:lnTo>
                      <a:lnTo>
                        <a:pt x="1846" y="194"/>
                      </a:lnTo>
                      <a:lnTo>
                        <a:pt x="1819" y="194"/>
                      </a:lnTo>
                      <a:lnTo>
                        <a:pt x="1787" y="191"/>
                      </a:lnTo>
                      <a:lnTo>
                        <a:pt x="1783" y="210"/>
                      </a:lnTo>
                      <a:lnTo>
                        <a:pt x="1768" y="213"/>
                      </a:lnTo>
                      <a:lnTo>
                        <a:pt x="1759" y="204"/>
                      </a:lnTo>
                      <a:lnTo>
                        <a:pt x="1743" y="207"/>
                      </a:lnTo>
                      <a:lnTo>
                        <a:pt x="1722" y="199"/>
                      </a:lnTo>
                      <a:lnTo>
                        <a:pt x="1687" y="204"/>
                      </a:lnTo>
                      <a:lnTo>
                        <a:pt x="1679" y="216"/>
                      </a:lnTo>
                      <a:lnTo>
                        <a:pt x="1667" y="212"/>
                      </a:lnTo>
                      <a:lnTo>
                        <a:pt x="1650" y="198"/>
                      </a:lnTo>
                      <a:lnTo>
                        <a:pt x="1634" y="181"/>
                      </a:lnTo>
                      <a:lnTo>
                        <a:pt x="1594" y="172"/>
                      </a:lnTo>
                      <a:lnTo>
                        <a:pt x="1581" y="176"/>
                      </a:lnTo>
                      <a:lnTo>
                        <a:pt x="1571" y="180"/>
                      </a:lnTo>
                      <a:lnTo>
                        <a:pt x="1549" y="176"/>
                      </a:lnTo>
                      <a:lnTo>
                        <a:pt x="1522" y="162"/>
                      </a:lnTo>
                      <a:lnTo>
                        <a:pt x="1504" y="154"/>
                      </a:lnTo>
                      <a:lnTo>
                        <a:pt x="1501" y="146"/>
                      </a:lnTo>
                      <a:lnTo>
                        <a:pt x="1458" y="146"/>
                      </a:lnTo>
                      <a:lnTo>
                        <a:pt x="1446" y="151"/>
                      </a:lnTo>
                      <a:lnTo>
                        <a:pt x="1433" y="136"/>
                      </a:lnTo>
                      <a:lnTo>
                        <a:pt x="1409" y="136"/>
                      </a:lnTo>
                      <a:lnTo>
                        <a:pt x="1399" y="123"/>
                      </a:lnTo>
                      <a:lnTo>
                        <a:pt x="1386" y="131"/>
                      </a:lnTo>
                      <a:lnTo>
                        <a:pt x="1373" y="140"/>
                      </a:lnTo>
                      <a:lnTo>
                        <a:pt x="1381" y="159"/>
                      </a:lnTo>
                      <a:lnTo>
                        <a:pt x="1363" y="163"/>
                      </a:lnTo>
                      <a:lnTo>
                        <a:pt x="1341" y="159"/>
                      </a:lnTo>
                      <a:lnTo>
                        <a:pt x="1323" y="158"/>
                      </a:lnTo>
                      <a:lnTo>
                        <a:pt x="1312" y="165"/>
                      </a:lnTo>
                      <a:lnTo>
                        <a:pt x="1296" y="157"/>
                      </a:lnTo>
                      <a:lnTo>
                        <a:pt x="1287" y="147"/>
                      </a:lnTo>
                      <a:lnTo>
                        <a:pt x="1285" y="163"/>
                      </a:lnTo>
                      <a:lnTo>
                        <a:pt x="1262" y="165"/>
                      </a:lnTo>
                      <a:lnTo>
                        <a:pt x="1233" y="156"/>
                      </a:lnTo>
                      <a:lnTo>
                        <a:pt x="1215" y="149"/>
                      </a:lnTo>
                      <a:lnTo>
                        <a:pt x="1220" y="140"/>
                      </a:lnTo>
                      <a:lnTo>
                        <a:pt x="1233" y="136"/>
                      </a:lnTo>
                      <a:lnTo>
                        <a:pt x="1223" y="116"/>
                      </a:lnTo>
                      <a:lnTo>
                        <a:pt x="1199" y="107"/>
                      </a:lnTo>
                      <a:lnTo>
                        <a:pt x="1168" y="109"/>
                      </a:lnTo>
                      <a:lnTo>
                        <a:pt x="1159" y="133"/>
                      </a:lnTo>
                      <a:lnTo>
                        <a:pt x="1134" y="125"/>
                      </a:lnTo>
                      <a:lnTo>
                        <a:pt x="1113" y="115"/>
                      </a:lnTo>
                      <a:lnTo>
                        <a:pt x="1081" y="107"/>
                      </a:lnTo>
                      <a:lnTo>
                        <a:pt x="1020" y="107"/>
                      </a:lnTo>
                      <a:lnTo>
                        <a:pt x="999" y="107"/>
                      </a:lnTo>
                      <a:lnTo>
                        <a:pt x="978" y="116"/>
                      </a:lnTo>
                      <a:lnTo>
                        <a:pt x="948" y="126"/>
                      </a:lnTo>
                      <a:lnTo>
                        <a:pt x="964" y="109"/>
                      </a:lnTo>
                      <a:lnTo>
                        <a:pt x="993" y="93"/>
                      </a:lnTo>
                      <a:lnTo>
                        <a:pt x="1005" y="87"/>
                      </a:lnTo>
                      <a:lnTo>
                        <a:pt x="1020" y="72"/>
                      </a:lnTo>
                      <a:lnTo>
                        <a:pt x="1024" y="51"/>
                      </a:lnTo>
                      <a:lnTo>
                        <a:pt x="1003" y="42"/>
                      </a:lnTo>
                      <a:lnTo>
                        <a:pt x="994" y="29"/>
                      </a:lnTo>
                      <a:lnTo>
                        <a:pt x="947" y="25"/>
                      </a:lnTo>
                      <a:lnTo>
                        <a:pt x="938" y="35"/>
                      </a:lnTo>
                      <a:lnTo>
                        <a:pt x="922" y="27"/>
                      </a:lnTo>
                      <a:lnTo>
                        <a:pt x="916" y="15"/>
                      </a:lnTo>
                      <a:lnTo>
                        <a:pt x="903" y="6"/>
                      </a:lnTo>
                      <a:lnTo>
                        <a:pt x="892" y="0"/>
                      </a:lnTo>
                      <a:lnTo>
                        <a:pt x="869" y="9"/>
                      </a:lnTo>
                      <a:lnTo>
                        <a:pt x="863" y="29"/>
                      </a:lnTo>
                      <a:lnTo>
                        <a:pt x="859" y="36"/>
                      </a:lnTo>
                      <a:lnTo>
                        <a:pt x="870" y="40"/>
                      </a:lnTo>
                      <a:lnTo>
                        <a:pt x="853" y="48"/>
                      </a:lnTo>
                      <a:lnTo>
                        <a:pt x="829" y="43"/>
                      </a:lnTo>
                      <a:lnTo>
                        <a:pt x="814" y="46"/>
                      </a:lnTo>
                      <a:lnTo>
                        <a:pt x="806" y="53"/>
                      </a:lnTo>
                      <a:lnTo>
                        <a:pt x="796" y="41"/>
                      </a:lnTo>
                      <a:lnTo>
                        <a:pt x="781" y="47"/>
                      </a:lnTo>
                      <a:lnTo>
                        <a:pt x="770" y="43"/>
                      </a:lnTo>
                      <a:lnTo>
                        <a:pt x="769" y="55"/>
                      </a:lnTo>
                      <a:lnTo>
                        <a:pt x="743" y="57"/>
                      </a:lnTo>
                      <a:lnTo>
                        <a:pt x="721" y="59"/>
                      </a:lnTo>
                      <a:lnTo>
                        <a:pt x="706" y="69"/>
                      </a:lnTo>
                      <a:lnTo>
                        <a:pt x="689" y="75"/>
                      </a:lnTo>
                      <a:lnTo>
                        <a:pt x="689" y="87"/>
                      </a:lnTo>
                      <a:lnTo>
                        <a:pt x="702" y="91"/>
                      </a:lnTo>
                      <a:lnTo>
                        <a:pt x="706" y="107"/>
                      </a:lnTo>
                      <a:lnTo>
                        <a:pt x="683" y="104"/>
                      </a:lnTo>
                      <a:lnTo>
                        <a:pt x="654" y="106"/>
                      </a:lnTo>
                      <a:lnTo>
                        <a:pt x="638" y="112"/>
                      </a:lnTo>
                      <a:lnTo>
                        <a:pt x="634" y="129"/>
                      </a:lnTo>
                      <a:lnTo>
                        <a:pt x="642" y="142"/>
                      </a:lnTo>
                      <a:lnTo>
                        <a:pt x="654" y="143"/>
                      </a:lnTo>
                      <a:lnTo>
                        <a:pt x="664" y="156"/>
                      </a:lnTo>
                      <a:lnTo>
                        <a:pt x="674" y="172"/>
                      </a:lnTo>
                      <a:lnTo>
                        <a:pt x="672" y="184"/>
                      </a:lnTo>
                      <a:lnTo>
                        <a:pt x="651" y="163"/>
                      </a:lnTo>
                      <a:lnTo>
                        <a:pt x="630" y="157"/>
                      </a:lnTo>
                      <a:lnTo>
                        <a:pt x="620" y="143"/>
                      </a:lnTo>
                      <a:lnTo>
                        <a:pt x="607" y="144"/>
                      </a:lnTo>
                      <a:lnTo>
                        <a:pt x="601" y="161"/>
                      </a:lnTo>
                      <a:lnTo>
                        <a:pt x="607" y="170"/>
                      </a:lnTo>
                      <a:lnTo>
                        <a:pt x="609" y="178"/>
                      </a:lnTo>
                      <a:lnTo>
                        <a:pt x="591" y="172"/>
                      </a:lnTo>
                      <a:lnTo>
                        <a:pt x="573" y="157"/>
                      </a:lnTo>
                      <a:lnTo>
                        <a:pt x="571" y="138"/>
                      </a:lnTo>
                      <a:lnTo>
                        <a:pt x="564" y="127"/>
                      </a:lnTo>
                      <a:lnTo>
                        <a:pt x="554" y="137"/>
                      </a:lnTo>
                      <a:lnTo>
                        <a:pt x="557" y="152"/>
                      </a:lnTo>
                      <a:lnTo>
                        <a:pt x="554" y="162"/>
                      </a:lnTo>
                      <a:lnTo>
                        <a:pt x="557" y="172"/>
                      </a:lnTo>
                      <a:lnTo>
                        <a:pt x="564" y="175"/>
                      </a:lnTo>
                      <a:lnTo>
                        <a:pt x="567" y="202"/>
                      </a:lnTo>
                      <a:lnTo>
                        <a:pt x="570" y="216"/>
                      </a:lnTo>
                      <a:lnTo>
                        <a:pt x="588" y="218"/>
                      </a:lnTo>
                      <a:lnTo>
                        <a:pt x="591" y="210"/>
                      </a:lnTo>
                      <a:lnTo>
                        <a:pt x="605" y="216"/>
                      </a:lnTo>
                      <a:lnTo>
                        <a:pt x="614" y="220"/>
                      </a:lnTo>
                      <a:lnTo>
                        <a:pt x="620" y="228"/>
                      </a:lnTo>
                      <a:lnTo>
                        <a:pt x="623" y="242"/>
                      </a:lnTo>
                      <a:lnTo>
                        <a:pt x="631" y="249"/>
                      </a:lnTo>
                      <a:lnTo>
                        <a:pt x="640" y="253"/>
                      </a:lnTo>
                      <a:lnTo>
                        <a:pt x="640" y="264"/>
                      </a:lnTo>
                      <a:lnTo>
                        <a:pt x="627" y="256"/>
                      </a:lnTo>
                      <a:lnTo>
                        <a:pt x="617" y="244"/>
                      </a:lnTo>
                      <a:lnTo>
                        <a:pt x="602" y="233"/>
                      </a:lnTo>
                      <a:lnTo>
                        <a:pt x="586" y="233"/>
                      </a:lnTo>
                      <a:lnTo>
                        <a:pt x="585" y="238"/>
                      </a:lnTo>
                      <a:lnTo>
                        <a:pt x="582" y="249"/>
                      </a:lnTo>
                      <a:lnTo>
                        <a:pt x="575" y="265"/>
                      </a:lnTo>
                      <a:lnTo>
                        <a:pt x="564" y="284"/>
                      </a:lnTo>
                      <a:lnTo>
                        <a:pt x="548" y="291"/>
                      </a:lnTo>
                      <a:lnTo>
                        <a:pt x="525" y="283"/>
                      </a:lnTo>
                      <a:lnTo>
                        <a:pt x="528" y="275"/>
                      </a:lnTo>
                      <a:lnTo>
                        <a:pt x="543" y="270"/>
                      </a:lnTo>
                      <a:lnTo>
                        <a:pt x="557" y="262"/>
                      </a:lnTo>
                      <a:lnTo>
                        <a:pt x="557" y="261"/>
                      </a:lnTo>
                      <a:lnTo>
                        <a:pt x="558" y="260"/>
                      </a:lnTo>
                      <a:lnTo>
                        <a:pt x="559" y="258"/>
                      </a:lnTo>
                      <a:lnTo>
                        <a:pt x="559" y="256"/>
                      </a:lnTo>
                      <a:lnTo>
                        <a:pt x="560" y="254"/>
                      </a:lnTo>
                      <a:lnTo>
                        <a:pt x="561" y="253"/>
                      </a:lnTo>
                      <a:lnTo>
                        <a:pt x="561" y="250"/>
                      </a:lnTo>
                      <a:lnTo>
                        <a:pt x="561" y="249"/>
                      </a:lnTo>
                      <a:lnTo>
                        <a:pt x="561" y="247"/>
                      </a:lnTo>
                      <a:lnTo>
                        <a:pt x="562" y="246"/>
                      </a:lnTo>
                      <a:lnTo>
                        <a:pt x="561" y="244"/>
                      </a:lnTo>
                      <a:lnTo>
                        <a:pt x="561" y="243"/>
                      </a:lnTo>
                      <a:lnTo>
                        <a:pt x="561" y="241"/>
                      </a:lnTo>
                      <a:lnTo>
                        <a:pt x="560" y="238"/>
                      </a:lnTo>
                      <a:lnTo>
                        <a:pt x="559" y="235"/>
                      </a:lnTo>
                      <a:lnTo>
                        <a:pt x="558" y="233"/>
                      </a:lnTo>
                      <a:lnTo>
                        <a:pt x="557" y="231"/>
                      </a:lnTo>
                      <a:lnTo>
                        <a:pt x="556" y="228"/>
                      </a:lnTo>
                      <a:lnTo>
                        <a:pt x="555" y="227"/>
                      </a:lnTo>
                      <a:lnTo>
                        <a:pt x="554" y="225"/>
                      </a:lnTo>
                      <a:lnTo>
                        <a:pt x="554" y="224"/>
                      </a:lnTo>
                      <a:lnTo>
                        <a:pt x="550" y="209"/>
                      </a:lnTo>
                      <a:lnTo>
                        <a:pt x="550" y="198"/>
                      </a:lnTo>
                      <a:lnTo>
                        <a:pt x="545" y="184"/>
                      </a:lnTo>
                      <a:lnTo>
                        <a:pt x="541" y="167"/>
                      </a:lnTo>
                      <a:lnTo>
                        <a:pt x="535" y="142"/>
                      </a:lnTo>
                      <a:lnTo>
                        <a:pt x="530" y="123"/>
                      </a:lnTo>
                      <a:lnTo>
                        <a:pt x="517" y="109"/>
                      </a:lnTo>
                      <a:lnTo>
                        <a:pt x="498" y="110"/>
                      </a:lnTo>
                      <a:lnTo>
                        <a:pt x="488" y="135"/>
                      </a:lnTo>
                      <a:lnTo>
                        <a:pt x="485" y="159"/>
                      </a:lnTo>
                      <a:lnTo>
                        <a:pt x="469" y="170"/>
                      </a:lnTo>
                      <a:lnTo>
                        <a:pt x="470" y="186"/>
                      </a:lnTo>
                      <a:lnTo>
                        <a:pt x="480" y="201"/>
                      </a:lnTo>
                      <a:lnTo>
                        <a:pt x="491" y="216"/>
                      </a:lnTo>
                      <a:lnTo>
                        <a:pt x="499" y="228"/>
                      </a:lnTo>
                      <a:lnTo>
                        <a:pt x="503" y="239"/>
                      </a:lnTo>
                      <a:lnTo>
                        <a:pt x="490" y="244"/>
                      </a:lnTo>
                      <a:lnTo>
                        <a:pt x="476" y="226"/>
                      </a:lnTo>
                      <a:lnTo>
                        <a:pt x="452" y="212"/>
                      </a:lnTo>
                      <a:lnTo>
                        <a:pt x="424" y="204"/>
                      </a:lnTo>
                      <a:lnTo>
                        <a:pt x="399" y="204"/>
                      </a:lnTo>
                      <a:lnTo>
                        <a:pt x="393" y="213"/>
                      </a:lnTo>
                      <a:lnTo>
                        <a:pt x="401" y="218"/>
                      </a:lnTo>
                      <a:lnTo>
                        <a:pt x="399" y="237"/>
                      </a:lnTo>
                      <a:lnTo>
                        <a:pt x="387" y="241"/>
                      </a:lnTo>
                      <a:lnTo>
                        <a:pt x="384" y="224"/>
                      </a:lnTo>
                      <a:lnTo>
                        <a:pt x="373" y="224"/>
                      </a:lnTo>
                      <a:lnTo>
                        <a:pt x="364" y="236"/>
                      </a:lnTo>
                      <a:lnTo>
                        <a:pt x="333" y="236"/>
                      </a:lnTo>
                      <a:lnTo>
                        <a:pt x="322" y="249"/>
                      </a:lnTo>
                      <a:lnTo>
                        <a:pt x="314" y="233"/>
                      </a:lnTo>
                      <a:lnTo>
                        <a:pt x="303" y="236"/>
                      </a:lnTo>
                      <a:lnTo>
                        <a:pt x="287" y="243"/>
                      </a:lnTo>
                      <a:lnTo>
                        <a:pt x="270" y="249"/>
                      </a:lnTo>
                      <a:lnTo>
                        <a:pt x="251" y="267"/>
                      </a:lnTo>
                      <a:lnTo>
                        <a:pt x="230" y="277"/>
                      </a:lnTo>
                      <a:lnTo>
                        <a:pt x="223" y="264"/>
                      </a:lnTo>
                      <a:lnTo>
                        <a:pt x="223" y="252"/>
                      </a:lnTo>
                      <a:lnTo>
                        <a:pt x="208" y="237"/>
                      </a:lnTo>
                      <a:lnTo>
                        <a:pt x="187" y="239"/>
                      </a:lnTo>
                      <a:lnTo>
                        <a:pt x="192" y="252"/>
                      </a:lnTo>
                      <a:lnTo>
                        <a:pt x="197" y="267"/>
                      </a:lnTo>
                      <a:lnTo>
                        <a:pt x="203" y="281"/>
                      </a:lnTo>
                      <a:lnTo>
                        <a:pt x="204" y="298"/>
                      </a:lnTo>
                      <a:lnTo>
                        <a:pt x="190" y="291"/>
                      </a:lnTo>
                      <a:lnTo>
                        <a:pt x="175" y="288"/>
                      </a:lnTo>
                      <a:lnTo>
                        <a:pt x="166" y="298"/>
                      </a:lnTo>
                      <a:lnTo>
                        <a:pt x="147" y="304"/>
                      </a:lnTo>
                      <a:lnTo>
                        <a:pt x="146" y="316"/>
                      </a:lnTo>
                      <a:lnTo>
                        <a:pt x="157" y="322"/>
                      </a:lnTo>
                      <a:lnTo>
                        <a:pt x="153" y="338"/>
                      </a:lnTo>
                      <a:lnTo>
                        <a:pt x="138" y="338"/>
                      </a:lnTo>
                      <a:lnTo>
                        <a:pt x="138" y="322"/>
                      </a:lnTo>
                      <a:lnTo>
                        <a:pt x="124" y="316"/>
                      </a:lnTo>
                      <a:lnTo>
                        <a:pt x="109" y="322"/>
                      </a:lnTo>
                      <a:lnTo>
                        <a:pt x="111" y="334"/>
                      </a:lnTo>
                      <a:lnTo>
                        <a:pt x="121" y="338"/>
                      </a:lnTo>
                      <a:lnTo>
                        <a:pt x="125" y="344"/>
                      </a:lnTo>
                      <a:lnTo>
                        <a:pt x="117" y="352"/>
                      </a:lnTo>
                      <a:lnTo>
                        <a:pt x="102" y="341"/>
                      </a:lnTo>
                      <a:lnTo>
                        <a:pt x="91" y="326"/>
                      </a:lnTo>
                      <a:lnTo>
                        <a:pt x="83" y="311"/>
                      </a:lnTo>
                      <a:lnTo>
                        <a:pt x="80" y="289"/>
                      </a:lnTo>
                      <a:lnTo>
                        <a:pt x="74" y="281"/>
                      </a:lnTo>
                      <a:lnTo>
                        <a:pt x="90" y="286"/>
                      </a:lnTo>
                      <a:lnTo>
                        <a:pt x="115" y="293"/>
                      </a:lnTo>
                      <a:lnTo>
                        <a:pt x="138" y="287"/>
                      </a:lnTo>
                      <a:lnTo>
                        <a:pt x="149" y="277"/>
                      </a:lnTo>
                      <a:lnTo>
                        <a:pt x="155" y="265"/>
                      </a:lnTo>
                      <a:lnTo>
                        <a:pt x="130" y="247"/>
                      </a:lnTo>
                      <a:lnTo>
                        <a:pt x="100" y="233"/>
                      </a:lnTo>
                      <a:lnTo>
                        <a:pt x="69" y="216"/>
                      </a:lnTo>
                      <a:lnTo>
                        <a:pt x="53" y="209"/>
                      </a:lnTo>
                      <a:lnTo>
                        <a:pt x="36" y="220"/>
                      </a:lnTo>
                      <a:lnTo>
                        <a:pt x="20" y="237"/>
                      </a:lnTo>
                      <a:lnTo>
                        <a:pt x="14" y="252"/>
                      </a:lnTo>
                      <a:lnTo>
                        <a:pt x="14" y="267"/>
                      </a:lnTo>
                      <a:lnTo>
                        <a:pt x="19" y="288"/>
                      </a:lnTo>
                      <a:lnTo>
                        <a:pt x="20" y="311"/>
                      </a:lnTo>
                      <a:lnTo>
                        <a:pt x="26" y="332"/>
                      </a:lnTo>
                      <a:lnTo>
                        <a:pt x="34" y="354"/>
                      </a:lnTo>
                      <a:lnTo>
                        <a:pt x="42" y="363"/>
                      </a:lnTo>
                      <a:lnTo>
                        <a:pt x="52" y="371"/>
                      </a:lnTo>
                      <a:lnTo>
                        <a:pt x="41" y="381"/>
                      </a:lnTo>
                      <a:lnTo>
                        <a:pt x="25" y="397"/>
                      </a:lnTo>
                      <a:lnTo>
                        <a:pt x="12" y="414"/>
                      </a:lnTo>
                      <a:lnTo>
                        <a:pt x="8" y="427"/>
                      </a:lnTo>
                      <a:lnTo>
                        <a:pt x="9" y="444"/>
                      </a:lnTo>
                      <a:lnTo>
                        <a:pt x="0" y="447"/>
                      </a:lnTo>
                      <a:lnTo>
                        <a:pt x="16" y="470"/>
                      </a:lnTo>
                      <a:lnTo>
                        <a:pt x="39" y="490"/>
                      </a:lnTo>
                      <a:lnTo>
                        <a:pt x="78" y="506"/>
                      </a:lnTo>
                      <a:lnTo>
                        <a:pt x="81" y="557"/>
                      </a:lnTo>
                      <a:lnTo>
                        <a:pt x="75" y="564"/>
                      </a:lnTo>
                      <a:lnTo>
                        <a:pt x="69" y="584"/>
                      </a:lnTo>
                      <a:lnTo>
                        <a:pt x="106" y="582"/>
                      </a:lnTo>
                      <a:lnTo>
                        <a:pt x="114" y="604"/>
                      </a:lnTo>
                      <a:lnTo>
                        <a:pt x="171" y="651"/>
                      </a:lnTo>
                      <a:lnTo>
                        <a:pt x="163" y="695"/>
                      </a:lnTo>
                      <a:lnTo>
                        <a:pt x="169" y="702"/>
                      </a:lnTo>
                      <a:lnTo>
                        <a:pt x="155" y="717"/>
                      </a:lnTo>
                      <a:lnTo>
                        <a:pt x="142" y="729"/>
                      </a:lnTo>
                      <a:lnTo>
                        <a:pt x="138" y="740"/>
                      </a:lnTo>
                      <a:lnTo>
                        <a:pt x="157" y="749"/>
                      </a:lnTo>
                      <a:lnTo>
                        <a:pt x="168" y="761"/>
                      </a:lnTo>
                      <a:lnTo>
                        <a:pt x="199" y="743"/>
                      </a:lnTo>
                      <a:lnTo>
                        <a:pt x="217" y="752"/>
                      </a:lnTo>
                      <a:lnTo>
                        <a:pt x="229" y="752"/>
                      </a:lnTo>
                      <a:lnTo>
                        <a:pt x="242" y="764"/>
                      </a:lnTo>
                      <a:lnTo>
                        <a:pt x="256" y="780"/>
                      </a:lnTo>
                      <a:lnTo>
                        <a:pt x="285" y="773"/>
                      </a:lnTo>
                      <a:lnTo>
                        <a:pt x="277" y="753"/>
                      </a:lnTo>
                      <a:lnTo>
                        <a:pt x="285" y="740"/>
                      </a:lnTo>
                      <a:lnTo>
                        <a:pt x="304" y="721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4" id="244"/>
                <p:cNvSpPr/>
                <p:nvPr/>
              </p:nvSpPr>
              <p:spPr>
                <a:xfrm>
                  <a:off x="2862" y="2013"/>
                  <a:ext cx="115" cy="6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4" h="59" stroke="true" fill="norm" extrusionOk="true">
                      <a:moveTo>
                        <a:pt x="0" y="16"/>
                      </a:moveTo>
                      <a:lnTo>
                        <a:pt x="40" y="0"/>
                      </a:lnTo>
                      <a:lnTo>
                        <a:pt x="53" y="9"/>
                      </a:lnTo>
                      <a:lnTo>
                        <a:pt x="88" y="21"/>
                      </a:lnTo>
                      <a:lnTo>
                        <a:pt x="103" y="30"/>
                      </a:lnTo>
                      <a:lnTo>
                        <a:pt x="76" y="48"/>
                      </a:lnTo>
                      <a:lnTo>
                        <a:pt x="67" y="58"/>
                      </a:lnTo>
                      <a:lnTo>
                        <a:pt x="58" y="54"/>
                      </a:lnTo>
                      <a:lnTo>
                        <a:pt x="59" y="44"/>
                      </a:lnTo>
                      <a:lnTo>
                        <a:pt x="46" y="43"/>
                      </a:lnTo>
                      <a:lnTo>
                        <a:pt x="44" y="51"/>
                      </a:lnTo>
                      <a:lnTo>
                        <a:pt x="34" y="52"/>
                      </a:lnTo>
                      <a:lnTo>
                        <a:pt x="23" y="42"/>
                      </a:lnTo>
                      <a:lnTo>
                        <a:pt x="0" y="1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5" id="245"/>
                <p:cNvSpPr/>
                <p:nvPr/>
              </p:nvSpPr>
              <p:spPr>
                <a:xfrm>
                  <a:off x="2936" y="2043"/>
                  <a:ext cx="96" cy="4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5" h="41" stroke="true" fill="norm" extrusionOk="true">
                      <a:moveTo>
                        <a:pt x="36" y="2"/>
                      </a:moveTo>
                      <a:lnTo>
                        <a:pt x="84" y="0"/>
                      </a:lnTo>
                      <a:lnTo>
                        <a:pt x="79" y="40"/>
                      </a:lnTo>
                      <a:lnTo>
                        <a:pt x="67" y="30"/>
                      </a:lnTo>
                      <a:lnTo>
                        <a:pt x="60" y="28"/>
                      </a:lnTo>
                      <a:lnTo>
                        <a:pt x="36" y="33"/>
                      </a:lnTo>
                      <a:lnTo>
                        <a:pt x="20" y="33"/>
                      </a:lnTo>
                      <a:lnTo>
                        <a:pt x="0" y="29"/>
                      </a:lnTo>
                      <a:lnTo>
                        <a:pt x="9" y="20"/>
                      </a:lnTo>
                      <a:lnTo>
                        <a:pt x="36" y="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6" id="246"/>
                <p:cNvSpPr/>
                <p:nvPr/>
              </p:nvSpPr>
              <p:spPr>
                <a:xfrm>
                  <a:off x="3231" y="2413"/>
                  <a:ext cx="340" cy="3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04" h="290" stroke="true" fill="norm" extrusionOk="true">
                      <a:moveTo>
                        <a:pt x="159" y="72"/>
                      </a:moveTo>
                      <a:lnTo>
                        <a:pt x="169" y="64"/>
                      </a:lnTo>
                      <a:lnTo>
                        <a:pt x="189" y="65"/>
                      </a:lnTo>
                      <a:lnTo>
                        <a:pt x="205" y="83"/>
                      </a:lnTo>
                      <a:lnTo>
                        <a:pt x="226" y="103"/>
                      </a:lnTo>
                      <a:lnTo>
                        <a:pt x="227" y="121"/>
                      </a:lnTo>
                      <a:lnTo>
                        <a:pt x="235" y="128"/>
                      </a:lnTo>
                      <a:lnTo>
                        <a:pt x="247" y="161"/>
                      </a:lnTo>
                      <a:lnTo>
                        <a:pt x="290" y="164"/>
                      </a:lnTo>
                      <a:lnTo>
                        <a:pt x="303" y="182"/>
                      </a:lnTo>
                      <a:lnTo>
                        <a:pt x="294" y="222"/>
                      </a:lnTo>
                      <a:lnTo>
                        <a:pt x="252" y="230"/>
                      </a:lnTo>
                      <a:lnTo>
                        <a:pt x="209" y="237"/>
                      </a:lnTo>
                      <a:lnTo>
                        <a:pt x="197" y="253"/>
                      </a:lnTo>
                      <a:lnTo>
                        <a:pt x="192" y="274"/>
                      </a:lnTo>
                      <a:lnTo>
                        <a:pt x="172" y="289"/>
                      </a:lnTo>
                      <a:lnTo>
                        <a:pt x="172" y="276"/>
                      </a:lnTo>
                      <a:lnTo>
                        <a:pt x="172" y="266"/>
                      </a:lnTo>
                      <a:lnTo>
                        <a:pt x="166" y="264"/>
                      </a:lnTo>
                      <a:lnTo>
                        <a:pt x="149" y="263"/>
                      </a:lnTo>
                      <a:lnTo>
                        <a:pt x="132" y="264"/>
                      </a:lnTo>
                      <a:lnTo>
                        <a:pt x="121" y="270"/>
                      </a:lnTo>
                      <a:lnTo>
                        <a:pt x="105" y="252"/>
                      </a:lnTo>
                      <a:lnTo>
                        <a:pt x="100" y="234"/>
                      </a:lnTo>
                      <a:lnTo>
                        <a:pt x="91" y="219"/>
                      </a:lnTo>
                      <a:lnTo>
                        <a:pt x="72" y="197"/>
                      </a:lnTo>
                      <a:lnTo>
                        <a:pt x="65" y="181"/>
                      </a:lnTo>
                      <a:lnTo>
                        <a:pt x="54" y="149"/>
                      </a:lnTo>
                      <a:lnTo>
                        <a:pt x="38" y="123"/>
                      </a:lnTo>
                      <a:lnTo>
                        <a:pt x="18" y="104"/>
                      </a:lnTo>
                      <a:lnTo>
                        <a:pt x="15" y="81"/>
                      </a:lnTo>
                      <a:lnTo>
                        <a:pt x="3" y="74"/>
                      </a:lnTo>
                      <a:lnTo>
                        <a:pt x="0" y="58"/>
                      </a:lnTo>
                      <a:lnTo>
                        <a:pt x="18" y="58"/>
                      </a:lnTo>
                      <a:lnTo>
                        <a:pt x="31" y="46"/>
                      </a:lnTo>
                      <a:lnTo>
                        <a:pt x="43" y="36"/>
                      </a:lnTo>
                      <a:lnTo>
                        <a:pt x="43" y="15"/>
                      </a:lnTo>
                      <a:lnTo>
                        <a:pt x="59" y="2"/>
                      </a:lnTo>
                      <a:lnTo>
                        <a:pt x="65" y="0"/>
                      </a:lnTo>
                      <a:lnTo>
                        <a:pt x="74" y="8"/>
                      </a:lnTo>
                      <a:lnTo>
                        <a:pt x="84" y="15"/>
                      </a:lnTo>
                      <a:lnTo>
                        <a:pt x="100" y="14"/>
                      </a:lnTo>
                      <a:lnTo>
                        <a:pt x="110" y="31"/>
                      </a:lnTo>
                      <a:lnTo>
                        <a:pt x="121" y="34"/>
                      </a:lnTo>
                      <a:lnTo>
                        <a:pt x="134" y="57"/>
                      </a:lnTo>
                      <a:lnTo>
                        <a:pt x="159" y="72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7" id="247"/>
                <p:cNvSpPr/>
                <p:nvPr/>
              </p:nvSpPr>
              <p:spPr>
                <a:xfrm>
                  <a:off x="3569" y="2134"/>
                  <a:ext cx="207" cy="18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84" h="167" stroke="true" fill="norm" extrusionOk="true">
                      <a:moveTo>
                        <a:pt x="148" y="166"/>
                      </a:moveTo>
                      <a:lnTo>
                        <a:pt x="137" y="161"/>
                      </a:lnTo>
                      <a:lnTo>
                        <a:pt x="118" y="160"/>
                      </a:lnTo>
                      <a:lnTo>
                        <a:pt x="120" y="149"/>
                      </a:lnTo>
                      <a:lnTo>
                        <a:pt x="112" y="146"/>
                      </a:lnTo>
                      <a:lnTo>
                        <a:pt x="104" y="151"/>
                      </a:lnTo>
                      <a:lnTo>
                        <a:pt x="70" y="123"/>
                      </a:lnTo>
                      <a:lnTo>
                        <a:pt x="74" y="112"/>
                      </a:lnTo>
                      <a:lnTo>
                        <a:pt x="66" y="109"/>
                      </a:lnTo>
                      <a:lnTo>
                        <a:pt x="58" y="109"/>
                      </a:lnTo>
                      <a:lnTo>
                        <a:pt x="47" y="106"/>
                      </a:lnTo>
                      <a:lnTo>
                        <a:pt x="51" y="99"/>
                      </a:lnTo>
                      <a:lnTo>
                        <a:pt x="44" y="93"/>
                      </a:lnTo>
                      <a:lnTo>
                        <a:pt x="40" y="84"/>
                      </a:lnTo>
                      <a:lnTo>
                        <a:pt x="30" y="89"/>
                      </a:lnTo>
                      <a:lnTo>
                        <a:pt x="20" y="92"/>
                      </a:lnTo>
                      <a:lnTo>
                        <a:pt x="18" y="102"/>
                      </a:lnTo>
                      <a:lnTo>
                        <a:pt x="0" y="97"/>
                      </a:lnTo>
                      <a:lnTo>
                        <a:pt x="11" y="25"/>
                      </a:lnTo>
                      <a:lnTo>
                        <a:pt x="42" y="0"/>
                      </a:lnTo>
                      <a:lnTo>
                        <a:pt x="45" y="37"/>
                      </a:lnTo>
                      <a:lnTo>
                        <a:pt x="60" y="37"/>
                      </a:lnTo>
                      <a:lnTo>
                        <a:pt x="67" y="44"/>
                      </a:lnTo>
                      <a:lnTo>
                        <a:pt x="84" y="44"/>
                      </a:lnTo>
                      <a:lnTo>
                        <a:pt x="86" y="20"/>
                      </a:lnTo>
                      <a:lnTo>
                        <a:pt x="95" y="37"/>
                      </a:lnTo>
                      <a:lnTo>
                        <a:pt x="100" y="50"/>
                      </a:lnTo>
                      <a:lnTo>
                        <a:pt x="118" y="45"/>
                      </a:lnTo>
                      <a:lnTo>
                        <a:pt x="135" y="47"/>
                      </a:lnTo>
                      <a:lnTo>
                        <a:pt x="150" y="54"/>
                      </a:lnTo>
                      <a:lnTo>
                        <a:pt x="151" y="77"/>
                      </a:lnTo>
                      <a:lnTo>
                        <a:pt x="156" y="89"/>
                      </a:lnTo>
                      <a:lnTo>
                        <a:pt x="173" y="98"/>
                      </a:lnTo>
                      <a:lnTo>
                        <a:pt x="183" y="106"/>
                      </a:lnTo>
                      <a:lnTo>
                        <a:pt x="175" y="122"/>
                      </a:lnTo>
                      <a:lnTo>
                        <a:pt x="164" y="137"/>
                      </a:lnTo>
                      <a:lnTo>
                        <a:pt x="148" y="166"/>
                      </a:lnTo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8" id="248"/>
                <p:cNvSpPr/>
                <p:nvPr/>
              </p:nvSpPr>
              <p:spPr>
                <a:xfrm>
                  <a:off x="3087" y="2088"/>
                  <a:ext cx="57" cy="7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7" h="74" stroke="true" fill="norm" extrusionOk="true">
                      <a:moveTo>
                        <a:pt x="39" y="74"/>
                      </a:moveTo>
                      <a:lnTo>
                        <a:pt x="47" y="68"/>
                      </a:lnTo>
                      <a:lnTo>
                        <a:pt x="54" y="53"/>
                      </a:lnTo>
                      <a:lnTo>
                        <a:pt x="57" y="42"/>
                      </a:lnTo>
                      <a:lnTo>
                        <a:pt x="36" y="12"/>
                      </a:lnTo>
                      <a:lnTo>
                        <a:pt x="23" y="0"/>
                      </a:lnTo>
                      <a:lnTo>
                        <a:pt x="0" y="5"/>
                      </a:lnTo>
                      <a:lnTo>
                        <a:pt x="24" y="27"/>
                      </a:lnTo>
                      <a:lnTo>
                        <a:pt x="24" y="42"/>
                      </a:lnTo>
                      <a:lnTo>
                        <a:pt x="39" y="74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49" id="249"/>
                <p:cNvSpPr/>
                <p:nvPr/>
              </p:nvSpPr>
              <p:spPr>
                <a:xfrm>
                  <a:off x="2679" y="2838"/>
                  <a:ext cx="27" cy="8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" h="83" stroke="true" fill="norm" extrusionOk="true">
                      <a:moveTo>
                        <a:pt x="15" y="83"/>
                      </a:moveTo>
                      <a:lnTo>
                        <a:pt x="27" y="72"/>
                      </a:lnTo>
                      <a:lnTo>
                        <a:pt x="20" y="48"/>
                      </a:lnTo>
                      <a:lnTo>
                        <a:pt x="20" y="26"/>
                      </a:lnTo>
                      <a:lnTo>
                        <a:pt x="18" y="11"/>
                      </a:lnTo>
                      <a:lnTo>
                        <a:pt x="12" y="2"/>
                      </a:lnTo>
                      <a:lnTo>
                        <a:pt x="2" y="0"/>
                      </a:lnTo>
                      <a:lnTo>
                        <a:pt x="0" y="14"/>
                      </a:lnTo>
                      <a:lnTo>
                        <a:pt x="6" y="24"/>
                      </a:lnTo>
                      <a:lnTo>
                        <a:pt x="9" y="48"/>
                      </a:lnTo>
                      <a:lnTo>
                        <a:pt x="15" y="83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0" id="250"/>
                <p:cNvSpPr/>
                <p:nvPr/>
              </p:nvSpPr>
              <p:spPr>
                <a:xfrm>
                  <a:off x="2771" y="2033"/>
                  <a:ext cx="21" cy="1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1" h="15" stroke="true" fill="norm" extrusionOk="true">
                      <a:moveTo>
                        <a:pt x="0" y="15"/>
                      </a:moveTo>
                      <a:lnTo>
                        <a:pt x="21" y="15"/>
                      </a:lnTo>
                      <a:lnTo>
                        <a:pt x="10" y="10"/>
                      </a:lnTo>
                      <a:lnTo>
                        <a:pt x="7" y="0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1" id="251"/>
                <p:cNvSpPr/>
                <p:nvPr/>
              </p:nvSpPr>
              <p:spPr>
                <a:xfrm>
                  <a:off x="3209" y="2358"/>
                  <a:ext cx="46" cy="9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6" h="96" stroke="true" fill="norm" extrusionOk="true">
                      <a:moveTo>
                        <a:pt x="0" y="74"/>
                      </a:moveTo>
                      <a:lnTo>
                        <a:pt x="15" y="29"/>
                      </a:lnTo>
                      <a:lnTo>
                        <a:pt x="27" y="0"/>
                      </a:lnTo>
                      <a:lnTo>
                        <a:pt x="46" y="17"/>
                      </a:lnTo>
                      <a:lnTo>
                        <a:pt x="40" y="35"/>
                      </a:lnTo>
                      <a:lnTo>
                        <a:pt x="27" y="42"/>
                      </a:lnTo>
                      <a:lnTo>
                        <a:pt x="27" y="77"/>
                      </a:lnTo>
                      <a:lnTo>
                        <a:pt x="22" y="96"/>
                      </a:lnTo>
                      <a:lnTo>
                        <a:pt x="7" y="75"/>
                      </a:lnTo>
                      <a:lnTo>
                        <a:pt x="0" y="74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2" id="252"/>
                <p:cNvSpPr/>
                <p:nvPr/>
              </p:nvSpPr>
              <p:spPr>
                <a:xfrm>
                  <a:off x="2838" y="3000"/>
                  <a:ext cx="29" cy="1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9" h="17" stroke="true" fill="norm" extrusionOk="true">
                      <a:moveTo>
                        <a:pt x="0" y="14"/>
                      </a:moveTo>
                      <a:lnTo>
                        <a:pt x="2" y="0"/>
                      </a:lnTo>
                      <a:lnTo>
                        <a:pt x="29" y="3"/>
                      </a:lnTo>
                      <a:lnTo>
                        <a:pt x="18" y="17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253" id="253"/>
                <p:cNvSpPr/>
                <p:nvPr/>
              </p:nvSpPr>
              <p:spPr>
                <a:xfrm>
                  <a:off x="3215" y="3207"/>
                  <a:ext cx="52" cy="131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52" h="131" stroke="true" fill="norm" extrusionOk="true">
                      <a:moveTo>
                        <a:pt x="16" y="119"/>
                      </a:moveTo>
                      <a:lnTo>
                        <a:pt x="24" y="90"/>
                      </a:lnTo>
                      <a:lnTo>
                        <a:pt x="0" y="81"/>
                      </a:lnTo>
                      <a:lnTo>
                        <a:pt x="0" y="50"/>
                      </a:lnTo>
                      <a:lnTo>
                        <a:pt x="10" y="41"/>
                      </a:lnTo>
                      <a:lnTo>
                        <a:pt x="4" y="17"/>
                      </a:lnTo>
                      <a:lnTo>
                        <a:pt x="7" y="0"/>
                      </a:lnTo>
                      <a:lnTo>
                        <a:pt x="30" y="14"/>
                      </a:lnTo>
                      <a:lnTo>
                        <a:pt x="33" y="30"/>
                      </a:lnTo>
                      <a:lnTo>
                        <a:pt x="28" y="56"/>
                      </a:lnTo>
                      <a:lnTo>
                        <a:pt x="45" y="81"/>
                      </a:lnTo>
                      <a:lnTo>
                        <a:pt x="52" y="104"/>
                      </a:lnTo>
                      <a:lnTo>
                        <a:pt x="40" y="110"/>
                      </a:lnTo>
                      <a:lnTo>
                        <a:pt x="39" y="126"/>
                      </a:lnTo>
                      <a:lnTo>
                        <a:pt x="24" y="131"/>
                      </a:lnTo>
                      <a:lnTo>
                        <a:pt x="16" y="119"/>
                      </a:lnTo>
                      <a:close/>
                    </a:path>
                  </a:pathLst>
                </a:custGeom>
                <a:grpFill/>
                <a:ln cap="flat">
                  <a:prstDash val="solid"/>
                </a:ln>
              </p:spPr>
              <p:txBody>
                <a:bodyPr vert="horz" anchor="t" tIns="45720" lIns="91440" bIns="45720" rIns="91440">
                  <a:normAutofit/>
                </a:bodyPr>
                <a:p>
                  <a:pPr algn="l" marL="0"/>
                </a:p>
              </p:txBody>
            </p:sp>
          </p:grpSp>
          <p:grpSp>
            <p:nvGrpSpPr>
              <p:cNvPr name="Group 254" id="254"/>
              <p:cNvGrpSpPr/>
              <p:nvPr/>
            </p:nvGrpSpPr>
            <p:grpSpPr>
              <a:xfrm>
                <a:off x="6818254" y="2513198"/>
                <a:ext cx="687003" cy="870454"/>
                <a:chOff x="5208218" y="1654869"/>
                <a:chExt cx="755703" cy="957499"/>
              </a:xfrm>
            </p:grpSpPr>
            <p:sp>
              <p:nvSpPr>
                <p:cNvPr name="AutoShape 255" id="255"/>
                <p:cNvSpPr/>
                <p:nvPr/>
              </p:nvSpPr>
              <p:spPr>
                <a:xfrm>
                  <a:off x="5486776" y="2533033"/>
                  <a:ext cx="202815" cy="79335"/>
                </a:xfrm>
                <a:prstGeom prst="ellipse">
                  <a:avLst/>
                </a:prstGeom>
                <a:solidFill>
                  <a:srgbClr val="8497B0">
                    <a:alpha val="66000"/>
                  </a:srgbClr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56" id="256"/>
                <p:cNvSpPr/>
                <p:nvPr/>
              </p:nvSpPr>
              <p:spPr>
                <a:xfrm rot="8100000">
                  <a:off x="5208218" y="1654869"/>
                  <a:ext cx="755703" cy="755703"/>
                </a:xfrm>
                <a:prstGeom prst="teardrop">
                  <a:avLst/>
                </a:prstGeom>
                <a:solidFill>
                  <a:srgbClr val="000000">
                    <a:lumMod val="75000"/>
                    <a:lumOff val="25000"/>
                  </a:srgbClr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</p:grpSp>
          <p:grpSp>
            <p:nvGrpSpPr>
              <p:cNvPr name="Group 257" id="257"/>
              <p:cNvGrpSpPr/>
              <p:nvPr/>
            </p:nvGrpSpPr>
            <p:grpSpPr>
              <a:xfrm>
                <a:off x="5086026" y="3415502"/>
                <a:ext cx="687003" cy="870454"/>
                <a:chOff x="5208218" y="1654869"/>
                <a:chExt cx="755703" cy="957499"/>
              </a:xfrm>
            </p:grpSpPr>
            <p:sp>
              <p:nvSpPr>
                <p:cNvPr name="AutoShape 258" id="258"/>
                <p:cNvSpPr/>
                <p:nvPr/>
              </p:nvSpPr>
              <p:spPr>
                <a:xfrm>
                  <a:off x="5486776" y="2533033"/>
                  <a:ext cx="202815" cy="79335"/>
                </a:xfrm>
                <a:prstGeom prst="ellipse">
                  <a:avLst/>
                </a:prstGeom>
                <a:solidFill>
                  <a:srgbClr val="8497B0">
                    <a:alpha val="66000"/>
                  </a:srgbClr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59" id="259"/>
                <p:cNvSpPr/>
                <p:nvPr/>
              </p:nvSpPr>
              <p:spPr>
                <a:xfrm rot="8100000">
                  <a:off x="5208218" y="1654869"/>
                  <a:ext cx="755703" cy="755703"/>
                </a:xfrm>
                <a:prstGeom prst="teardrop">
                  <a:avLst/>
                </a:prstGeom>
                <a:solidFill>
                  <a:srgbClr val="000000">
                    <a:lumMod val="75000"/>
                    <a:lumOff val="25000"/>
                  </a:srgbClr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</p:grpSp>
          <p:sp>
            <p:nvSpPr>
              <p:cNvPr name="Freeform 260" id="260"/>
              <p:cNvSpPr/>
              <p:nvPr/>
            </p:nvSpPr>
            <p:spPr>
              <a:xfrm>
                <a:off x="6985265" y="2686468"/>
                <a:ext cx="343501" cy="286251"/>
              </a:xfrm>
              <a:custGeom>
                <a:avLst/>
                <a:gdLst/>
                <a:ahLst/>
                <a:cxnLst/>
                <a:rect r="r" b="b" t="t" l="l"/>
                <a:pathLst>
                  <a:path w="288" h="240" stroke="true" fill="norm" extrusionOk="true">
                    <a:moveTo>
                      <a:pt x="48" y="45"/>
                    </a:moveTo>
                    <a:lnTo>
                      <a:pt x="48" y="240"/>
                    </a:lnTo>
                    <a:lnTo>
                      <a:pt x="27" y="240"/>
                    </a:lnTo>
                    <a:lnTo>
                      <a:pt x="27" y="240"/>
                    </a:lnTo>
                    <a:lnTo>
                      <a:pt x="17" y="237"/>
                    </a:lnTo>
                    <a:lnTo>
                      <a:pt x="17" y="237"/>
                    </a:lnTo>
                    <a:lnTo>
                      <a:pt x="7" y="232"/>
                    </a:lnTo>
                    <a:lnTo>
                      <a:pt x="7" y="232"/>
                    </a:lnTo>
                    <a:lnTo>
                      <a:pt x="3" y="223"/>
                    </a:lnTo>
                    <a:lnTo>
                      <a:pt x="3" y="223"/>
                    </a:lnTo>
                    <a:lnTo>
                      <a:pt x="0" y="216"/>
                    </a:lnTo>
                    <a:lnTo>
                      <a:pt x="0" y="67"/>
                    </a:lnTo>
                    <a:lnTo>
                      <a:pt x="0" y="67"/>
                    </a:lnTo>
                    <a:lnTo>
                      <a:pt x="3" y="60"/>
                    </a:lnTo>
                    <a:lnTo>
                      <a:pt x="3" y="60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17" y="48"/>
                    </a:lnTo>
                    <a:lnTo>
                      <a:pt x="17" y="48"/>
                    </a:lnTo>
                    <a:lnTo>
                      <a:pt x="24" y="45"/>
                    </a:lnTo>
                    <a:lnTo>
                      <a:pt x="48" y="45"/>
                    </a:lnTo>
                    <a:close/>
                    <a:moveTo>
                      <a:pt x="65" y="45"/>
                    </a:moveTo>
                    <a:lnTo>
                      <a:pt x="103" y="45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9"/>
                    </a:lnTo>
                    <a:lnTo>
                      <a:pt x="103" y="9"/>
                    </a:lnTo>
                    <a:lnTo>
                      <a:pt x="108" y="5"/>
                    </a:lnTo>
                    <a:lnTo>
                      <a:pt x="108" y="5"/>
                    </a:lnTo>
                    <a:lnTo>
                      <a:pt x="113" y="2"/>
                    </a:lnTo>
                    <a:lnTo>
                      <a:pt x="113" y="2"/>
                    </a:lnTo>
                    <a:lnTo>
                      <a:pt x="118" y="0"/>
                    </a:lnTo>
                    <a:lnTo>
                      <a:pt x="170" y="0"/>
                    </a:lnTo>
                    <a:lnTo>
                      <a:pt x="170" y="0"/>
                    </a:lnTo>
                    <a:lnTo>
                      <a:pt x="175" y="2"/>
                    </a:lnTo>
                    <a:lnTo>
                      <a:pt x="175" y="2"/>
                    </a:lnTo>
                    <a:lnTo>
                      <a:pt x="180" y="5"/>
                    </a:lnTo>
                    <a:lnTo>
                      <a:pt x="180" y="5"/>
                    </a:lnTo>
                    <a:lnTo>
                      <a:pt x="182" y="9"/>
                    </a:lnTo>
                    <a:lnTo>
                      <a:pt x="182" y="9"/>
                    </a:lnTo>
                    <a:lnTo>
                      <a:pt x="185" y="14"/>
                    </a:lnTo>
                    <a:lnTo>
                      <a:pt x="185" y="45"/>
                    </a:lnTo>
                    <a:lnTo>
                      <a:pt x="223" y="45"/>
                    </a:lnTo>
                    <a:lnTo>
                      <a:pt x="223" y="240"/>
                    </a:lnTo>
                    <a:lnTo>
                      <a:pt x="65" y="240"/>
                    </a:lnTo>
                    <a:lnTo>
                      <a:pt x="65" y="45"/>
                    </a:lnTo>
                    <a:close/>
                    <a:moveTo>
                      <a:pt x="118" y="17"/>
                    </a:moveTo>
                    <a:lnTo>
                      <a:pt x="118" y="45"/>
                    </a:lnTo>
                    <a:lnTo>
                      <a:pt x="170" y="45"/>
                    </a:lnTo>
                    <a:lnTo>
                      <a:pt x="170" y="17"/>
                    </a:lnTo>
                    <a:lnTo>
                      <a:pt x="118" y="17"/>
                    </a:lnTo>
                    <a:close/>
                    <a:moveTo>
                      <a:pt x="238" y="45"/>
                    </a:moveTo>
                    <a:lnTo>
                      <a:pt x="264" y="45"/>
                    </a:lnTo>
                    <a:lnTo>
                      <a:pt x="264" y="45"/>
                    </a:lnTo>
                    <a:lnTo>
                      <a:pt x="271" y="48"/>
                    </a:lnTo>
                    <a:lnTo>
                      <a:pt x="271" y="48"/>
                    </a:lnTo>
                    <a:lnTo>
                      <a:pt x="281" y="53"/>
                    </a:lnTo>
                    <a:lnTo>
                      <a:pt x="281" y="53"/>
                    </a:lnTo>
                    <a:lnTo>
                      <a:pt x="286" y="60"/>
                    </a:lnTo>
                    <a:lnTo>
                      <a:pt x="286" y="60"/>
                    </a:lnTo>
                    <a:lnTo>
                      <a:pt x="288" y="67"/>
                    </a:lnTo>
                    <a:lnTo>
                      <a:pt x="288" y="216"/>
                    </a:lnTo>
                    <a:lnTo>
                      <a:pt x="288" y="216"/>
                    </a:lnTo>
                    <a:lnTo>
                      <a:pt x="286" y="223"/>
                    </a:lnTo>
                    <a:lnTo>
                      <a:pt x="286" y="223"/>
                    </a:lnTo>
                    <a:lnTo>
                      <a:pt x="278" y="232"/>
                    </a:lnTo>
                    <a:lnTo>
                      <a:pt x="278" y="232"/>
                    </a:lnTo>
                    <a:lnTo>
                      <a:pt x="271" y="237"/>
                    </a:lnTo>
                    <a:lnTo>
                      <a:pt x="271" y="237"/>
                    </a:lnTo>
                    <a:lnTo>
                      <a:pt x="262" y="240"/>
                    </a:lnTo>
                    <a:lnTo>
                      <a:pt x="238" y="240"/>
                    </a:lnTo>
                    <a:lnTo>
                      <a:pt x="238" y="4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61" id="261"/>
              <p:cNvSpPr/>
              <p:nvPr/>
            </p:nvSpPr>
            <p:spPr>
              <a:xfrm>
                <a:off x="5275059" y="3529683"/>
                <a:ext cx="323476" cy="438233"/>
              </a:xfrm>
              <a:custGeom>
                <a:avLst/>
                <a:gdLst/>
                <a:ahLst/>
                <a:cxnLst/>
                <a:rect r="r" b="b" t="t" l="l"/>
                <a:pathLst>
                  <a:path w="1259" h="1708" stroke="true" fill="norm" extrusionOk="true">
                    <a:moveTo>
                      <a:pt x="1133" y="1455"/>
                    </a:moveTo>
                    <a:lnTo>
                      <a:pt x="1185" y="1455"/>
                    </a:lnTo>
                    <a:lnTo>
                      <a:pt x="1192" y="1455"/>
                    </a:lnTo>
                    <a:lnTo>
                      <a:pt x="1200" y="1453"/>
                    </a:lnTo>
                    <a:lnTo>
                      <a:pt x="1207" y="1452"/>
                    </a:lnTo>
                    <a:lnTo>
                      <a:pt x="1213" y="1449"/>
                    </a:lnTo>
                    <a:lnTo>
                      <a:pt x="1220" y="1445"/>
                    </a:lnTo>
                    <a:lnTo>
                      <a:pt x="1227" y="1443"/>
                    </a:lnTo>
                    <a:lnTo>
                      <a:pt x="1232" y="1437"/>
                    </a:lnTo>
                    <a:lnTo>
                      <a:pt x="1238" y="1433"/>
                    </a:lnTo>
                    <a:lnTo>
                      <a:pt x="1242" y="1428"/>
                    </a:lnTo>
                    <a:lnTo>
                      <a:pt x="1247" y="1423"/>
                    </a:lnTo>
                    <a:lnTo>
                      <a:pt x="1250" y="1416"/>
                    </a:lnTo>
                    <a:lnTo>
                      <a:pt x="1254" y="1409"/>
                    </a:lnTo>
                    <a:lnTo>
                      <a:pt x="1256" y="1402"/>
                    </a:lnTo>
                    <a:lnTo>
                      <a:pt x="1258" y="1396"/>
                    </a:lnTo>
                    <a:lnTo>
                      <a:pt x="1259" y="1388"/>
                    </a:lnTo>
                    <a:lnTo>
                      <a:pt x="1259" y="1381"/>
                    </a:lnTo>
                    <a:lnTo>
                      <a:pt x="1259" y="1047"/>
                    </a:lnTo>
                    <a:lnTo>
                      <a:pt x="1259" y="1039"/>
                    </a:lnTo>
                    <a:lnTo>
                      <a:pt x="1258" y="1031"/>
                    </a:lnTo>
                    <a:lnTo>
                      <a:pt x="1256" y="1024"/>
                    </a:lnTo>
                    <a:lnTo>
                      <a:pt x="1254" y="1018"/>
                    </a:lnTo>
                    <a:lnTo>
                      <a:pt x="1250" y="1011"/>
                    </a:lnTo>
                    <a:lnTo>
                      <a:pt x="1247" y="1006"/>
                    </a:lnTo>
                    <a:lnTo>
                      <a:pt x="1242" y="999"/>
                    </a:lnTo>
                    <a:lnTo>
                      <a:pt x="1238" y="994"/>
                    </a:lnTo>
                    <a:lnTo>
                      <a:pt x="1232" y="989"/>
                    </a:lnTo>
                    <a:lnTo>
                      <a:pt x="1227" y="985"/>
                    </a:lnTo>
                    <a:lnTo>
                      <a:pt x="1220" y="981"/>
                    </a:lnTo>
                    <a:lnTo>
                      <a:pt x="1213" y="977"/>
                    </a:lnTo>
                    <a:lnTo>
                      <a:pt x="1207" y="976"/>
                    </a:lnTo>
                    <a:lnTo>
                      <a:pt x="1200" y="973"/>
                    </a:lnTo>
                    <a:lnTo>
                      <a:pt x="1192" y="972"/>
                    </a:lnTo>
                    <a:lnTo>
                      <a:pt x="1185" y="972"/>
                    </a:lnTo>
                    <a:lnTo>
                      <a:pt x="1133" y="972"/>
                    </a:lnTo>
                    <a:lnTo>
                      <a:pt x="1133" y="1455"/>
                    </a:lnTo>
                    <a:close/>
                    <a:moveTo>
                      <a:pt x="448" y="143"/>
                    </a:moveTo>
                    <a:lnTo>
                      <a:pt x="448" y="157"/>
                    </a:lnTo>
                    <a:lnTo>
                      <a:pt x="451" y="172"/>
                    </a:lnTo>
                    <a:lnTo>
                      <a:pt x="455" y="185"/>
                    </a:lnTo>
                    <a:lnTo>
                      <a:pt x="459" y="197"/>
                    </a:lnTo>
                    <a:lnTo>
                      <a:pt x="465" y="209"/>
                    </a:lnTo>
                    <a:lnTo>
                      <a:pt x="472" y="221"/>
                    </a:lnTo>
                    <a:lnTo>
                      <a:pt x="480" y="232"/>
                    </a:lnTo>
                    <a:lnTo>
                      <a:pt x="489" y="241"/>
                    </a:lnTo>
                    <a:lnTo>
                      <a:pt x="499" y="251"/>
                    </a:lnTo>
                    <a:lnTo>
                      <a:pt x="510" y="259"/>
                    </a:lnTo>
                    <a:lnTo>
                      <a:pt x="522" y="265"/>
                    </a:lnTo>
                    <a:lnTo>
                      <a:pt x="534" y="272"/>
                    </a:lnTo>
                    <a:lnTo>
                      <a:pt x="546" y="276"/>
                    </a:lnTo>
                    <a:lnTo>
                      <a:pt x="559" y="280"/>
                    </a:lnTo>
                    <a:lnTo>
                      <a:pt x="574" y="283"/>
                    </a:lnTo>
                    <a:lnTo>
                      <a:pt x="589" y="283"/>
                    </a:lnTo>
                    <a:lnTo>
                      <a:pt x="602" y="283"/>
                    </a:lnTo>
                    <a:lnTo>
                      <a:pt x="617" y="280"/>
                    </a:lnTo>
                    <a:lnTo>
                      <a:pt x="630" y="276"/>
                    </a:lnTo>
                    <a:lnTo>
                      <a:pt x="642" y="272"/>
                    </a:lnTo>
                    <a:lnTo>
                      <a:pt x="654" y="265"/>
                    </a:lnTo>
                    <a:lnTo>
                      <a:pt x="666" y="259"/>
                    </a:lnTo>
                    <a:lnTo>
                      <a:pt x="677" y="251"/>
                    </a:lnTo>
                    <a:lnTo>
                      <a:pt x="688" y="241"/>
                    </a:lnTo>
                    <a:lnTo>
                      <a:pt x="696" y="232"/>
                    </a:lnTo>
                    <a:lnTo>
                      <a:pt x="704" y="221"/>
                    </a:lnTo>
                    <a:lnTo>
                      <a:pt x="712" y="209"/>
                    </a:lnTo>
                    <a:lnTo>
                      <a:pt x="717" y="197"/>
                    </a:lnTo>
                    <a:lnTo>
                      <a:pt x="721" y="185"/>
                    </a:lnTo>
                    <a:lnTo>
                      <a:pt x="725" y="172"/>
                    </a:lnTo>
                    <a:lnTo>
                      <a:pt x="728" y="157"/>
                    </a:lnTo>
                    <a:lnTo>
                      <a:pt x="728" y="143"/>
                    </a:lnTo>
                    <a:lnTo>
                      <a:pt x="728" y="129"/>
                    </a:lnTo>
                    <a:lnTo>
                      <a:pt x="725" y="114"/>
                    </a:lnTo>
                    <a:lnTo>
                      <a:pt x="721" y="101"/>
                    </a:lnTo>
                    <a:lnTo>
                      <a:pt x="717" y="88"/>
                    </a:lnTo>
                    <a:lnTo>
                      <a:pt x="712" y="76"/>
                    </a:lnTo>
                    <a:lnTo>
                      <a:pt x="704" y="64"/>
                    </a:lnTo>
                    <a:lnTo>
                      <a:pt x="696" y="54"/>
                    </a:lnTo>
                    <a:lnTo>
                      <a:pt x="688" y="44"/>
                    </a:lnTo>
                    <a:lnTo>
                      <a:pt x="677" y="35"/>
                    </a:lnTo>
                    <a:lnTo>
                      <a:pt x="666" y="27"/>
                    </a:lnTo>
                    <a:lnTo>
                      <a:pt x="654" y="20"/>
                    </a:lnTo>
                    <a:lnTo>
                      <a:pt x="642" y="13"/>
                    </a:lnTo>
                    <a:lnTo>
                      <a:pt x="630" y="9"/>
                    </a:lnTo>
                    <a:lnTo>
                      <a:pt x="617" y="5"/>
                    </a:lnTo>
                    <a:lnTo>
                      <a:pt x="602" y="3"/>
                    </a:lnTo>
                    <a:lnTo>
                      <a:pt x="589" y="3"/>
                    </a:lnTo>
                    <a:lnTo>
                      <a:pt x="574" y="3"/>
                    </a:lnTo>
                    <a:lnTo>
                      <a:pt x="559" y="5"/>
                    </a:lnTo>
                    <a:lnTo>
                      <a:pt x="546" y="9"/>
                    </a:lnTo>
                    <a:lnTo>
                      <a:pt x="534" y="13"/>
                    </a:lnTo>
                    <a:lnTo>
                      <a:pt x="522" y="20"/>
                    </a:lnTo>
                    <a:lnTo>
                      <a:pt x="510" y="27"/>
                    </a:lnTo>
                    <a:lnTo>
                      <a:pt x="499" y="35"/>
                    </a:lnTo>
                    <a:lnTo>
                      <a:pt x="489" y="44"/>
                    </a:lnTo>
                    <a:lnTo>
                      <a:pt x="480" y="54"/>
                    </a:lnTo>
                    <a:lnTo>
                      <a:pt x="472" y="64"/>
                    </a:lnTo>
                    <a:lnTo>
                      <a:pt x="465" y="76"/>
                    </a:lnTo>
                    <a:lnTo>
                      <a:pt x="459" y="88"/>
                    </a:lnTo>
                    <a:lnTo>
                      <a:pt x="455" y="101"/>
                    </a:lnTo>
                    <a:lnTo>
                      <a:pt x="451" y="114"/>
                    </a:lnTo>
                    <a:lnTo>
                      <a:pt x="448" y="129"/>
                    </a:lnTo>
                    <a:lnTo>
                      <a:pt x="448" y="143"/>
                    </a:lnTo>
                    <a:close/>
                    <a:moveTo>
                      <a:pt x="833" y="972"/>
                    </a:moveTo>
                    <a:lnTo>
                      <a:pt x="833" y="905"/>
                    </a:lnTo>
                    <a:lnTo>
                      <a:pt x="965" y="905"/>
                    </a:lnTo>
                    <a:lnTo>
                      <a:pt x="965" y="972"/>
                    </a:lnTo>
                    <a:lnTo>
                      <a:pt x="833" y="972"/>
                    </a:lnTo>
                    <a:close/>
                    <a:moveTo>
                      <a:pt x="768" y="972"/>
                    </a:moveTo>
                    <a:lnTo>
                      <a:pt x="768" y="542"/>
                    </a:lnTo>
                    <a:lnTo>
                      <a:pt x="796" y="542"/>
                    </a:lnTo>
                    <a:lnTo>
                      <a:pt x="796" y="972"/>
                    </a:lnTo>
                    <a:lnTo>
                      <a:pt x="768" y="972"/>
                    </a:lnTo>
                    <a:close/>
                    <a:moveTo>
                      <a:pt x="19" y="110"/>
                    </a:moveTo>
                    <a:lnTo>
                      <a:pt x="44" y="134"/>
                    </a:lnTo>
                    <a:lnTo>
                      <a:pt x="93" y="182"/>
                    </a:lnTo>
                    <a:lnTo>
                      <a:pt x="156" y="247"/>
                    </a:lnTo>
                    <a:lnTo>
                      <a:pt x="225" y="316"/>
                    </a:lnTo>
                    <a:lnTo>
                      <a:pt x="295" y="385"/>
                    </a:lnTo>
                    <a:lnTo>
                      <a:pt x="354" y="445"/>
                    </a:lnTo>
                    <a:lnTo>
                      <a:pt x="397" y="487"/>
                    </a:lnTo>
                    <a:lnTo>
                      <a:pt x="412" y="503"/>
                    </a:lnTo>
                    <a:lnTo>
                      <a:pt x="412" y="514"/>
                    </a:lnTo>
                    <a:lnTo>
                      <a:pt x="412" y="547"/>
                    </a:lnTo>
                    <a:lnTo>
                      <a:pt x="412" y="601"/>
                    </a:lnTo>
                    <a:lnTo>
                      <a:pt x="412" y="668"/>
                    </a:lnTo>
                    <a:lnTo>
                      <a:pt x="412" y="749"/>
                    </a:lnTo>
                    <a:lnTo>
                      <a:pt x="412" y="839"/>
                    </a:lnTo>
                    <a:lnTo>
                      <a:pt x="412" y="937"/>
                    </a:lnTo>
                    <a:lnTo>
                      <a:pt x="412" y="1039"/>
                    </a:lnTo>
                    <a:lnTo>
                      <a:pt x="412" y="1141"/>
                    </a:lnTo>
                    <a:lnTo>
                      <a:pt x="412" y="1240"/>
                    </a:lnTo>
                    <a:lnTo>
                      <a:pt x="412" y="1335"/>
                    </a:lnTo>
                    <a:lnTo>
                      <a:pt x="412" y="1421"/>
                    </a:lnTo>
                    <a:lnTo>
                      <a:pt x="412" y="1496"/>
                    </a:lnTo>
                    <a:lnTo>
                      <a:pt x="412" y="1558"/>
                    </a:lnTo>
                    <a:lnTo>
                      <a:pt x="412" y="1601"/>
                    </a:lnTo>
                    <a:lnTo>
                      <a:pt x="412" y="1625"/>
                    </a:lnTo>
                    <a:lnTo>
                      <a:pt x="413" y="1633"/>
                    </a:lnTo>
                    <a:lnTo>
                      <a:pt x="414" y="1642"/>
                    </a:lnTo>
                    <a:lnTo>
                      <a:pt x="416" y="1649"/>
                    </a:lnTo>
                    <a:lnTo>
                      <a:pt x="418" y="1657"/>
                    </a:lnTo>
                    <a:lnTo>
                      <a:pt x="422" y="1664"/>
                    </a:lnTo>
                    <a:lnTo>
                      <a:pt x="426" y="1671"/>
                    </a:lnTo>
                    <a:lnTo>
                      <a:pt x="432" y="1677"/>
                    </a:lnTo>
                    <a:lnTo>
                      <a:pt x="437" y="1684"/>
                    </a:lnTo>
                    <a:lnTo>
                      <a:pt x="443" y="1689"/>
                    </a:lnTo>
                    <a:lnTo>
                      <a:pt x="449" y="1693"/>
                    </a:lnTo>
                    <a:lnTo>
                      <a:pt x="456" y="1697"/>
                    </a:lnTo>
                    <a:lnTo>
                      <a:pt x="463" y="1701"/>
                    </a:lnTo>
                    <a:lnTo>
                      <a:pt x="471" y="1704"/>
                    </a:lnTo>
                    <a:lnTo>
                      <a:pt x="479" y="1705"/>
                    </a:lnTo>
                    <a:lnTo>
                      <a:pt x="487" y="1707"/>
                    </a:lnTo>
                    <a:lnTo>
                      <a:pt x="495" y="1708"/>
                    </a:lnTo>
                    <a:lnTo>
                      <a:pt x="503" y="1707"/>
                    </a:lnTo>
                    <a:lnTo>
                      <a:pt x="511" y="1705"/>
                    </a:lnTo>
                    <a:lnTo>
                      <a:pt x="519" y="1704"/>
                    </a:lnTo>
                    <a:lnTo>
                      <a:pt x="527" y="1701"/>
                    </a:lnTo>
                    <a:lnTo>
                      <a:pt x="534" y="1697"/>
                    </a:lnTo>
                    <a:lnTo>
                      <a:pt x="540" y="1693"/>
                    </a:lnTo>
                    <a:lnTo>
                      <a:pt x="547" y="1689"/>
                    </a:lnTo>
                    <a:lnTo>
                      <a:pt x="552" y="1684"/>
                    </a:lnTo>
                    <a:lnTo>
                      <a:pt x="558" y="1677"/>
                    </a:lnTo>
                    <a:lnTo>
                      <a:pt x="563" y="1671"/>
                    </a:lnTo>
                    <a:lnTo>
                      <a:pt x="567" y="1664"/>
                    </a:lnTo>
                    <a:lnTo>
                      <a:pt x="571" y="1657"/>
                    </a:lnTo>
                    <a:lnTo>
                      <a:pt x="574" y="1649"/>
                    </a:lnTo>
                    <a:lnTo>
                      <a:pt x="575" y="1642"/>
                    </a:lnTo>
                    <a:lnTo>
                      <a:pt x="577" y="1633"/>
                    </a:lnTo>
                    <a:lnTo>
                      <a:pt x="577" y="1625"/>
                    </a:lnTo>
                    <a:lnTo>
                      <a:pt x="577" y="981"/>
                    </a:lnTo>
                    <a:lnTo>
                      <a:pt x="605" y="981"/>
                    </a:lnTo>
                    <a:lnTo>
                      <a:pt x="605" y="1625"/>
                    </a:lnTo>
                    <a:lnTo>
                      <a:pt x="606" y="1633"/>
                    </a:lnTo>
                    <a:lnTo>
                      <a:pt x="606" y="1642"/>
                    </a:lnTo>
                    <a:lnTo>
                      <a:pt x="609" y="1649"/>
                    </a:lnTo>
                    <a:lnTo>
                      <a:pt x="611" y="1657"/>
                    </a:lnTo>
                    <a:lnTo>
                      <a:pt x="616" y="1664"/>
                    </a:lnTo>
                    <a:lnTo>
                      <a:pt x="620" y="1671"/>
                    </a:lnTo>
                    <a:lnTo>
                      <a:pt x="624" y="1677"/>
                    </a:lnTo>
                    <a:lnTo>
                      <a:pt x="629" y="1684"/>
                    </a:lnTo>
                    <a:lnTo>
                      <a:pt x="636" y="1689"/>
                    </a:lnTo>
                    <a:lnTo>
                      <a:pt x="641" y="1693"/>
                    </a:lnTo>
                    <a:lnTo>
                      <a:pt x="648" y="1697"/>
                    </a:lnTo>
                    <a:lnTo>
                      <a:pt x="656" y="1701"/>
                    </a:lnTo>
                    <a:lnTo>
                      <a:pt x="662" y="1704"/>
                    </a:lnTo>
                    <a:lnTo>
                      <a:pt x="670" y="1705"/>
                    </a:lnTo>
                    <a:lnTo>
                      <a:pt x="679" y="1707"/>
                    </a:lnTo>
                    <a:lnTo>
                      <a:pt x="687" y="1708"/>
                    </a:lnTo>
                    <a:lnTo>
                      <a:pt x="696" y="1707"/>
                    </a:lnTo>
                    <a:lnTo>
                      <a:pt x="704" y="1705"/>
                    </a:lnTo>
                    <a:lnTo>
                      <a:pt x="712" y="1704"/>
                    </a:lnTo>
                    <a:lnTo>
                      <a:pt x="719" y="1701"/>
                    </a:lnTo>
                    <a:lnTo>
                      <a:pt x="727" y="1697"/>
                    </a:lnTo>
                    <a:lnTo>
                      <a:pt x="733" y="1693"/>
                    </a:lnTo>
                    <a:lnTo>
                      <a:pt x="740" y="1689"/>
                    </a:lnTo>
                    <a:lnTo>
                      <a:pt x="746" y="1684"/>
                    </a:lnTo>
                    <a:lnTo>
                      <a:pt x="751" y="1677"/>
                    </a:lnTo>
                    <a:lnTo>
                      <a:pt x="755" y="1671"/>
                    </a:lnTo>
                    <a:lnTo>
                      <a:pt x="760" y="1664"/>
                    </a:lnTo>
                    <a:lnTo>
                      <a:pt x="763" y="1657"/>
                    </a:lnTo>
                    <a:lnTo>
                      <a:pt x="766" y="1649"/>
                    </a:lnTo>
                    <a:lnTo>
                      <a:pt x="768" y="1642"/>
                    </a:lnTo>
                    <a:lnTo>
                      <a:pt x="770" y="1633"/>
                    </a:lnTo>
                    <a:lnTo>
                      <a:pt x="770" y="1625"/>
                    </a:lnTo>
                    <a:lnTo>
                      <a:pt x="770" y="1605"/>
                    </a:lnTo>
                    <a:lnTo>
                      <a:pt x="770" y="1569"/>
                    </a:lnTo>
                    <a:lnTo>
                      <a:pt x="770" y="1518"/>
                    </a:lnTo>
                    <a:lnTo>
                      <a:pt x="770" y="1455"/>
                    </a:lnTo>
                    <a:lnTo>
                      <a:pt x="1098" y="1455"/>
                    </a:lnTo>
                    <a:lnTo>
                      <a:pt x="1098" y="972"/>
                    </a:lnTo>
                    <a:lnTo>
                      <a:pt x="1003" y="972"/>
                    </a:lnTo>
                    <a:lnTo>
                      <a:pt x="1003" y="902"/>
                    </a:lnTo>
                    <a:lnTo>
                      <a:pt x="1002" y="896"/>
                    </a:lnTo>
                    <a:lnTo>
                      <a:pt x="1000" y="889"/>
                    </a:lnTo>
                    <a:lnTo>
                      <a:pt x="996" y="884"/>
                    </a:lnTo>
                    <a:lnTo>
                      <a:pt x="992" y="878"/>
                    </a:lnTo>
                    <a:lnTo>
                      <a:pt x="987" y="874"/>
                    </a:lnTo>
                    <a:lnTo>
                      <a:pt x="981" y="872"/>
                    </a:lnTo>
                    <a:lnTo>
                      <a:pt x="975" y="869"/>
                    </a:lnTo>
                    <a:lnTo>
                      <a:pt x="968" y="867"/>
                    </a:lnTo>
                    <a:lnTo>
                      <a:pt x="927" y="867"/>
                    </a:lnTo>
                    <a:lnTo>
                      <a:pt x="927" y="854"/>
                    </a:lnTo>
                    <a:lnTo>
                      <a:pt x="927" y="817"/>
                    </a:lnTo>
                    <a:lnTo>
                      <a:pt x="927" y="763"/>
                    </a:lnTo>
                    <a:lnTo>
                      <a:pt x="927" y="701"/>
                    </a:lnTo>
                    <a:lnTo>
                      <a:pt x="927" y="636"/>
                    </a:lnTo>
                    <a:lnTo>
                      <a:pt x="927" y="577"/>
                    </a:lnTo>
                    <a:lnTo>
                      <a:pt x="927" y="528"/>
                    </a:lnTo>
                    <a:lnTo>
                      <a:pt x="927" y="499"/>
                    </a:lnTo>
                    <a:lnTo>
                      <a:pt x="927" y="480"/>
                    </a:lnTo>
                    <a:lnTo>
                      <a:pt x="924" y="463"/>
                    </a:lnTo>
                    <a:lnTo>
                      <a:pt x="918" y="445"/>
                    </a:lnTo>
                    <a:lnTo>
                      <a:pt x="912" y="429"/>
                    </a:lnTo>
                    <a:lnTo>
                      <a:pt x="905" y="413"/>
                    </a:lnTo>
                    <a:lnTo>
                      <a:pt x="896" y="398"/>
                    </a:lnTo>
                    <a:lnTo>
                      <a:pt x="884" y="385"/>
                    </a:lnTo>
                    <a:lnTo>
                      <a:pt x="873" y="371"/>
                    </a:lnTo>
                    <a:lnTo>
                      <a:pt x="859" y="359"/>
                    </a:lnTo>
                    <a:lnTo>
                      <a:pt x="845" y="350"/>
                    </a:lnTo>
                    <a:lnTo>
                      <a:pt x="830" y="341"/>
                    </a:lnTo>
                    <a:lnTo>
                      <a:pt x="814" y="333"/>
                    </a:lnTo>
                    <a:lnTo>
                      <a:pt x="796" y="327"/>
                    </a:lnTo>
                    <a:lnTo>
                      <a:pt x="779" y="323"/>
                    </a:lnTo>
                    <a:lnTo>
                      <a:pt x="762" y="320"/>
                    </a:lnTo>
                    <a:lnTo>
                      <a:pt x="743" y="319"/>
                    </a:lnTo>
                    <a:lnTo>
                      <a:pt x="412" y="319"/>
                    </a:lnTo>
                    <a:lnTo>
                      <a:pt x="400" y="308"/>
                    </a:lnTo>
                    <a:lnTo>
                      <a:pt x="372" y="279"/>
                    </a:lnTo>
                    <a:lnTo>
                      <a:pt x="329" y="237"/>
                    </a:lnTo>
                    <a:lnTo>
                      <a:pt x="279" y="188"/>
                    </a:lnTo>
                    <a:lnTo>
                      <a:pt x="227" y="137"/>
                    </a:lnTo>
                    <a:lnTo>
                      <a:pt x="178" y="87"/>
                    </a:lnTo>
                    <a:lnTo>
                      <a:pt x="137" y="47"/>
                    </a:lnTo>
                    <a:lnTo>
                      <a:pt x="109" y="19"/>
                    </a:lnTo>
                    <a:lnTo>
                      <a:pt x="99" y="11"/>
                    </a:lnTo>
                    <a:lnTo>
                      <a:pt x="89" y="5"/>
                    </a:lnTo>
                    <a:lnTo>
                      <a:pt x="77" y="1"/>
                    </a:lnTo>
                    <a:lnTo>
                      <a:pt x="65" y="0"/>
                    </a:lnTo>
                    <a:lnTo>
                      <a:pt x="63" y="0"/>
                    </a:lnTo>
                    <a:lnTo>
                      <a:pt x="51" y="1"/>
                    </a:lnTo>
                    <a:lnTo>
                      <a:pt x="39" y="5"/>
                    </a:lnTo>
                    <a:lnTo>
                      <a:pt x="28" y="11"/>
                    </a:lnTo>
                    <a:lnTo>
                      <a:pt x="19" y="19"/>
                    </a:lnTo>
                    <a:lnTo>
                      <a:pt x="11" y="28"/>
                    </a:lnTo>
                    <a:lnTo>
                      <a:pt x="4" y="40"/>
                    </a:lnTo>
                    <a:lnTo>
                      <a:pt x="1" y="52"/>
                    </a:lnTo>
                    <a:lnTo>
                      <a:pt x="0" y="64"/>
                    </a:lnTo>
                    <a:lnTo>
                      <a:pt x="1" y="76"/>
                    </a:lnTo>
                    <a:lnTo>
                      <a:pt x="4" y="88"/>
                    </a:lnTo>
                    <a:lnTo>
                      <a:pt x="11" y="99"/>
                    </a:lnTo>
                    <a:lnTo>
                      <a:pt x="19" y="1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262" id="262"/>
            <p:cNvCxnSpPr/>
            <p:nvPr/>
          </p:nvCxnSpPr>
          <p:spPr>
            <a:xfrm>
              <a:off x="530571" y="2515519"/>
              <a:ext cx="4933505" cy="853689"/>
            </a:xfrm>
            <a:prstGeom prst="bentConnector3">
              <a:avLst>
                <a:gd name="adj1" fmla="val 99938"/>
              </a:avLst>
            </a:prstGeom>
            <a:ln w="9525">
              <a:solidFill>
                <a:srgbClr val="000000"/>
              </a:solidFill>
            </a:ln>
          </p:spPr>
        </p:cxnSp>
        <p:cxnSp>
          <p:nvCxnSpPr>
            <p:cNvPr name="Connector 263" id="263"/>
            <p:cNvCxnSpPr/>
            <p:nvPr/>
          </p:nvCxnSpPr>
          <p:spPr>
            <a:xfrm flipV="true" rot="10800000">
              <a:off x="7182950" y="1443818"/>
              <a:ext cx="4319939" cy="1057029"/>
            </a:xfrm>
            <a:prstGeom prst="bentConnector3">
              <a:avLst>
                <a:gd name="adj1" fmla="val 100085"/>
              </a:avLst>
            </a:prstGeom>
            <a:ln w="9525">
              <a:solidFill>
                <a:srgbClr val="000000"/>
              </a:solidFill>
            </a:ln>
          </p:spPr>
        </p:cxnSp>
      </p:grpSp>
    </p:spTree>
  </p:cSld>
  <p:clrMapOvr>
    <a:masterClrMapping/>
  </p:clrMapOvr>
  <p:transition spd="slow">
    <p:checker dir="horz"/>
  </p:transition>
  <p:timing>
    <p:tnLst>
      <p:par>
        <p:cTn id="28152" dur="indefinite" repeatCount="1000" spd="100%" accel="0%" decel="0%" restart="never" nodeType="tmRoot">
          <p:childTnLst>
            <p:seq concurrent="true" nextAc="seek">
              <p:cTn id="28153" dur="indefinite" repeatCount="1000" spd="100%" accel="0%" decel="0%" nodeType="mainSeq">
                <p:childTnLst>
                  <p:par>
                    <p:cTn id="28154" repeatCount="1000" spd="100%" accel="0%" decel="0%" fill="hold">
                      <p:stCondLst>
                        <p:cond delay="indefinite"/>
                        <p:cond evt="onBegin" delay="0">
                          <p:tn val="28153"/>
                        </p:cond>
                      </p:stCondLst>
                      <p:childTnLst>
                        <p:par>
                          <p:cTn id="2815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8156" presetID="7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157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58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59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6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8161" presetID="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162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63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6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6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8166" presetID="18" presetClass="entr" presetSubtype="3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strips(upRight)" transition="in">
                                      <p:cBhvr>
                                        <p:cTn id="28167" dur="500" repeatCount="1000" spd="100%" accel="0%" decel="0%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68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6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8170" presetID="40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8172" dur="1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73" dur="1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8171" dur="1000" repeatCount="1000" spd="100%" accel="0%" decel="0%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7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7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8176" presetID="23" presetClass="entr" presetSubtype="3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177" dur="5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78" dur="5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79" dur="5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80" dur="5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81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11"/>
    </p:bldLst>
  </p:timing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04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雲端成本根因分析的核心AI方法論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30787" dur="indefinite" repeatCount="1000" spd="100%" accel="0%" decel="0%" restart="never" nodeType="tmRoot">
          <p:childTnLst>
            <p:seq concurrent="true" nextAc="seek">
              <p:cTn id="30788" dur="indefinite" repeatCount="1000" spd="100%" accel="0%" decel="0%" nodeType="mainSeq">
                <p:childTnLst>
                  <p:par>
                    <p:cTn id="30789" repeatCount="1000" spd="100%" accel="0%" decel="0%" fill="hold">
                      <p:stCondLst>
                        <p:cond delay="indefinite"/>
                        <p:cond evt="onBegin" delay="0">
                          <p:tn val="30788"/>
                        </p:cond>
                      </p:stCondLst>
                      <p:childTnLst>
                        <p:par>
                          <p:cTn id="3079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791" presetID="21" presetClass="entr" presetSubtype="3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3)" transition="in">
                                      <p:cBhvr>
                                        <p:cTn id="30792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9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9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795" presetID="4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797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98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30796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9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進階異常偵測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754483" y="1039441"/>
            <a:ext cx="4643437" cy="5393222"/>
          </a:xfrm>
          <a:prstGeom prst="roundRect">
            <a:avLst>
              <a:gd name="adj" fmla="val 7806"/>
            </a:avLst>
          </a:prstGeom>
          <a:solidFill>
            <a:srgbClr val="FFFFFF"/>
          </a:solidFill>
          <a:ln w="6350" cap="flat" cmpd="sng">
            <a:solidFill>
              <a:srgbClr val="FFFFFF">
                <a:lumMod val="95000"/>
              </a:srgb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ctr" marL="0"/>
          </a:p>
        </p:txBody>
      </p:sp>
      <p:sp>
        <p:nvSpPr>
          <p:cNvPr name="AutoShape 10" id="10"/>
          <p:cNvSpPr/>
          <p:nvPr/>
        </p:nvSpPr>
        <p:spPr>
          <a:xfrm>
            <a:off x="780636" y="1039441"/>
            <a:ext cx="4643437" cy="5393222"/>
          </a:xfrm>
          <a:prstGeom prst="roundRect">
            <a:avLst>
              <a:gd name="adj" fmla="val 7806"/>
            </a:avLst>
          </a:prstGeom>
          <a:solidFill>
            <a:srgbClr val="FFFFFF"/>
          </a:solidFill>
          <a:ln w="6350" cap="flat" cmpd="sng">
            <a:solidFill>
              <a:srgbClr val="FFFFFF">
                <a:lumMod val="95000"/>
              </a:srgb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ctr" marL="0"/>
          </a:p>
        </p:txBody>
      </p:sp>
      <p:grpSp>
        <p:nvGrpSpPr>
          <p:cNvPr name="Group 11" id="11"/>
          <p:cNvGrpSpPr/>
          <p:nvPr/>
        </p:nvGrpSpPr>
        <p:grpSpPr>
          <a:xfrm>
            <a:off x="3771099" y="1452340"/>
            <a:ext cx="2245861" cy="2245855"/>
            <a:chOff x="3777155" y="2152455"/>
            <a:chExt cx="2245861" cy="2245855"/>
          </a:xfrm>
        </p:grpSpPr>
        <p:grpSp>
          <p:nvGrpSpPr>
            <p:cNvPr name="Group 12" id="12"/>
            <p:cNvGrpSpPr/>
            <p:nvPr/>
          </p:nvGrpSpPr>
          <p:grpSpPr>
            <a:xfrm>
              <a:off x="3777155" y="2152455"/>
              <a:ext cx="2245861" cy="2245855"/>
              <a:chOff x="304800" y="673100"/>
              <a:chExt cx="4000500" cy="4000500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rgbClr val="FFFFFF"/>
                  </a:gs>
                  <a:gs pos="55000">
                    <a:srgbClr val="FFFFFF">
                      <a:lumMod val="95000"/>
                    </a:srgbClr>
                  </a:gs>
                  <a:gs pos="100000">
                    <a:srgbClr val="FFFFFF">
                      <a:lumMod val="65000"/>
                    </a:srgbClr>
                  </a:gs>
                </a:gsLst>
                <a:lin ang="81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4" id="14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100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89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>
              <a:off x="4311593" y="2853196"/>
              <a:ext cx="1042566" cy="845324"/>
            </a:xfrm>
            <a:custGeom>
              <a:avLst/>
              <a:gdLst/>
              <a:ahLst/>
              <a:cxnLst/>
              <a:rect r="r" b="b" t="t" l="l"/>
              <a:pathLst>
                <a:path w="141" h="114" stroke="true" fill="norm" extrusionOk="true">
                  <a:moveTo>
                    <a:pt x="56" y="60"/>
                  </a:moveTo>
                  <a:cubicBezTo>
                    <a:pt x="18" y="104"/>
                    <a:pt x="18" y="104"/>
                    <a:pt x="18" y="104"/>
                  </a:cubicBezTo>
                  <a:cubicBezTo>
                    <a:pt x="16" y="106"/>
                    <a:pt x="13" y="107"/>
                    <a:pt x="11" y="107"/>
                  </a:cubicBezTo>
                  <a:cubicBezTo>
                    <a:pt x="8" y="107"/>
                    <a:pt x="6" y="106"/>
                    <a:pt x="4" y="105"/>
                  </a:cubicBezTo>
                  <a:cubicBezTo>
                    <a:pt x="0" y="101"/>
                    <a:pt x="0" y="95"/>
                    <a:pt x="3" y="9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1" y="36"/>
                    <a:pt x="54" y="35"/>
                    <a:pt x="57" y="35"/>
                  </a:cubicBezTo>
                  <a:cubicBezTo>
                    <a:pt x="60" y="35"/>
                    <a:pt x="62" y="36"/>
                    <a:pt x="64" y="39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41" y="58"/>
                    <a:pt x="141" y="58"/>
                    <a:pt x="141" y="5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3" y="78"/>
                    <a:pt x="81" y="80"/>
                    <a:pt x="78" y="80"/>
                  </a:cubicBezTo>
                  <a:cubicBezTo>
                    <a:pt x="75" y="80"/>
                    <a:pt x="72" y="78"/>
                    <a:pt x="70" y="76"/>
                  </a:cubicBezTo>
                  <a:lnTo>
                    <a:pt x="56" y="60"/>
                  </a:lnTo>
                  <a:close/>
                  <a:moveTo>
                    <a:pt x="26" y="114"/>
                  </a:moveTo>
                  <a:cubicBezTo>
                    <a:pt x="57" y="114"/>
                    <a:pt x="57" y="114"/>
                    <a:pt x="57" y="114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26" y="112"/>
                    <a:pt x="26" y="112"/>
                    <a:pt x="26" y="112"/>
                  </a:cubicBezTo>
                  <a:lnTo>
                    <a:pt x="26" y="114"/>
                  </a:lnTo>
                  <a:close/>
                  <a:moveTo>
                    <a:pt x="89" y="89"/>
                  </a:moveTo>
                  <a:cubicBezTo>
                    <a:pt x="83" y="94"/>
                    <a:pt x="80" y="94"/>
                    <a:pt x="80" y="94"/>
                  </a:cubicBezTo>
                  <a:cubicBezTo>
                    <a:pt x="76" y="94"/>
                    <a:pt x="69" y="90"/>
                    <a:pt x="65" y="87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101" y="114"/>
                    <a:pt x="101" y="114"/>
                    <a:pt x="101" y="114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97" y="80"/>
                    <a:pt x="93" y="85"/>
                    <a:pt x="89" y="89"/>
                  </a:cubicBezTo>
                  <a:close/>
                  <a:moveTo>
                    <a:pt x="117" y="55"/>
                  </a:moveTo>
                  <a:cubicBezTo>
                    <a:pt x="110" y="65"/>
                    <a:pt x="110" y="65"/>
                    <a:pt x="110" y="65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40" y="114"/>
                    <a:pt x="140" y="114"/>
                    <a:pt x="140" y="114"/>
                  </a:cubicBezTo>
                  <a:cubicBezTo>
                    <a:pt x="140" y="73"/>
                    <a:pt x="140" y="73"/>
                    <a:pt x="140" y="73"/>
                  </a:cubicBezTo>
                  <a:cubicBezTo>
                    <a:pt x="134" y="68"/>
                    <a:pt x="117" y="55"/>
                    <a:pt x="117" y="55"/>
                  </a:cubicBez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6171144" y="1452340"/>
            <a:ext cx="2245861" cy="2245855"/>
            <a:chOff x="6112805" y="2152455"/>
            <a:chExt cx="2245861" cy="2245855"/>
          </a:xfrm>
        </p:grpSpPr>
        <p:grpSp>
          <p:nvGrpSpPr>
            <p:cNvPr name="Group 17" id="17"/>
            <p:cNvGrpSpPr/>
            <p:nvPr/>
          </p:nvGrpSpPr>
          <p:grpSpPr>
            <a:xfrm>
              <a:off x="6112805" y="2152455"/>
              <a:ext cx="2245861" cy="2245855"/>
              <a:chOff x="304800" y="673100"/>
              <a:chExt cx="4000500" cy="4000500"/>
            </a:xfrm>
          </p:grpSpPr>
          <p:sp>
            <p:nvSpPr>
              <p:cNvPr name="AutoShape 18" id="1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rgbClr val="FFFFFF"/>
                  </a:gs>
                  <a:gs pos="55000">
                    <a:srgbClr val="FFFFFF">
                      <a:lumMod val="95000"/>
                    </a:srgbClr>
                  </a:gs>
                  <a:gs pos="100000">
                    <a:srgbClr val="FFFFFF">
                      <a:lumMod val="65000"/>
                    </a:srgbClr>
                  </a:gs>
                </a:gsLst>
                <a:lin ang="81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9" id="19"/>
              <p:cNvSpPr/>
              <p:nvPr/>
            </p:nvSpPr>
            <p:spPr>
              <a:xfrm>
                <a:off x="392113" y="760411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100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89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>
              <a:off x="6696144" y="2899147"/>
              <a:ext cx="1001999" cy="810761"/>
            </a:xfrm>
            <a:custGeom>
              <a:avLst/>
              <a:gdLst/>
              <a:ahLst/>
              <a:cxnLst/>
              <a:rect r="r" b="b" t="t" l="l"/>
              <a:pathLst>
                <a:path w="3280" h="2664" stroke="true" fill="norm" extrusionOk="true">
                  <a:moveTo>
                    <a:pt x="819" y="966"/>
                  </a:moveTo>
                  <a:cubicBezTo>
                    <a:pt x="819" y="367"/>
                    <a:pt x="819" y="367"/>
                    <a:pt x="819" y="367"/>
                  </a:cubicBezTo>
                  <a:cubicBezTo>
                    <a:pt x="1346" y="812"/>
                    <a:pt x="1346" y="812"/>
                    <a:pt x="1346" y="812"/>
                  </a:cubicBezTo>
                  <a:cubicBezTo>
                    <a:pt x="1920" y="141"/>
                    <a:pt x="1920" y="141"/>
                    <a:pt x="1920" y="141"/>
                  </a:cubicBezTo>
                  <a:cubicBezTo>
                    <a:pt x="1923" y="131"/>
                    <a:pt x="1923" y="131"/>
                    <a:pt x="1923" y="131"/>
                  </a:cubicBezTo>
                  <a:cubicBezTo>
                    <a:pt x="1926" y="134"/>
                    <a:pt x="1926" y="134"/>
                    <a:pt x="1926" y="134"/>
                  </a:cubicBezTo>
                  <a:cubicBezTo>
                    <a:pt x="1930" y="131"/>
                    <a:pt x="1930" y="131"/>
                    <a:pt x="1930" y="131"/>
                  </a:cubicBezTo>
                  <a:cubicBezTo>
                    <a:pt x="1959" y="167"/>
                    <a:pt x="1959" y="167"/>
                    <a:pt x="1959" y="167"/>
                  </a:cubicBezTo>
                  <a:cubicBezTo>
                    <a:pt x="2945" y="1153"/>
                    <a:pt x="2945" y="1153"/>
                    <a:pt x="2945" y="1153"/>
                  </a:cubicBezTo>
                  <a:cubicBezTo>
                    <a:pt x="3270" y="832"/>
                    <a:pt x="3270" y="832"/>
                    <a:pt x="3270" y="832"/>
                  </a:cubicBezTo>
                  <a:cubicBezTo>
                    <a:pt x="3270" y="1845"/>
                    <a:pt x="3270" y="1845"/>
                    <a:pt x="3270" y="1845"/>
                  </a:cubicBezTo>
                  <a:cubicBezTo>
                    <a:pt x="2254" y="1835"/>
                    <a:pt x="2254" y="1835"/>
                    <a:pt x="2254" y="1835"/>
                  </a:cubicBezTo>
                  <a:cubicBezTo>
                    <a:pt x="2611" y="1484"/>
                    <a:pt x="2611" y="1484"/>
                    <a:pt x="2611" y="1484"/>
                  </a:cubicBezTo>
                  <a:cubicBezTo>
                    <a:pt x="1966" y="835"/>
                    <a:pt x="1966" y="835"/>
                    <a:pt x="1966" y="835"/>
                  </a:cubicBezTo>
                  <a:cubicBezTo>
                    <a:pt x="1435" y="1458"/>
                    <a:pt x="1435" y="1458"/>
                    <a:pt x="1435" y="1458"/>
                  </a:cubicBezTo>
                  <a:cubicBezTo>
                    <a:pt x="1412" y="1487"/>
                    <a:pt x="1412" y="1487"/>
                    <a:pt x="1412" y="1487"/>
                  </a:cubicBezTo>
                  <a:cubicBezTo>
                    <a:pt x="1412" y="1484"/>
                    <a:pt x="1412" y="1484"/>
                    <a:pt x="1412" y="1484"/>
                  </a:cubicBezTo>
                  <a:lnTo>
                    <a:pt x="819" y="966"/>
                  </a:lnTo>
                  <a:close/>
                  <a:moveTo>
                    <a:pt x="2972" y="2048"/>
                  </a:moveTo>
                  <a:cubicBezTo>
                    <a:pt x="3013" y="2048"/>
                    <a:pt x="3053" y="2056"/>
                    <a:pt x="3091" y="2072"/>
                  </a:cubicBezTo>
                  <a:cubicBezTo>
                    <a:pt x="3129" y="2089"/>
                    <a:pt x="3162" y="2111"/>
                    <a:pt x="3189" y="2138"/>
                  </a:cubicBezTo>
                  <a:cubicBezTo>
                    <a:pt x="3217" y="2165"/>
                    <a:pt x="3239" y="2198"/>
                    <a:pt x="3255" y="2236"/>
                  </a:cubicBezTo>
                  <a:cubicBezTo>
                    <a:pt x="3271" y="2274"/>
                    <a:pt x="3280" y="2314"/>
                    <a:pt x="3280" y="2356"/>
                  </a:cubicBezTo>
                  <a:cubicBezTo>
                    <a:pt x="3280" y="2400"/>
                    <a:pt x="3271" y="2440"/>
                    <a:pt x="3255" y="2477"/>
                  </a:cubicBezTo>
                  <a:cubicBezTo>
                    <a:pt x="3239" y="2514"/>
                    <a:pt x="3217" y="2546"/>
                    <a:pt x="3189" y="2574"/>
                  </a:cubicBezTo>
                  <a:cubicBezTo>
                    <a:pt x="3162" y="2601"/>
                    <a:pt x="3129" y="2623"/>
                    <a:pt x="3091" y="2639"/>
                  </a:cubicBezTo>
                  <a:cubicBezTo>
                    <a:pt x="3053" y="2656"/>
                    <a:pt x="3013" y="2664"/>
                    <a:pt x="2972" y="2664"/>
                  </a:cubicBezTo>
                  <a:cubicBezTo>
                    <a:pt x="308" y="2664"/>
                    <a:pt x="308" y="2664"/>
                    <a:pt x="308" y="2664"/>
                  </a:cubicBezTo>
                  <a:cubicBezTo>
                    <a:pt x="264" y="2664"/>
                    <a:pt x="223" y="2656"/>
                    <a:pt x="186" y="2639"/>
                  </a:cubicBezTo>
                  <a:cubicBezTo>
                    <a:pt x="149" y="2623"/>
                    <a:pt x="117" y="2601"/>
                    <a:pt x="90" y="2574"/>
                  </a:cubicBezTo>
                  <a:cubicBezTo>
                    <a:pt x="62" y="2546"/>
                    <a:pt x="40" y="2514"/>
                    <a:pt x="24" y="2477"/>
                  </a:cubicBezTo>
                  <a:cubicBezTo>
                    <a:pt x="8" y="2440"/>
                    <a:pt x="0" y="2400"/>
                    <a:pt x="0" y="23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263"/>
                    <a:pt x="8" y="224"/>
                    <a:pt x="24" y="187"/>
                  </a:cubicBezTo>
                  <a:cubicBezTo>
                    <a:pt x="40" y="149"/>
                    <a:pt x="62" y="117"/>
                    <a:pt x="90" y="90"/>
                  </a:cubicBezTo>
                  <a:cubicBezTo>
                    <a:pt x="117" y="63"/>
                    <a:pt x="149" y="41"/>
                    <a:pt x="186" y="24"/>
                  </a:cubicBezTo>
                  <a:cubicBezTo>
                    <a:pt x="223" y="8"/>
                    <a:pt x="264" y="0"/>
                    <a:pt x="308" y="0"/>
                  </a:cubicBezTo>
                  <a:cubicBezTo>
                    <a:pt x="349" y="0"/>
                    <a:pt x="388" y="7"/>
                    <a:pt x="426" y="23"/>
                  </a:cubicBezTo>
                  <a:cubicBezTo>
                    <a:pt x="463" y="38"/>
                    <a:pt x="495" y="59"/>
                    <a:pt x="522" y="87"/>
                  </a:cubicBezTo>
                  <a:cubicBezTo>
                    <a:pt x="549" y="114"/>
                    <a:pt x="572" y="146"/>
                    <a:pt x="589" y="182"/>
                  </a:cubicBezTo>
                  <a:cubicBezTo>
                    <a:pt x="607" y="218"/>
                    <a:pt x="616" y="256"/>
                    <a:pt x="616" y="298"/>
                  </a:cubicBezTo>
                  <a:cubicBezTo>
                    <a:pt x="616" y="2048"/>
                    <a:pt x="616" y="2048"/>
                    <a:pt x="616" y="2048"/>
                  </a:cubicBezTo>
                  <a:lnTo>
                    <a:pt x="2972" y="2048"/>
                  </a:lnTo>
                  <a:close/>
                  <a:moveTo>
                    <a:pt x="2972" y="2048"/>
                  </a:moveTo>
                  <a:cubicBezTo>
                    <a:pt x="2972" y="2048"/>
                    <a:pt x="2972" y="2048"/>
                    <a:pt x="2972" y="2048"/>
                  </a:cubicBezTo>
                </a:path>
              </a:pathLst>
            </a:custGeom>
            <a:solidFill>
              <a:srgbClr val="C00000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2687990" y="1954186"/>
            <a:ext cx="745548" cy="2303715"/>
            <a:chOff x="1002934" y="1856680"/>
            <a:chExt cx="1233036" cy="4708121"/>
          </a:xfrm>
        </p:grpSpPr>
        <p:sp>
          <p:nvSpPr>
            <p:cNvPr name="Freeform 22" id="22"/>
            <p:cNvSpPr/>
            <p:nvPr/>
          </p:nvSpPr>
          <p:spPr>
            <a:xfrm>
              <a:off x="1004727" y="1856680"/>
              <a:ext cx="490168" cy="4706328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1004726" y="1856680"/>
              <a:ext cx="490168" cy="4706329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6" id="26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7" id="27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" id="35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" id="38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" id="39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" id="40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" id="41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" id="42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" id="43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" id="44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" id="45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" id="46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" id="47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" id="48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" id="49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" id="50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" id="51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" id="52"/>
            <p:cNvSpPr/>
            <p:nvPr/>
          </p:nvSpPr>
          <p:spPr>
            <a:xfrm>
              <a:off x="1002934" y="22249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" id="53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" id="54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" id="55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" id="56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" id="57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" id="58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" id="59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" id="60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" id="61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" id="62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" id="63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" id="64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" id="65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" id="66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" id="67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" id="68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" id="69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0" id="70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1" id="71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2" id="72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3" id="73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4" id="74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5" id="75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6" id="76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7" id="77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8" id="78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9" id="79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0" id="80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1" id="81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2" id="82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3" id="83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4" id="84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5" id="85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6" id="86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7" id="87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8" id="88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9" id="89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0" id="90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1" id="91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2" id="92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3" id="93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4" id="94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5" id="95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6" id="96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7" id="97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8" id="98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9" id="99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0" id="100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1" id="101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2" id="102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3" id="103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4" id="104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5" id="105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6" id="106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7" id="107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8" id="108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9" id="109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0" id="110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1" id="111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2" id="112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3" id="113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4" id="114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5" id="115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6" id="116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7" id="117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8" id="118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9" id="119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0" id="120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1" id="121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2" id="122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3" id="123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4" id="124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5" id="125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6" id="126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7" id="127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8" id="128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9" id="129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0" id="130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1" id="131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2" id="132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3" id="133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4" id="134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5" id="135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6" id="136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7" id="137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8" id="138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9" id="139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0" id="140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1" id="141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2" id="142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3" id="143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4" id="144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5" id="145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6" id="146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7" id="147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8" id="148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9" id="149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0" id="150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1" id="151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2" id="152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3" id="153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4" id="154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5" id="155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6" id="156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7" id="157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8" id="158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9" id="159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0" id="160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1" id="161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2" id="162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163" id="163"/>
            <p:cNvSpPr/>
            <p:nvPr/>
          </p:nvSpPr>
          <p:spPr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4" id="164"/>
            <p:cNvSpPr/>
            <p:nvPr/>
          </p:nvSpPr>
          <p:spPr>
            <a:xfrm>
              <a:off x="1004726" y="6096139"/>
              <a:ext cx="0" cy="2688"/>
            </a:xfrm>
            <a:custGeom>
              <a:avLst/>
              <a:gdLst/>
              <a:ahLst/>
              <a:cxnLst/>
              <a:rect r="r" b="b" t="t" l="l"/>
              <a:pathLst>
                <a:path w="0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5" id="165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6" id="166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7" id="167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8" id="168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9" id="169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0" id="170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1" id="171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2" id="172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3" id="173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4" id="174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5" id="175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6" id="176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7" id="177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8" id="178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9" id="179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0" id="180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1" id="181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2" id="182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3" id="183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4" id="184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5" id="185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6" id="186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7" id="187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8" id="188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9" id="189"/>
            <p:cNvSpPr/>
            <p:nvPr/>
          </p:nvSpPr>
          <p:spPr>
            <a:xfrm>
              <a:off x="1259219" y="5943802"/>
              <a:ext cx="232987" cy="241948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0" id="190"/>
            <p:cNvSpPr/>
            <p:nvPr/>
          </p:nvSpPr>
          <p:spPr>
            <a:xfrm>
              <a:off x="1259219" y="5943802"/>
              <a:ext cx="232987" cy="241947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1" id="191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2" id="192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3" id="193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4" id="194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5" id="195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6" id="196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7" id="197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8" id="198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9" id="199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0" id="200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1" id="201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2" id="202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3" id="203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4" id="204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5" id="205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6" id="206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7" id="207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8" id="208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09" id="209"/>
            <p:cNvSpPr/>
            <p:nvPr/>
          </p:nvSpPr>
          <p:spPr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0" id="210"/>
            <p:cNvSpPr/>
            <p:nvPr/>
          </p:nvSpPr>
          <p:spPr>
            <a:xfrm>
              <a:off x="1492205" y="6249374"/>
              <a:ext cx="0" cy="1792"/>
            </a:xfrm>
            <a:custGeom>
              <a:avLst/>
              <a:gdLst/>
              <a:ahLst/>
              <a:cxnLst/>
              <a:rect r="r" b="b" t="t" l="l"/>
              <a:pathLst>
                <a:path w="0" h="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1" id="211"/>
            <p:cNvSpPr/>
            <p:nvPr/>
          </p:nvSpPr>
          <p:spPr>
            <a:xfrm>
              <a:off x="1492205" y="1943602"/>
              <a:ext cx="491961" cy="4309355"/>
            </a:xfrm>
            <a:custGeom>
              <a:avLst/>
              <a:gdLst/>
              <a:ahLst/>
              <a:cxnLst/>
              <a:rect r="r" b="b" t="t" l="l"/>
              <a:pathLst>
                <a:path w="549" h="4809" stroke="true" fill="norm" extrusionOk="true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212" id="212"/>
          <p:cNvGrpSpPr/>
          <p:nvPr/>
        </p:nvGrpSpPr>
        <p:grpSpPr>
          <a:xfrm>
            <a:off x="1722820" y="2441533"/>
            <a:ext cx="594380" cy="1817453"/>
            <a:chOff x="2227905" y="2850457"/>
            <a:chExt cx="983025" cy="3714344"/>
          </a:xfrm>
        </p:grpSpPr>
        <p:sp>
          <p:nvSpPr>
            <p:cNvPr name="Freeform 213" id="213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4" id="214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5" id="215"/>
            <p:cNvSpPr/>
            <p:nvPr/>
          </p:nvSpPr>
          <p:spPr>
            <a:xfrm>
              <a:off x="2718969" y="2852249"/>
              <a:ext cx="491961" cy="3712552"/>
            </a:xfrm>
            <a:custGeom>
              <a:avLst/>
              <a:gdLst/>
              <a:ahLst/>
              <a:cxnLst/>
              <a:rect r="r" b="b" t="t" l="l"/>
              <a:pathLst>
                <a:path w="549" h="4143" stroke="true" fill="norm" extrusionOk="true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6" id="216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7" id="217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8" id="218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9" id="219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0" id="220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1" id="221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2" id="222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3" id="223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4" id="224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5" id="225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6" id="226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7" id="227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8" id="228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9" id="229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0" id="230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1" id="231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2" id="232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3" id="233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4" id="234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5" id="235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6" id="236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7" id="237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8" id="238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9" id="239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0" id="240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1" id="241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2" id="242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3" id="243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4" id="244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5" id="245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6" id="246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7" id="247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8" id="248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9" id="249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0" id="250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1" id="251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2" id="252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3" id="253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4" id="254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5" id="255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6" id="256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7" id="257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8" id="258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9" id="259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0" id="260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1" id="261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2" id="262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3" id="263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4" id="264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5" id="265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6" id="266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7" id="267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8" id="268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9" id="269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0" id="270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1" id="271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2" id="272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3" id="273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4" id="274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5" id="275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6" id="276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7" id="277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8" id="278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9" id="279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0" id="280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1" id="281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2" id="282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3" id="283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4" id="284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5" id="285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6" id="286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7" id="287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8" id="288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9" id="289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0" id="290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1" id="291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2" id="292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3" id="293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4" id="294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5" id="295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6" id="296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7" id="297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8" id="298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9" id="299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0" id="300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1" id="301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2" id="302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3" id="303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4" id="304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5" id="305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6" id="306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7" id="307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8" id="308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9" id="309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0" id="310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1" id="311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2" id="312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3" id="313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4" id="314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5" id="315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6" id="316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7" id="317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8" id="318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9" id="319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0" id="320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1" id="321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2" id="322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3" id="323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4" id="324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5" id="325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6" id="326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7" id="327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8" id="328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9" id="329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0" id="330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1" id="331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2" id="332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3" id="333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4" id="334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5" id="335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6" id="336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7" id="337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8" id="338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9" id="339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0" id="340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1" id="341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2" id="342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3" id="343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4" id="344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5" id="345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6" id="346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7" id="347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8" id="348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9" id="349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0" id="350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1" id="351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2" id="352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3" id="353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4" id="354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5" id="355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6" id="356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7" id="357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8" id="358"/>
            <p:cNvSpPr/>
            <p:nvPr/>
          </p:nvSpPr>
          <p:spPr>
            <a:xfrm>
              <a:off x="2717178" y="2939171"/>
              <a:ext cx="491960" cy="3313786"/>
            </a:xfrm>
            <a:custGeom>
              <a:avLst/>
              <a:gdLst/>
              <a:ahLst/>
              <a:cxnLst/>
              <a:rect r="r" b="b" t="t" l="l"/>
              <a:pathLst>
                <a:path w="549" h="3698" stroke="true" fill="norm" extrusionOk="true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359" id="359"/>
          <p:cNvSpPr txBox="true"/>
          <p:nvPr/>
        </p:nvSpPr>
        <p:spPr>
          <a:xfrm>
            <a:off x="940804" y="1165190"/>
            <a:ext cx="352824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Microsoft YaHei"/>
                <a:ea typeface="Microsoft YaHei"/>
              </a:rPr>
              <a:t>動態支出基線</a:t>
            </a:r>
            <a:endParaRPr lang="en-US" sz="1100"/>
          </a:p>
        </p:txBody>
      </p:sp>
      <p:sp>
        <p:nvSpPr>
          <p:cNvPr name="AutoShape 360" id="360"/>
          <p:cNvSpPr/>
          <p:nvPr/>
        </p:nvSpPr>
        <p:spPr>
          <a:xfrm>
            <a:off x="780636" y="4337293"/>
            <a:ext cx="4616887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利用AI技術建立動態的支出基線，更精確地識別成本異常。</a:t>
            </a:r>
          </a:p>
        </p:txBody>
      </p:sp>
      <p:grpSp>
        <p:nvGrpSpPr>
          <p:cNvPr name="Group 361" id="361"/>
          <p:cNvGrpSpPr/>
          <p:nvPr/>
        </p:nvGrpSpPr>
        <p:grpSpPr>
          <a:xfrm>
            <a:off x="9950728" y="1954186"/>
            <a:ext cx="745548" cy="2303715"/>
            <a:chOff x="1002934" y="1856680"/>
            <a:chExt cx="1233036" cy="4708121"/>
          </a:xfrm>
        </p:grpSpPr>
        <p:sp>
          <p:nvSpPr>
            <p:cNvPr name="Freeform 362" id="362"/>
            <p:cNvSpPr/>
            <p:nvPr/>
          </p:nvSpPr>
          <p:spPr>
            <a:xfrm>
              <a:off x="1004727" y="1856680"/>
              <a:ext cx="490168" cy="4706328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3" id="363"/>
            <p:cNvSpPr/>
            <p:nvPr/>
          </p:nvSpPr>
          <p:spPr>
            <a:xfrm>
              <a:off x="1004726" y="1856680"/>
              <a:ext cx="490168" cy="4706329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4" id="364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5" id="365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366" id="366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367" id="367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8" id="368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9" id="369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0" id="370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1" id="371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2" id="372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3" id="373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4" id="374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5" id="375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6" id="376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7" id="377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8" id="378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9" id="379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0" id="380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1" id="381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2" id="382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3" id="383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4" id="384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5" id="385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6" id="386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7" id="387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8" id="388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9" id="389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0" id="390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1" id="391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2" id="392"/>
            <p:cNvSpPr/>
            <p:nvPr/>
          </p:nvSpPr>
          <p:spPr>
            <a:xfrm>
              <a:off x="1002934" y="22249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3" id="393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4" id="394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5" id="395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6" id="396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7" id="397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8" id="398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9" id="399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0" id="400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1" id="401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2" id="402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3" id="403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4" id="404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5" id="405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6" id="406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7" id="407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8" id="408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9" id="409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0" id="410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1" id="411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2" id="412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3" id="413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4" id="414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5" id="415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6" id="416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7" id="417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8" id="418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9" id="419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0" id="420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1" id="421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2" id="422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3" id="423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4" id="424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5" id="425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6" id="426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7" id="427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8" id="428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9" id="429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0" id="430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1" id="431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2" id="432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3" id="433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4" id="434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5" id="435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6" id="436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7" id="437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8" id="438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9" id="439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0" id="440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1" id="441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2" id="442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3" id="443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4" id="444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5" id="445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6" id="446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7" id="447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8" id="448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9" id="449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0" id="450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1" id="451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2" id="452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3" id="453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4" id="454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5" id="455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6" id="456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7" id="457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8" id="458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9" id="459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0" id="460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1" id="461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2" id="462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3" id="463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4" id="464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5" id="465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6" id="466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7" id="467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8" id="468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9" id="469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0" id="470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1" id="471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2" id="472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3" id="473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4" id="474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5" id="475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6" id="476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7" id="477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8" id="478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9" id="479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0" id="480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1" id="481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2" id="482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3" id="483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4" id="484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5" id="485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6" id="486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7" id="487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8" id="488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9" id="489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0" id="490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1" id="491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2" id="492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3" id="493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4" id="494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5" id="495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6" id="496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7" id="497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8" id="498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9" id="499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0" id="500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1" id="501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2" id="502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503" id="503"/>
            <p:cNvSpPr/>
            <p:nvPr/>
          </p:nvSpPr>
          <p:spPr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4" id="504"/>
            <p:cNvSpPr/>
            <p:nvPr/>
          </p:nvSpPr>
          <p:spPr>
            <a:xfrm>
              <a:off x="1004726" y="6096139"/>
              <a:ext cx="0" cy="2688"/>
            </a:xfrm>
            <a:custGeom>
              <a:avLst/>
              <a:gdLst/>
              <a:ahLst/>
              <a:cxnLst/>
              <a:rect r="r" b="b" t="t" l="l"/>
              <a:pathLst>
                <a:path w="0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5" id="505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6" id="506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7" id="507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8" id="508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9" id="509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0" id="510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1" id="511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2" id="512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3" id="513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4" id="514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5" id="515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6" id="516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7" id="517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8" id="518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9" id="519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0" id="520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1" id="521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2" id="522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3" id="523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4" id="524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5" id="525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6" id="526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7" id="527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8" id="528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9" id="529"/>
            <p:cNvSpPr/>
            <p:nvPr/>
          </p:nvSpPr>
          <p:spPr>
            <a:xfrm>
              <a:off x="1259219" y="5943802"/>
              <a:ext cx="232987" cy="241948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0" id="530"/>
            <p:cNvSpPr/>
            <p:nvPr/>
          </p:nvSpPr>
          <p:spPr>
            <a:xfrm>
              <a:off x="1259219" y="5943802"/>
              <a:ext cx="232987" cy="241947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1" id="531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2" id="532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3" id="533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4" id="534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5" id="535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6" id="536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7" id="537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8" id="538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9" id="539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0" id="540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1" id="541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2" id="542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3" id="543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4" id="544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5" id="545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6" id="546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7" id="547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8" id="548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549" id="549"/>
            <p:cNvSpPr/>
            <p:nvPr/>
          </p:nvSpPr>
          <p:spPr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0" id="550"/>
            <p:cNvSpPr/>
            <p:nvPr/>
          </p:nvSpPr>
          <p:spPr>
            <a:xfrm>
              <a:off x="1492205" y="6249374"/>
              <a:ext cx="0" cy="1792"/>
            </a:xfrm>
            <a:custGeom>
              <a:avLst/>
              <a:gdLst/>
              <a:ahLst/>
              <a:cxnLst/>
              <a:rect r="r" b="b" t="t" l="l"/>
              <a:pathLst>
                <a:path w="0" h="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1" id="551"/>
            <p:cNvSpPr/>
            <p:nvPr/>
          </p:nvSpPr>
          <p:spPr>
            <a:xfrm>
              <a:off x="1492205" y="1943602"/>
              <a:ext cx="491961" cy="4309355"/>
            </a:xfrm>
            <a:custGeom>
              <a:avLst/>
              <a:gdLst/>
              <a:ahLst/>
              <a:cxnLst/>
              <a:rect r="r" b="b" t="t" l="l"/>
              <a:pathLst>
                <a:path w="549" h="4809" stroke="true" fill="norm" extrusionOk="true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552" id="552"/>
          <p:cNvGrpSpPr/>
          <p:nvPr/>
        </p:nvGrpSpPr>
        <p:grpSpPr>
          <a:xfrm>
            <a:off x="8985558" y="2441533"/>
            <a:ext cx="594380" cy="1817453"/>
            <a:chOff x="2227905" y="2850457"/>
            <a:chExt cx="983025" cy="3714344"/>
          </a:xfrm>
        </p:grpSpPr>
        <p:sp>
          <p:nvSpPr>
            <p:cNvPr name="Freeform 553" id="553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4" id="554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5" id="555"/>
            <p:cNvSpPr/>
            <p:nvPr/>
          </p:nvSpPr>
          <p:spPr>
            <a:xfrm>
              <a:off x="2718969" y="2852249"/>
              <a:ext cx="491961" cy="3712552"/>
            </a:xfrm>
            <a:custGeom>
              <a:avLst/>
              <a:gdLst/>
              <a:ahLst/>
              <a:cxnLst/>
              <a:rect r="r" b="b" t="t" l="l"/>
              <a:pathLst>
                <a:path w="549" h="4143" stroke="true" fill="norm" extrusionOk="true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6" id="556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7" id="557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8" id="558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9" id="559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0" id="560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1" id="561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2" id="562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3" id="563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4" id="564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5" id="565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6" id="566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7" id="567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8" id="568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9" id="569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0" id="570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1" id="571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2" id="572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3" id="573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4" id="574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5" id="575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6" id="576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7" id="577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8" id="578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9" id="579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0" id="580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1" id="581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2" id="582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3" id="583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4" id="584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5" id="585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6" id="586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7" id="587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8" id="588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9" id="589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0" id="590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1" id="591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2" id="592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3" id="593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4" id="594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5" id="595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6" id="596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7" id="597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8" id="598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9" id="599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0" id="600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1" id="601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2" id="602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3" id="603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4" id="604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5" id="605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6" id="606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7" id="607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8" id="608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9" id="609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0" id="610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1" id="611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2" id="612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3" id="613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4" id="614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5" id="615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6" id="616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7" id="617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8" id="618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9" id="619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0" id="620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1" id="621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2" id="622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3" id="623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4" id="624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5" id="625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6" id="626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7" id="627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8" id="628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9" id="629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0" id="630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1" id="631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2" id="632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3" id="633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4" id="634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5" id="635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6" id="636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7" id="637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8" id="638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9" id="639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0" id="640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1" id="641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2" id="642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3" id="643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4" id="644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5" id="645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6" id="646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7" id="647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8" id="648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9" id="649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0" id="650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1" id="651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2" id="652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3" id="653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4" id="654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5" id="655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6" id="656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7" id="657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8" id="658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9" id="659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0" id="660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1" id="661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2" id="662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3" id="663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4" id="664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5" id="665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6" id="666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7" id="667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8" id="668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9" id="669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0" id="670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1" id="671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2" id="672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3" id="673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4" id="674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5" id="675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6" id="676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7" id="677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8" id="678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9" id="679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0" id="680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1" id="681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2" id="682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3" id="683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4" id="684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5" id="685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6" id="686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7" id="687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8" id="688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9" id="689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0" id="690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1" id="691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2" id="692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3" id="693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4" id="694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5" id="695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6" id="696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7" id="697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8" id="698"/>
            <p:cNvSpPr/>
            <p:nvPr/>
          </p:nvSpPr>
          <p:spPr>
            <a:xfrm>
              <a:off x="2717178" y="2939171"/>
              <a:ext cx="491960" cy="3313786"/>
            </a:xfrm>
            <a:custGeom>
              <a:avLst/>
              <a:gdLst/>
              <a:ahLst/>
              <a:cxnLst/>
              <a:rect r="r" b="b" t="t" l="l"/>
              <a:pathLst>
                <a:path w="549" h="3698" stroke="true" fill="norm" extrusionOk="true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AutoShape 699" id="699"/>
          <p:cNvSpPr/>
          <p:nvPr/>
        </p:nvSpPr>
        <p:spPr>
          <a:xfrm>
            <a:off x="6783313" y="4326221"/>
            <a:ext cx="4639642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基於機器學習的方法能夠更精確地定位特定的異常行為，提高偵測效率。</a:t>
            </a:r>
          </a:p>
        </p:txBody>
      </p:sp>
      <p:sp>
        <p:nvSpPr>
          <p:cNvPr name="TextBox 700" id="700"/>
          <p:cNvSpPr txBox="true"/>
          <p:nvPr/>
        </p:nvSpPr>
        <p:spPr>
          <a:xfrm>
            <a:off x="7942121" y="1165190"/>
            <a:ext cx="345579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Microsoft YaHei"/>
                <a:ea typeface="Microsoft YaHei"/>
              </a:rPr>
              <a:t>機器學習應用</a:t>
            </a:r>
            <a:endParaRPr lang="en-US" sz="1100"/>
          </a:p>
        </p:txBody>
      </p:sp>
    </p:spTree>
  </p:cSld>
  <p:clrMapOvr>
    <a:masterClrMapping/>
  </p:clrMapOvr>
  <p:transition spd="slow">
    <p:wipe dir="l"/>
  </p:transition>
  <p:timing>
    <p:tnLst>
      <p:par>
        <p:cTn id="32004" dur="indefinite" repeatCount="1000" spd="100%" accel="0%" decel="0%" restart="never" nodeType="tmRoot">
          <p:childTnLst>
            <p:seq concurrent="true" nextAc="seek">
              <p:cTn id="32005" dur="indefinite" repeatCount="1000" spd="100%" accel="0%" decel="0%" nodeType="mainSeq">
                <p:childTnLst>
                  <p:par>
                    <p:cTn id="32006" repeatCount="1000" spd="100%" accel="0%" decel="0%" fill="hold">
                      <p:stCondLst>
                        <p:cond delay="indefinite"/>
                        <p:cond evt="onBegin" delay="0">
                          <p:tn val="32005"/>
                        </p:cond>
                      </p:stCondLst>
                      <p:childTnLst>
                        <p:par>
                          <p:cTn id="3200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008" presetID="23" presetClass="entr" presetSubtype="3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009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10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11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12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013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1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015" presetID="23" presetClass="entr" presetSubtype="52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016" dur="500" repeatCount="1000" spd="100%" accel="0%" decel="0%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17" dur="500" repeatCount="1000" spd="100%" accel="0%" decel="0%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18" dur="500" repeatCount="1000" spd="100%" accel="0%" decel="0%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19" dur="500" repeatCount="1000" spd="100%" accel="0%" decel="0%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02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2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022" presetID="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023" dur="2000" repeatCount="1000" spd="100%" accel="0%" decel="0%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24" dur="2000" repeatCount="1000" spd="100%" accel="0%" decel="0%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02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2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027" presetID="37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029" dur="1000" repeatCount="1000" spd="100%" accel="0%" decel="0%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30" dur="900" repeatCount="1000" spd="100%" accel="0%" decel="1000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31" dur="100" repeatCount="1000" spd="100%" accel="100000" decel="0%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0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32028" dur="1000" repeatCount="1000" spd="100%" accel="0%" decel="0%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3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3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034" presetID="14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randombar(vertical)" transition="in">
                                      <p:cBhvr>
                                        <p:cTn id="32035" dur="1000" repeatCount="1000" spd="100%" accel="0%" decel="0%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3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480359" y="344800"/>
            <a:ext cx="11518931" cy="757209"/>
            <a:chOff x="478265" y="344880"/>
            <a:chExt cx="11521597" cy="757384"/>
          </a:xfrm>
        </p:grpSpPr>
        <p:grpSp>
          <p:nvGrpSpPr>
            <p:cNvPr name="Group 3" id="3"/>
            <p:cNvGrpSpPr/>
            <p:nvPr/>
          </p:nvGrpSpPr>
          <p:grpSpPr>
            <a:xfrm>
              <a:off x="478265" y="344880"/>
              <a:ext cx="714540" cy="757384"/>
              <a:chOff x="2298564" y="1784885"/>
              <a:chExt cx="3094484" cy="3280036"/>
            </a:xfrm>
          </p:grpSpPr>
          <p:grpSp>
            <p:nvGrpSpPr>
              <p:cNvPr name="Group 4" id="4"/>
              <p:cNvGrpSpPr/>
              <p:nvPr/>
            </p:nvGrpSpPr>
            <p:grpSpPr>
              <a:xfrm rot="5400000">
                <a:off x="2287916" y="1971364"/>
                <a:ext cx="3280036" cy="2907078"/>
                <a:chOff x="3385822" y="2342962"/>
                <a:chExt cx="2463822" cy="2183669"/>
              </a:xfrm>
            </p:grpSpPr>
            <p:sp>
              <p:nvSpPr>
                <p:cNvPr name="Freeform 5" id="5"/>
                <p:cNvSpPr/>
                <p:nvPr/>
              </p:nvSpPr>
              <p:spPr>
                <a:xfrm rot="10800000">
                  <a:off x="3385822" y="2342962"/>
                  <a:ext cx="2463822" cy="218366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/>
                </a:gradFill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" id="6"/>
                <p:cNvSpPr/>
                <p:nvPr/>
              </p:nvSpPr>
              <p:spPr>
                <a:xfrm rot="10800000">
                  <a:off x="3589408" y="2523401"/>
                  <a:ext cx="2056648" cy="18227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rgbClr val="C00000"/>
                </a:solidFill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</p:grpSp>
          <p:sp>
            <p:nvSpPr>
              <p:cNvPr name="TextBox 7" id="7"/>
              <p:cNvSpPr txBox="true"/>
              <p:nvPr/>
            </p:nvSpPr>
            <p:spPr>
              <a:xfrm>
                <a:off x="2298564" y="2445999"/>
                <a:ext cx="3094484" cy="1999353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en-US" b="false" i="false" sz="2400" baseline="0" u="none">
                    <a:solidFill>
                      <a:srgbClr val="C00000"/>
                    </a:solidFill>
                    <a:latin typeface="Microsoft YaHei"/>
                    <a:ea typeface="Microsoft YaHei"/>
                  </a:rPr>
                  <a:t>01</a:t>
                </a:r>
                <a:endParaRPr lang="en-US" sz="1100"/>
              </a:p>
            </p:txBody>
          </p:sp>
        </p:grpSp>
        <p:cxnSp>
          <p:nvCxnSpPr>
            <p:cNvPr name="Connector 8" id="8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9" id="9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C00000"/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10" id="10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預測性分析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5652550" y="1539029"/>
            <a:ext cx="5912678" cy="2427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algn="ctr" blurRad="1270000" rotWithShape="false" sx="81000" sy="81000">
              <a:srgbClr val="000000">
                <a:alpha val="26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 flipH="true">
            <a:off x="480359" y="1966542"/>
            <a:ext cx="4996516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利用歷史數據來預測未來的成本走勢和異常情況，實現主動管理。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80359" y="1679751"/>
            <a:ext cx="499651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預測未來成本走勢</a:t>
            </a:r>
            <a:endParaRPr lang="en-US" sz="1100"/>
          </a:p>
        </p:txBody>
      </p:sp>
      <p:grpSp>
        <p:nvGrpSpPr>
          <p:cNvPr name="Group 14" id="14"/>
          <p:cNvGrpSpPr/>
          <p:nvPr/>
        </p:nvGrpSpPr>
        <p:grpSpPr>
          <a:xfrm>
            <a:off x="7652317" y="4181811"/>
            <a:ext cx="805987" cy="820955"/>
            <a:chOff x="304800" y="673100"/>
            <a:chExt cx="4000500" cy="4000500"/>
          </a:xfrm>
        </p:grpSpPr>
        <p:sp>
          <p:nvSpPr>
            <p:cNvPr name="AutoShape 15" id="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392113" y="760411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4066879" y="4541510"/>
            <a:ext cx="805987" cy="820955"/>
            <a:chOff x="304800" y="673100"/>
            <a:chExt cx="4000500" cy="4000500"/>
          </a:xfrm>
        </p:grpSpPr>
        <p:sp>
          <p:nvSpPr>
            <p:cNvPr name="AutoShape 18" id="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19" id="19"/>
            <p:cNvSpPr/>
            <p:nvPr/>
          </p:nvSpPr>
          <p:spPr>
            <a:xfrm>
              <a:off x="392113" y="760411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7852622" y="4329685"/>
            <a:ext cx="877109" cy="52520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en-US" b="false" i="false" sz="2813" baseline="0" u="none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name="AutoShape 21" id="21"/>
          <p:cNvSpPr/>
          <p:nvPr/>
        </p:nvSpPr>
        <p:spPr>
          <a:xfrm>
            <a:off x="4257852" y="4715140"/>
            <a:ext cx="1095032" cy="52520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en-US" b="false" i="false" sz="2813" baseline="0" u="none">
                <a:solidFill>
                  <a:srgbClr val="C00000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name="AutoShape 22" id="22"/>
          <p:cNvSpPr/>
          <p:nvPr/>
        </p:nvSpPr>
        <p:spPr>
          <a:xfrm flipH="true">
            <a:off x="5864948" y="1965290"/>
            <a:ext cx="5476873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利用回歸分析和時間序列預測模型，提前發現可能造成的成本超支問題。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5876925" y="1685019"/>
            <a:ext cx="54768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回歸分析和時間序列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34473" dur="indefinite" repeatCount="1000" spd="100%" accel="0%" decel="0%" restart="never" nodeType="tmRoot">
          <p:childTnLst>
            <p:seq concurrent="true" nextAc="seek">
              <p:cTn id="34474" dur="indefinite" repeatCount="1000" spd="100%" accel="0%" decel="0%" nodeType="mainSeq">
                <p:childTnLst>
                  <p:par>
                    <p:cTn id="34475" repeatCount="1000" spd="100%" accel="0%" decel="0%" fill="hold">
                      <p:stCondLst>
                        <p:cond delay="indefinite"/>
                        <p:cond evt="onBegin" delay="0">
                          <p:tn val="34474"/>
                        </p:cond>
                      </p:stCondLst>
                      <p:childTnLst>
                        <p:par>
                          <p:cTn id="3447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477" presetID="37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479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80" dur="900" repeatCount="1000" spd="100%" accel="0%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81" dur="100" repeatCount="1000" spd="100%" accel="100000" decel="0%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0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34478" dur="1000" repeatCount="1000" spd="100%" accel="0%" decel="0%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8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8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48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8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8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487" presetID="1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488" dur="5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89" dur="5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90" dur="5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91" dur="5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4492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9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494" presetID="12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496" dur="500" repeatCount="1000" spd="100%" accel="0%" decel="0%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>
                                        <p:cTn id="34495" dur="5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9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9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49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0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0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502" presetID="41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4504" dur="1000" repeatCount="1000" spd="100%" accel="0%" decel="0%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05" dur="1000" repeatCount="1000" spd="100%" accel="0%" decel="0%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06" dur="1000" repeatCount="1000" spd="100%" accel="0%" decel="0%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07" dur="1000" repeatCount="1000" spd="100%" accel="0%" decel="0%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34503" dur="1000" repeatCount="1000" spd="100%" accel="0%" decel="0%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08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0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510" presetID="2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512" dur="1000" repeatCount="1000" spd="100%" accel="0%" decel="0%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13" dur="1000" repeatCount="1000" spd="100%" accel="0%" decel="0%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 prLst="gradientSize: 0.1">
                                      <p:cBhvr>
                                        <p:cTn id="34511" dur="1000" repeatCount="1000" spd="100%" accel="0%" decel="0%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1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23"/>
    </p:bldLst>
  </p:timing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自然語言處理 (NLP)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096063" y="1102009"/>
            <a:ext cx="4680000" cy="5400000"/>
          </a:xfrm>
          <a:prstGeom prst="roundRect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  <a:effectLst>
            <a:outerShdw algn="ctr" blurRad="330200" rotWithShape="false" sx="107000" sy="107000">
              <a:srgbClr val="000000">
                <a:alpha val="9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0" id="10"/>
          <p:cNvGrpSpPr/>
          <p:nvPr/>
        </p:nvGrpSpPr>
        <p:grpSpPr>
          <a:xfrm>
            <a:off x="1724136" y="1180634"/>
            <a:ext cx="3257550" cy="1410238"/>
            <a:chOff x="4211246" y="2858555"/>
            <a:chExt cx="3916003" cy="3823790"/>
          </a:xfrm>
        </p:grpSpPr>
        <p:sp>
          <p:nvSpPr>
            <p:cNvPr name="AutoShape 11" id="11"/>
            <p:cNvSpPr/>
            <p:nvPr/>
          </p:nvSpPr>
          <p:spPr>
            <a:xfrm>
              <a:off x="4352023" y="2858555"/>
              <a:ext cx="3453840" cy="38237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FFFF"/>
                </a:gs>
                <a:gs pos="100000">
                  <a:srgbClr val="FFFFFF">
                    <a:lumMod val="7500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2" id="12"/>
            <p:cNvSpPr/>
            <p:nvPr/>
          </p:nvSpPr>
          <p:spPr>
            <a:xfrm>
              <a:off x="4211246" y="3865113"/>
              <a:ext cx="3916003" cy="2384818"/>
            </a:xfrm>
            <a:prstGeom prst="roundRect">
              <a:avLst>
                <a:gd name="adj" fmla="val 48348"/>
              </a:avLst>
            </a:prstGeom>
            <a:solidFill>
              <a:srgbClr val="C00000"/>
            </a:solidFill>
            <a:ln w="31750" cap="flat" cmpd="sng">
              <a:gradFill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/>
              </a:gra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  <a:r>
                <a:rPr lang="zh-CN" b="true" i="false" sz="1600" baseline="0" u="none" altLang="en-US">
                  <a:solidFill>
                    <a:srgbClr val="FFFFFF"/>
                  </a:solidFill>
                  <a:latin typeface="Microsoft YaHei"/>
                  <a:ea typeface="Microsoft YaHei"/>
                </a:rPr>
                <a:t>處理非結構化數據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658916" y="1157241"/>
            <a:ext cx="4680000" cy="5400000"/>
          </a:xfrm>
          <a:prstGeom prst="roundRect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  <a:effectLst>
            <a:outerShdw algn="ctr" blurRad="330200" rotWithShape="false" sx="107000" sy="107000">
              <a:srgbClr val="000000">
                <a:alpha val="9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4" id="14"/>
          <p:cNvGrpSpPr/>
          <p:nvPr/>
        </p:nvGrpSpPr>
        <p:grpSpPr>
          <a:xfrm>
            <a:off x="7334251" y="1225157"/>
            <a:ext cx="3324224" cy="1410238"/>
            <a:chOff x="4154673" y="2858555"/>
            <a:chExt cx="3996154" cy="3823790"/>
          </a:xfrm>
        </p:grpSpPr>
        <p:sp>
          <p:nvSpPr>
            <p:cNvPr name="AutoShape 15" id="15"/>
            <p:cNvSpPr/>
            <p:nvPr/>
          </p:nvSpPr>
          <p:spPr>
            <a:xfrm>
              <a:off x="4352023" y="2858555"/>
              <a:ext cx="3453840" cy="38237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FFFF"/>
                </a:gs>
                <a:gs pos="100000">
                  <a:srgbClr val="FFFFFF">
                    <a:lumMod val="7500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6" id="16"/>
            <p:cNvSpPr/>
            <p:nvPr/>
          </p:nvSpPr>
          <p:spPr>
            <a:xfrm>
              <a:off x="4154673" y="3865113"/>
              <a:ext cx="3996154" cy="2384818"/>
            </a:xfrm>
            <a:prstGeom prst="roundRect">
              <a:avLst>
                <a:gd name="adj" fmla="val 48348"/>
              </a:avLst>
            </a:prstGeom>
            <a:solidFill>
              <a:schemeClr val="accent4"/>
            </a:solidFill>
            <a:ln w="31750" cap="flat" cmpd="sng">
              <a:gradFill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/>
              </a:gra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  <a:r>
                <a:rPr lang="zh-CN" b="true" i="false" sz="1600" baseline="0" u="none" altLang="en-US">
                  <a:solidFill>
                    <a:srgbClr val="FFFFFF"/>
                  </a:solidFill>
                  <a:latin typeface="Microsoft YaHei"/>
                  <a:ea typeface="Microsoft YaHei"/>
                </a:rPr>
                <a:t>提取價值信息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96063" y="2677274"/>
            <a:ext cx="4679999" cy="1346907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LLM在成本RCA中的應用使得AI系統具備理解和處理自然語言的能力。</a:t>
            </a:r>
          </a:p>
        </p:txBody>
      </p:sp>
      <p:sp>
        <p:nvSpPr>
          <p:cNvPr name="AutoShape 18" id="18"/>
          <p:cNvSpPr/>
          <p:nvPr/>
        </p:nvSpPr>
        <p:spPr>
          <a:xfrm>
            <a:off x="6658915" y="2676692"/>
            <a:ext cx="4680000" cy="1346907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從多樣化的非結構化數據源中提取價值豐富的信息，提供優化建議。</a:t>
            </a:r>
          </a:p>
        </p:txBody>
      </p:sp>
    </p:spTree>
  </p:cSld>
  <p:clrMapOvr>
    <a:masterClrMapping/>
  </p:clrMapOvr>
  <p:transition spd="slow">
    <p:comb dir="horz"/>
  </p:transition>
  <p:timing>
    <p:tnLst>
      <p:par>
        <p:cTn id="36076" dur="indefinite" repeatCount="1000" spd="100%" accel="0%" decel="0%" restart="never" nodeType="tmRoot">
          <p:childTnLst>
            <p:seq concurrent="true" nextAc="seek">
              <p:cTn id="36077" dur="indefinite" repeatCount="1000" spd="100%" accel="0%" decel="0%" nodeType="mainSeq">
                <p:childTnLst>
                  <p:par>
                    <p:cTn id="36078" repeatCount="1000" spd="100%" accel="0%" decel="0%" fill="hold">
                      <p:stCondLst>
                        <p:cond delay="indefinite"/>
                        <p:cond evt="onBegin" delay="0">
                          <p:tn val="36077"/>
                        </p:cond>
                      </p:stCondLst>
                      <p:childTnLst>
                        <p:par>
                          <p:cTn id="3607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080" presetID="21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8)" transition="in">
                                      <p:cBhvr>
                                        <p:cTn id="36081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8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8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084" presetID="21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1)" transition="in">
                                      <p:cBhvr>
                                        <p:cTn id="36085" dur="10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8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8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088" presetID="8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amond(out)" transition="in">
                                      <p:cBhvr>
                                        <p:cTn id="36089" dur="1000" repeatCount="1000" spd="100%" accel="0%" decel="0%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9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9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092" presetID="2" presetClass="entr" presetSubtype="9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093" dur="1000" repeatCount="1000" spd="100%" accel="0%" decel="0%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94" dur="1000" repeatCount="1000" spd="100%" accel="0%" decel="0%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09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097" presetID="47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099" dur="1000" repeatCount="1000" spd="100%" accel="0%" decel="0%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00" dur="1000" repeatCount="1000" spd="100%" accel="0%" decel="0%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36098" dur="1000" repeatCount="1000" spd="100%" accel="0%" decel="0%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0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05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LLM與智能代理實現精密成本分析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slow">
    <p:wipe dir="l"/>
  </p:transition>
  <p:timing>
    <p:tnLst>
      <p:par>
        <p:cTn id="38403" dur="indefinite" repeatCount="1000" spd="100%" accel="0%" decel="0%" restart="never" nodeType="tmRoot">
          <p:childTnLst>
            <p:seq concurrent="true" nextAc="seek">
              <p:cTn id="38404" dur="indefinite" repeatCount="1000" spd="100%" accel="0%" decel="0%" nodeType="mainSeq">
                <p:childTnLst>
                  <p:par>
                    <p:cTn id="38405" repeatCount="1000" spd="100%" accel="0%" decel="0%" fill="hold">
                      <p:stCondLst>
                        <p:cond delay="indefinite"/>
                        <p:cond evt="onBegin" delay="0">
                          <p:tn val="38404"/>
                        </p:cond>
                      </p:stCondLst>
                      <p:childTnLst>
                        <p:par>
                          <p:cTn id="3840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8407" presetID="1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408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09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10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11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8412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1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8414" presetID="21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4)" transition="in">
                                      <p:cBhvr>
                                        <p:cTn id="38415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1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微調大型語言模型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754483" y="1039441"/>
            <a:ext cx="4643437" cy="5393222"/>
          </a:xfrm>
          <a:prstGeom prst="roundRect">
            <a:avLst>
              <a:gd name="adj" fmla="val 7806"/>
            </a:avLst>
          </a:prstGeom>
          <a:solidFill>
            <a:srgbClr val="FFFFFF"/>
          </a:solidFill>
          <a:ln w="6350" cap="flat" cmpd="sng">
            <a:solidFill>
              <a:srgbClr val="FFFFFF">
                <a:lumMod val="95000"/>
              </a:srgb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ctr" marL="0"/>
          </a:p>
        </p:txBody>
      </p:sp>
      <p:sp>
        <p:nvSpPr>
          <p:cNvPr name="AutoShape 10" id="10"/>
          <p:cNvSpPr/>
          <p:nvPr/>
        </p:nvSpPr>
        <p:spPr>
          <a:xfrm>
            <a:off x="780636" y="1039441"/>
            <a:ext cx="4643437" cy="5393222"/>
          </a:xfrm>
          <a:prstGeom prst="roundRect">
            <a:avLst>
              <a:gd name="adj" fmla="val 7806"/>
            </a:avLst>
          </a:prstGeom>
          <a:solidFill>
            <a:srgbClr val="FFFFFF"/>
          </a:solidFill>
          <a:ln w="6350" cap="flat" cmpd="sng">
            <a:solidFill>
              <a:srgbClr val="FFFFFF">
                <a:lumMod val="95000"/>
              </a:srgb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ctr" marL="0"/>
          </a:p>
        </p:txBody>
      </p:sp>
      <p:grpSp>
        <p:nvGrpSpPr>
          <p:cNvPr name="Group 11" id="11"/>
          <p:cNvGrpSpPr/>
          <p:nvPr/>
        </p:nvGrpSpPr>
        <p:grpSpPr>
          <a:xfrm>
            <a:off x="3771099" y="1452340"/>
            <a:ext cx="2245861" cy="2245855"/>
            <a:chOff x="3777155" y="2152455"/>
            <a:chExt cx="2245861" cy="2245855"/>
          </a:xfrm>
        </p:grpSpPr>
        <p:grpSp>
          <p:nvGrpSpPr>
            <p:cNvPr name="Group 12" id="12"/>
            <p:cNvGrpSpPr/>
            <p:nvPr/>
          </p:nvGrpSpPr>
          <p:grpSpPr>
            <a:xfrm>
              <a:off x="3777155" y="2152455"/>
              <a:ext cx="2245861" cy="2245855"/>
              <a:chOff x="304800" y="673100"/>
              <a:chExt cx="4000500" cy="4000500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rgbClr val="FFFFFF"/>
                  </a:gs>
                  <a:gs pos="55000">
                    <a:srgbClr val="FFFFFF">
                      <a:lumMod val="95000"/>
                    </a:srgbClr>
                  </a:gs>
                  <a:gs pos="100000">
                    <a:srgbClr val="FFFFFF">
                      <a:lumMod val="65000"/>
                    </a:srgbClr>
                  </a:gs>
                </a:gsLst>
                <a:lin ang="81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4" id="14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100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89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>
              <a:off x="4311593" y="2853196"/>
              <a:ext cx="1042566" cy="845324"/>
            </a:xfrm>
            <a:custGeom>
              <a:avLst/>
              <a:gdLst/>
              <a:ahLst/>
              <a:cxnLst/>
              <a:rect r="r" b="b" t="t" l="l"/>
              <a:pathLst>
                <a:path w="141" h="114" stroke="true" fill="norm" extrusionOk="true">
                  <a:moveTo>
                    <a:pt x="56" y="60"/>
                  </a:moveTo>
                  <a:cubicBezTo>
                    <a:pt x="18" y="104"/>
                    <a:pt x="18" y="104"/>
                    <a:pt x="18" y="104"/>
                  </a:cubicBezTo>
                  <a:cubicBezTo>
                    <a:pt x="16" y="106"/>
                    <a:pt x="13" y="107"/>
                    <a:pt x="11" y="107"/>
                  </a:cubicBezTo>
                  <a:cubicBezTo>
                    <a:pt x="8" y="107"/>
                    <a:pt x="6" y="106"/>
                    <a:pt x="4" y="105"/>
                  </a:cubicBezTo>
                  <a:cubicBezTo>
                    <a:pt x="0" y="101"/>
                    <a:pt x="0" y="95"/>
                    <a:pt x="3" y="9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1" y="36"/>
                    <a:pt x="54" y="35"/>
                    <a:pt x="57" y="35"/>
                  </a:cubicBezTo>
                  <a:cubicBezTo>
                    <a:pt x="60" y="35"/>
                    <a:pt x="62" y="36"/>
                    <a:pt x="64" y="39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41" y="58"/>
                    <a:pt x="141" y="58"/>
                    <a:pt x="141" y="5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3" y="78"/>
                    <a:pt x="81" y="80"/>
                    <a:pt x="78" y="80"/>
                  </a:cubicBezTo>
                  <a:cubicBezTo>
                    <a:pt x="75" y="80"/>
                    <a:pt x="72" y="78"/>
                    <a:pt x="70" y="76"/>
                  </a:cubicBezTo>
                  <a:lnTo>
                    <a:pt x="56" y="60"/>
                  </a:lnTo>
                  <a:close/>
                  <a:moveTo>
                    <a:pt x="26" y="114"/>
                  </a:moveTo>
                  <a:cubicBezTo>
                    <a:pt x="57" y="114"/>
                    <a:pt x="57" y="114"/>
                    <a:pt x="57" y="114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26" y="112"/>
                    <a:pt x="26" y="112"/>
                    <a:pt x="26" y="112"/>
                  </a:cubicBezTo>
                  <a:lnTo>
                    <a:pt x="26" y="114"/>
                  </a:lnTo>
                  <a:close/>
                  <a:moveTo>
                    <a:pt x="89" y="89"/>
                  </a:moveTo>
                  <a:cubicBezTo>
                    <a:pt x="83" y="94"/>
                    <a:pt x="80" y="94"/>
                    <a:pt x="80" y="94"/>
                  </a:cubicBezTo>
                  <a:cubicBezTo>
                    <a:pt x="76" y="94"/>
                    <a:pt x="69" y="90"/>
                    <a:pt x="65" y="87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101" y="114"/>
                    <a:pt x="101" y="114"/>
                    <a:pt x="101" y="114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97" y="80"/>
                    <a:pt x="93" y="85"/>
                    <a:pt x="89" y="89"/>
                  </a:cubicBezTo>
                  <a:close/>
                  <a:moveTo>
                    <a:pt x="117" y="55"/>
                  </a:moveTo>
                  <a:cubicBezTo>
                    <a:pt x="110" y="65"/>
                    <a:pt x="110" y="65"/>
                    <a:pt x="110" y="65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40" y="114"/>
                    <a:pt x="140" y="114"/>
                    <a:pt x="140" y="114"/>
                  </a:cubicBezTo>
                  <a:cubicBezTo>
                    <a:pt x="140" y="73"/>
                    <a:pt x="140" y="73"/>
                    <a:pt x="140" y="73"/>
                  </a:cubicBezTo>
                  <a:cubicBezTo>
                    <a:pt x="134" y="68"/>
                    <a:pt x="117" y="55"/>
                    <a:pt x="117" y="55"/>
                  </a:cubicBez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6171144" y="1452340"/>
            <a:ext cx="2245861" cy="2245855"/>
            <a:chOff x="6112805" y="2152455"/>
            <a:chExt cx="2245861" cy="2245855"/>
          </a:xfrm>
        </p:grpSpPr>
        <p:grpSp>
          <p:nvGrpSpPr>
            <p:cNvPr name="Group 17" id="17"/>
            <p:cNvGrpSpPr/>
            <p:nvPr/>
          </p:nvGrpSpPr>
          <p:grpSpPr>
            <a:xfrm>
              <a:off x="6112805" y="2152455"/>
              <a:ext cx="2245861" cy="2245855"/>
              <a:chOff x="304800" y="673100"/>
              <a:chExt cx="4000500" cy="4000500"/>
            </a:xfrm>
          </p:grpSpPr>
          <p:sp>
            <p:nvSpPr>
              <p:cNvPr name="AutoShape 18" id="1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rgbClr val="FFFFFF"/>
                  </a:gs>
                  <a:gs pos="55000">
                    <a:srgbClr val="FFFFFF">
                      <a:lumMod val="95000"/>
                    </a:srgbClr>
                  </a:gs>
                  <a:gs pos="100000">
                    <a:srgbClr val="FFFFFF">
                      <a:lumMod val="65000"/>
                    </a:srgbClr>
                  </a:gs>
                </a:gsLst>
                <a:lin ang="81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9" id="19"/>
              <p:cNvSpPr/>
              <p:nvPr/>
            </p:nvSpPr>
            <p:spPr>
              <a:xfrm>
                <a:off x="392113" y="760411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100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8900000"/>
              </a:gra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marL="0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>
              <a:off x="6696144" y="2899147"/>
              <a:ext cx="1001999" cy="810761"/>
            </a:xfrm>
            <a:custGeom>
              <a:avLst/>
              <a:gdLst/>
              <a:ahLst/>
              <a:cxnLst/>
              <a:rect r="r" b="b" t="t" l="l"/>
              <a:pathLst>
                <a:path w="3280" h="2664" stroke="true" fill="norm" extrusionOk="true">
                  <a:moveTo>
                    <a:pt x="819" y="966"/>
                  </a:moveTo>
                  <a:cubicBezTo>
                    <a:pt x="819" y="367"/>
                    <a:pt x="819" y="367"/>
                    <a:pt x="819" y="367"/>
                  </a:cubicBezTo>
                  <a:cubicBezTo>
                    <a:pt x="1346" y="812"/>
                    <a:pt x="1346" y="812"/>
                    <a:pt x="1346" y="812"/>
                  </a:cubicBezTo>
                  <a:cubicBezTo>
                    <a:pt x="1920" y="141"/>
                    <a:pt x="1920" y="141"/>
                    <a:pt x="1920" y="141"/>
                  </a:cubicBezTo>
                  <a:cubicBezTo>
                    <a:pt x="1923" y="131"/>
                    <a:pt x="1923" y="131"/>
                    <a:pt x="1923" y="131"/>
                  </a:cubicBezTo>
                  <a:cubicBezTo>
                    <a:pt x="1926" y="134"/>
                    <a:pt x="1926" y="134"/>
                    <a:pt x="1926" y="134"/>
                  </a:cubicBezTo>
                  <a:cubicBezTo>
                    <a:pt x="1930" y="131"/>
                    <a:pt x="1930" y="131"/>
                    <a:pt x="1930" y="131"/>
                  </a:cubicBezTo>
                  <a:cubicBezTo>
                    <a:pt x="1959" y="167"/>
                    <a:pt x="1959" y="167"/>
                    <a:pt x="1959" y="167"/>
                  </a:cubicBezTo>
                  <a:cubicBezTo>
                    <a:pt x="2945" y="1153"/>
                    <a:pt x="2945" y="1153"/>
                    <a:pt x="2945" y="1153"/>
                  </a:cubicBezTo>
                  <a:cubicBezTo>
                    <a:pt x="3270" y="832"/>
                    <a:pt x="3270" y="832"/>
                    <a:pt x="3270" y="832"/>
                  </a:cubicBezTo>
                  <a:cubicBezTo>
                    <a:pt x="3270" y="1845"/>
                    <a:pt x="3270" y="1845"/>
                    <a:pt x="3270" y="1845"/>
                  </a:cubicBezTo>
                  <a:cubicBezTo>
                    <a:pt x="2254" y="1835"/>
                    <a:pt x="2254" y="1835"/>
                    <a:pt x="2254" y="1835"/>
                  </a:cubicBezTo>
                  <a:cubicBezTo>
                    <a:pt x="2611" y="1484"/>
                    <a:pt x="2611" y="1484"/>
                    <a:pt x="2611" y="1484"/>
                  </a:cubicBezTo>
                  <a:cubicBezTo>
                    <a:pt x="1966" y="835"/>
                    <a:pt x="1966" y="835"/>
                    <a:pt x="1966" y="835"/>
                  </a:cubicBezTo>
                  <a:cubicBezTo>
                    <a:pt x="1435" y="1458"/>
                    <a:pt x="1435" y="1458"/>
                    <a:pt x="1435" y="1458"/>
                  </a:cubicBezTo>
                  <a:cubicBezTo>
                    <a:pt x="1412" y="1487"/>
                    <a:pt x="1412" y="1487"/>
                    <a:pt x="1412" y="1487"/>
                  </a:cubicBezTo>
                  <a:cubicBezTo>
                    <a:pt x="1412" y="1484"/>
                    <a:pt x="1412" y="1484"/>
                    <a:pt x="1412" y="1484"/>
                  </a:cubicBezTo>
                  <a:lnTo>
                    <a:pt x="819" y="966"/>
                  </a:lnTo>
                  <a:close/>
                  <a:moveTo>
                    <a:pt x="2972" y="2048"/>
                  </a:moveTo>
                  <a:cubicBezTo>
                    <a:pt x="3013" y="2048"/>
                    <a:pt x="3053" y="2056"/>
                    <a:pt x="3091" y="2072"/>
                  </a:cubicBezTo>
                  <a:cubicBezTo>
                    <a:pt x="3129" y="2089"/>
                    <a:pt x="3162" y="2111"/>
                    <a:pt x="3189" y="2138"/>
                  </a:cubicBezTo>
                  <a:cubicBezTo>
                    <a:pt x="3217" y="2165"/>
                    <a:pt x="3239" y="2198"/>
                    <a:pt x="3255" y="2236"/>
                  </a:cubicBezTo>
                  <a:cubicBezTo>
                    <a:pt x="3271" y="2274"/>
                    <a:pt x="3280" y="2314"/>
                    <a:pt x="3280" y="2356"/>
                  </a:cubicBezTo>
                  <a:cubicBezTo>
                    <a:pt x="3280" y="2400"/>
                    <a:pt x="3271" y="2440"/>
                    <a:pt x="3255" y="2477"/>
                  </a:cubicBezTo>
                  <a:cubicBezTo>
                    <a:pt x="3239" y="2514"/>
                    <a:pt x="3217" y="2546"/>
                    <a:pt x="3189" y="2574"/>
                  </a:cubicBezTo>
                  <a:cubicBezTo>
                    <a:pt x="3162" y="2601"/>
                    <a:pt x="3129" y="2623"/>
                    <a:pt x="3091" y="2639"/>
                  </a:cubicBezTo>
                  <a:cubicBezTo>
                    <a:pt x="3053" y="2656"/>
                    <a:pt x="3013" y="2664"/>
                    <a:pt x="2972" y="2664"/>
                  </a:cubicBezTo>
                  <a:cubicBezTo>
                    <a:pt x="308" y="2664"/>
                    <a:pt x="308" y="2664"/>
                    <a:pt x="308" y="2664"/>
                  </a:cubicBezTo>
                  <a:cubicBezTo>
                    <a:pt x="264" y="2664"/>
                    <a:pt x="223" y="2656"/>
                    <a:pt x="186" y="2639"/>
                  </a:cubicBezTo>
                  <a:cubicBezTo>
                    <a:pt x="149" y="2623"/>
                    <a:pt x="117" y="2601"/>
                    <a:pt x="90" y="2574"/>
                  </a:cubicBezTo>
                  <a:cubicBezTo>
                    <a:pt x="62" y="2546"/>
                    <a:pt x="40" y="2514"/>
                    <a:pt x="24" y="2477"/>
                  </a:cubicBezTo>
                  <a:cubicBezTo>
                    <a:pt x="8" y="2440"/>
                    <a:pt x="0" y="2400"/>
                    <a:pt x="0" y="23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263"/>
                    <a:pt x="8" y="224"/>
                    <a:pt x="24" y="187"/>
                  </a:cubicBezTo>
                  <a:cubicBezTo>
                    <a:pt x="40" y="149"/>
                    <a:pt x="62" y="117"/>
                    <a:pt x="90" y="90"/>
                  </a:cubicBezTo>
                  <a:cubicBezTo>
                    <a:pt x="117" y="63"/>
                    <a:pt x="149" y="41"/>
                    <a:pt x="186" y="24"/>
                  </a:cubicBezTo>
                  <a:cubicBezTo>
                    <a:pt x="223" y="8"/>
                    <a:pt x="264" y="0"/>
                    <a:pt x="308" y="0"/>
                  </a:cubicBezTo>
                  <a:cubicBezTo>
                    <a:pt x="349" y="0"/>
                    <a:pt x="388" y="7"/>
                    <a:pt x="426" y="23"/>
                  </a:cubicBezTo>
                  <a:cubicBezTo>
                    <a:pt x="463" y="38"/>
                    <a:pt x="495" y="59"/>
                    <a:pt x="522" y="87"/>
                  </a:cubicBezTo>
                  <a:cubicBezTo>
                    <a:pt x="549" y="114"/>
                    <a:pt x="572" y="146"/>
                    <a:pt x="589" y="182"/>
                  </a:cubicBezTo>
                  <a:cubicBezTo>
                    <a:pt x="607" y="218"/>
                    <a:pt x="616" y="256"/>
                    <a:pt x="616" y="298"/>
                  </a:cubicBezTo>
                  <a:cubicBezTo>
                    <a:pt x="616" y="2048"/>
                    <a:pt x="616" y="2048"/>
                    <a:pt x="616" y="2048"/>
                  </a:cubicBezTo>
                  <a:lnTo>
                    <a:pt x="2972" y="2048"/>
                  </a:lnTo>
                  <a:close/>
                  <a:moveTo>
                    <a:pt x="2972" y="2048"/>
                  </a:moveTo>
                  <a:cubicBezTo>
                    <a:pt x="2972" y="2048"/>
                    <a:pt x="2972" y="2048"/>
                    <a:pt x="2972" y="2048"/>
                  </a:cubicBezTo>
                </a:path>
              </a:pathLst>
            </a:custGeom>
            <a:solidFill>
              <a:srgbClr val="C00000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2687990" y="1954186"/>
            <a:ext cx="745548" cy="2303715"/>
            <a:chOff x="1002934" y="1856680"/>
            <a:chExt cx="1233036" cy="4708121"/>
          </a:xfrm>
        </p:grpSpPr>
        <p:sp>
          <p:nvSpPr>
            <p:cNvPr name="Freeform 22" id="22"/>
            <p:cNvSpPr/>
            <p:nvPr/>
          </p:nvSpPr>
          <p:spPr>
            <a:xfrm>
              <a:off x="1004727" y="1856680"/>
              <a:ext cx="490168" cy="4706328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1004726" y="1856680"/>
              <a:ext cx="490168" cy="4706329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6" id="26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7" id="27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" id="35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" id="38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" id="39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" id="40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" id="41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" id="42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" id="43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" id="44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" id="45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" id="46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" id="47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" id="48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" id="49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" id="50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" id="51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" id="52"/>
            <p:cNvSpPr/>
            <p:nvPr/>
          </p:nvSpPr>
          <p:spPr>
            <a:xfrm>
              <a:off x="1002934" y="22249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" id="53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" id="54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" id="55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" id="56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" id="57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" id="58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" id="59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" id="60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" id="61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" id="62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" id="63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" id="64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" id="65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" id="66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" id="67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" id="68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" id="69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0" id="70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1" id="71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2" id="72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3" id="73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4" id="74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5" id="75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6" id="76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7" id="77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8" id="78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9" id="79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0" id="80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1" id="81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2" id="82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3" id="83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4" id="84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5" id="85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6" id="86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7" id="87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8" id="88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9" id="89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0" id="90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1" id="91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2" id="92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3" id="93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4" id="94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5" id="95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6" id="96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7" id="97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8" id="98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99" id="99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0" id="100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1" id="101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2" id="102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3" id="103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4" id="104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5" id="105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6" id="106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7" id="107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8" id="108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09" id="109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0" id="110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1" id="111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2" id="112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3" id="113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4" id="114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5" id="115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6" id="116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7" id="117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8" id="118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9" id="119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0" id="120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1" id="121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2" id="122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3" id="123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4" id="124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5" id="125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6" id="126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7" id="127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8" id="128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29" id="129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0" id="130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1" id="131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2" id="132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3" id="133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4" id="134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5" id="135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6" id="136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7" id="137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8" id="138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39" id="139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0" id="140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1" id="141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2" id="142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3" id="143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4" id="144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5" id="145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6" id="146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7" id="147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8" id="148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9" id="149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0" id="150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1" id="151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2" id="152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3" id="153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4" id="154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5" id="155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6" id="156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7" id="157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8" id="158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59" id="159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0" id="160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1" id="161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2" id="162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163" id="163"/>
            <p:cNvSpPr/>
            <p:nvPr/>
          </p:nvSpPr>
          <p:spPr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4" id="164"/>
            <p:cNvSpPr/>
            <p:nvPr/>
          </p:nvSpPr>
          <p:spPr>
            <a:xfrm>
              <a:off x="1004726" y="6096139"/>
              <a:ext cx="0" cy="2688"/>
            </a:xfrm>
            <a:custGeom>
              <a:avLst/>
              <a:gdLst/>
              <a:ahLst/>
              <a:cxnLst/>
              <a:rect r="r" b="b" t="t" l="l"/>
              <a:pathLst>
                <a:path w="0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5" id="165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6" id="166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7" id="167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8" id="168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69" id="169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0" id="170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1" id="171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2" id="172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3" id="173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4" id="174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5" id="175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6" id="176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7" id="177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8" id="178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79" id="179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0" id="180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1" id="181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2" id="182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3" id="183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4" id="184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5" id="185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6" id="186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7" id="187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8" id="188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89" id="189"/>
            <p:cNvSpPr/>
            <p:nvPr/>
          </p:nvSpPr>
          <p:spPr>
            <a:xfrm>
              <a:off x="1259219" y="5943802"/>
              <a:ext cx="232987" cy="241948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0" id="190"/>
            <p:cNvSpPr/>
            <p:nvPr/>
          </p:nvSpPr>
          <p:spPr>
            <a:xfrm>
              <a:off x="1259219" y="5943802"/>
              <a:ext cx="232987" cy="241947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1" id="191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2" id="192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3" id="193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4" id="194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5" id="195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6" id="196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7" id="197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8" id="198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99" id="199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0" id="200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1" id="201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2" id="202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3" id="203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4" id="204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5" id="205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6" id="206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7" id="207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08" id="208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209" id="209"/>
            <p:cNvSpPr/>
            <p:nvPr/>
          </p:nvSpPr>
          <p:spPr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0" id="210"/>
            <p:cNvSpPr/>
            <p:nvPr/>
          </p:nvSpPr>
          <p:spPr>
            <a:xfrm>
              <a:off x="1492205" y="6249374"/>
              <a:ext cx="0" cy="1792"/>
            </a:xfrm>
            <a:custGeom>
              <a:avLst/>
              <a:gdLst/>
              <a:ahLst/>
              <a:cxnLst/>
              <a:rect r="r" b="b" t="t" l="l"/>
              <a:pathLst>
                <a:path w="0" h="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1" id="211"/>
            <p:cNvSpPr/>
            <p:nvPr/>
          </p:nvSpPr>
          <p:spPr>
            <a:xfrm>
              <a:off x="1492205" y="1943602"/>
              <a:ext cx="491961" cy="4309355"/>
            </a:xfrm>
            <a:custGeom>
              <a:avLst/>
              <a:gdLst/>
              <a:ahLst/>
              <a:cxnLst/>
              <a:rect r="r" b="b" t="t" l="l"/>
              <a:pathLst>
                <a:path w="549" h="4809" stroke="true" fill="norm" extrusionOk="true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212" id="212"/>
          <p:cNvGrpSpPr/>
          <p:nvPr/>
        </p:nvGrpSpPr>
        <p:grpSpPr>
          <a:xfrm>
            <a:off x="1722820" y="2441533"/>
            <a:ext cx="594380" cy="1817453"/>
            <a:chOff x="2227905" y="2850457"/>
            <a:chExt cx="983025" cy="3714344"/>
          </a:xfrm>
        </p:grpSpPr>
        <p:sp>
          <p:nvSpPr>
            <p:cNvPr name="Freeform 213" id="213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4" id="214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5" id="215"/>
            <p:cNvSpPr/>
            <p:nvPr/>
          </p:nvSpPr>
          <p:spPr>
            <a:xfrm>
              <a:off x="2718969" y="2852249"/>
              <a:ext cx="491961" cy="3712552"/>
            </a:xfrm>
            <a:custGeom>
              <a:avLst/>
              <a:gdLst/>
              <a:ahLst/>
              <a:cxnLst/>
              <a:rect r="r" b="b" t="t" l="l"/>
              <a:pathLst>
                <a:path w="549" h="4143" stroke="true" fill="norm" extrusionOk="true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6" id="216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7" id="217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8" id="218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19" id="219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0" id="220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1" id="221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2" id="222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3" id="223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4" id="224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5" id="225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6" id="226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7" id="227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8" id="228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29" id="229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0" id="230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1" id="231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2" id="232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3" id="233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4" id="234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5" id="235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6" id="236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7" id="237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8" id="238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39" id="239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0" id="240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1" id="241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2" id="242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3" id="243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4" id="244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5" id="245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6" id="246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7" id="247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8" id="248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49" id="249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0" id="250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1" id="251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2" id="252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3" id="253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4" id="254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5" id="255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6" id="256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7" id="257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8" id="258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59" id="259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0" id="260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1" id="261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2" id="262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3" id="263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4" id="264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5" id="265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6" id="266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7" id="267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8" id="268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69" id="269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0" id="270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1" id="271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2" id="272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3" id="273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4" id="274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5" id="275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6" id="276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7" id="277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8" id="278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79" id="279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0" id="280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1" id="281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2" id="282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3" id="283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4" id="284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5" id="285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6" id="286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7" id="287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8" id="288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89" id="289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0" id="290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1" id="291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2" id="292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3" id="293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4" id="294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5" id="295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6" id="296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7" id="297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8" id="298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299" id="299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0" id="300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1" id="301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2" id="302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3" id="303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4" id="304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5" id="305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6" id="306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7" id="307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8" id="308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09" id="309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0" id="310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1" id="311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2" id="312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3" id="313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4" id="314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5" id="315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6" id="316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7" id="317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8" id="318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19" id="319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0" id="320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1" id="321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2" id="322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3" id="323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4" id="324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5" id="325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6" id="326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7" id="327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8" id="328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29" id="329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0" id="330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1" id="331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2" id="332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3" id="333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4" id="334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5" id="335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6" id="336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7" id="337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8" id="338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39" id="339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0" id="340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1" id="341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2" id="342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3" id="343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4" id="344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5" id="345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6" id="346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7" id="347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8" id="348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49" id="349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0" id="350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1" id="351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2" id="352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3" id="353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4" id="354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5" id="355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6" id="356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7" id="357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58" id="358"/>
            <p:cNvSpPr/>
            <p:nvPr/>
          </p:nvSpPr>
          <p:spPr>
            <a:xfrm>
              <a:off x="2717178" y="2939171"/>
              <a:ext cx="491960" cy="3313786"/>
            </a:xfrm>
            <a:custGeom>
              <a:avLst/>
              <a:gdLst/>
              <a:ahLst/>
              <a:cxnLst/>
              <a:rect r="r" b="b" t="t" l="l"/>
              <a:pathLst>
                <a:path w="549" h="3698" stroke="true" fill="norm" extrusionOk="true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359" id="359"/>
          <p:cNvSpPr txBox="true"/>
          <p:nvPr/>
        </p:nvSpPr>
        <p:spPr>
          <a:xfrm>
            <a:off x="940804" y="1165190"/>
            <a:ext cx="352824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Microsoft YaHei"/>
                <a:ea typeface="Microsoft YaHei"/>
              </a:rPr>
              <a:t>理解企業特定模式</a:t>
            </a:r>
            <a:endParaRPr lang="en-US" sz="1100"/>
          </a:p>
        </p:txBody>
      </p:sp>
      <p:sp>
        <p:nvSpPr>
          <p:cNvPr name="AutoShape 360" id="360"/>
          <p:cNvSpPr/>
          <p:nvPr/>
        </p:nvSpPr>
        <p:spPr>
          <a:xfrm>
            <a:off x="780636" y="4337293"/>
            <a:ext cx="4616887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微調預訓練的LLM，使其能夠更好地理解企業特定的雲端成本模式和術語。</a:t>
            </a:r>
          </a:p>
        </p:txBody>
      </p:sp>
      <p:grpSp>
        <p:nvGrpSpPr>
          <p:cNvPr name="Group 361" id="361"/>
          <p:cNvGrpSpPr/>
          <p:nvPr/>
        </p:nvGrpSpPr>
        <p:grpSpPr>
          <a:xfrm>
            <a:off x="9950728" y="1954186"/>
            <a:ext cx="745548" cy="2303715"/>
            <a:chOff x="1002934" y="1856680"/>
            <a:chExt cx="1233036" cy="4708121"/>
          </a:xfrm>
        </p:grpSpPr>
        <p:sp>
          <p:nvSpPr>
            <p:cNvPr name="Freeform 362" id="362"/>
            <p:cNvSpPr/>
            <p:nvPr/>
          </p:nvSpPr>
          <p:spPr>
            <a:xfrm>
              <a:off x="1004727" y="1856680"/>
              <a:ext cx="490168" cy="4706328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3" id="363"/>
            <p:cNvSpPr/>
            <p:nvPr/>
          </p:nvSpPr>
          <p:spPr>
            <a:xfrm>
              <a:off x="1004726" y="1856680"/>
              <a:ext cx="490168" cy="4706329"/>
            </a:xfrm>
            <a:custGeom>
              <a:avLst/>
              <a:gdLst/>
              <a:ahLst/>
              <a:cxnLst/>
              <a:rect r="r" b="b" t="t" l="l"/>
              <a:pathLst>
                <a:path w="547" h="5252" stroke="true" fill="norm" extrusionOk="true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4" id="364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5" id="365"/>
            <p:cNvSpPr/>
            <p:nvPr/>
          </p:nvSpPr>
          <p:spPr>
            <a:xfrm>
              <a:off x="1494894" y="1858472"/>
              <a:ext cx="491064" cy="4706329"/>
            </a:xfrm>
            <a:custGeom>
              <a:avLst/>
              <a:gdLst/>
              <a:ahLst/>
              <a:cxnLst/>
              <a:rect r="r" b="b" t="t" l="l"/>
              <a:pathLst>
                <a:path w="548" h="5252" stroke="true" fill="norm" extrusionOk="true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366" id="366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367" id="367"/>
            <p:cNvSpPr/>
            <p:nvPr/>
          </p:nvSpPr>
          <p:spPr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8" id="368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69" id="369"/>
            <p:cNvSpPr/>
            <p:nvPr/>
          </p:nvSpPr>
          <p:spPr>
            <a:xfrm>
              <a:off x="2229697" y="6096139"/>
              <a:ext cx="6273" cy="4481"/>
            </a:xfrm>
            <a:custGeom>
              <a:avLst/>
              <a:gdLst/>
              <a:ahLst/>
              <a:cxnLst/>
              <a:rect r="r" b="b" t="t" l="l"/>
              <a:pathLst>
                <a:path w="7" h="5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0" id="370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1" id="371"/>
            <p:cNvSpPr/>
            <p:nvPr/>
          </p:nvSpPr>
          <p:spPr>
            <a:xfrm>
              <a:off x="1002934" y="1943602"/>
              <a:ext cx="489272" cy="4307563"/>
            </a:xfrm>
            <a:custGeom>
              <a:avLst/>
              <a:gdLst/>
              <a:ahLst/>
              <a:cxnLst/>
              <a:rect r="r" b="b" t="t" l="l"/>
              <a:pathLst>
                <a:path w="546" h="4807" stroke="true" fill="norm" extrusionOk="true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2" id="372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3" id="373"/>
            <p:cNvSpPr/>
            <p:nvPr/>
          </p:nvSpPr>
          <p:spPr>
            <a:xfrm>
              <a:off x="1002934" y="2081602"/>
              <a:ext cx="54662" cy="54662"/>
            </a:xfrm>
            <a:custGeom>
              <a:avLst/>
              <a:gdLst/>
              <a:ahLst/>
              <a:cxnLst/>
              <a:rect r="r" b="b" t="t" l="l"/>
              <a:pathLst>
                <a:path w="61" h="61" stroke="true" fill="norm" extrusionOk="true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4" id="374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5" id="375"/>
            <p:cNvSpPr/>
            <p:nvPr/>
          </p:nvSpPr>
          <p:spPr>
            <a:xfrm>
              <a:off x="1002934" y="2053823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w="161" h="161" stroke="true" fill="norm" extrusionOk="true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6" id="376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7" id="377"/>
            <p:cNvSpPr/>
            <p:nvPr/>
          </p:nvSpPr>
          <p:spPr>
            <a:xfrm>
              <a:off x="1002934" y="2026043"/>
              <a:ext cx="232987" cy="232987"/>
            </a:xfrm>
            <a:custGeom>
              <a:avLst/>
              <a:gdLst/>
              <a:ahLst/>
              <a:cxnLst/>
              <a:rect r="r" b="b" t="t" l="l"/>
              <a:pathLst>
                <a:path w="260" h="260" stroke="true" fill="norm" extrusionOk="true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8" id="378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79" id="379"/>
            <p:cNvSpPr/>
            <p:nvPr/>
          </p:nvSpPr>
          <p:spPr>
            <a:xfrm>
              <a:off x="1002934" y="1996472"/>
              <a:ext cx="321701" cy="324389"/>
            </a:xfrm>
            <a:custGeom>
              <a:avLst/>
              <a:gdLst/>
              <a:ahLst/>
              <a:cxnLst/>
              <a:rect r="r" b="b" t="t" l="l"/>
              <a:pathLst>
                <a:path w="359" h="362" stroke="true" fill="norm" extrusionOk="true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0" id="380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1" id="381"/>
            <p:cNvSpPr/>
            <p:nvPr/>
          </p:nvSpPr>
          <p:spPr>
            <a:xfrm>
              <a:off x="1002934" y="1968693"/>
              <a:ext cx="411311" cy="411311"/>
            </a:xfrm>
            <a:custGeom>
              <a:avLst/>
              <a:gdLst/>
              <a:ahLst/>
              <a:cxnLst/>
              <a:rect r="r" b="b" t="t" l="l"/>
              <a:pathLst>
                <a:path w="459" h="459" stroke="true" fill="norm" extrusionOk="true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2" id="382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3" id="383"/>
            <p:cNvSpPr/>
            <p:nvPr/>
          </p:nvSpPr>
          <p:spPr>
            <a:xfrm>
              <a:off x="1002934" y="1943602"/>
              <a:ext cx="489272" cy="498233"/>
            </a:xfrm>
            <a:custGeom>
              <a:avLst/>
              <a:gdLst/>
              <a:ahLst/>
              <a:cxnLst/>
              <a:rect r="r" b="b" t="t" l="l"/>
              <a:pathLst>
                <a:path w="546" h="556" stroke="true" fill="norm" extrusionOk="true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4" id="384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5" id="385"/>
            <p:cNvSpPr/>
            <p:nvPr/>
          </p:nvSpPr>
          <p:spPr>
            <a:xfrm>
              <a:off x="1002934" y="1979446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6" id="386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7" id="387"/>
            <p:cNvSpPr/>
            <p:nvPr/>
          </p:nvSpPr>
          <p:spPr>
            <a:xfrm>
              <a:off x="1002934" y="20412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8" id="388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89" id="389"/>
            <p:cNvSpPr/>
            <p:nvPr/>
          </p:nvSpPr>
          <p:spPr>
            <a:xfrm>
              <a:off x="1002934" y="2102212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0" id="390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1" id="391"/>
            <p:cNvSpPr/>
            <p:nvPr/>
          </p:nvSpPr>
          <p:spPr>
            <a:xfrm>
              <a:off x="1002934" y="21640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2" id="392"/>
            <p:cNvSpPr/>
            <p:nvPr/>
          </p:nvSpPr>
          <p:spPr>
            <a:xfrm>
              <a:off x="1002934" y="22249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3" id="393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4" id="394"/>
            <p:cNvSpPr/>
            <p:nvPr/>
          </p:nvSpPr>
          <p:spPr>
            <a:xfrm>
              <a:off x="1002934" y="228501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5" id="395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6" id="396"/>
            <p:cNvSpPr/>
            <p:nvPr/>
          </p:nvSpPr>
          <p:spPr>
            <a:xfrm>
              <a:off x="1002934" y="23459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7" id="397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8" id="398"/>
            <p:cNvSpPr/>
            <p:nvPr/>
          </p:nvSpPr>
          <p:spPr>
            <a:xfrm>
              <a:off x="1002934" y="240778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399" id="399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0" id="400"/>
            <p:cNvSpPr/>
            <p:nvPr/>
          </p:nvSpPr>
          <p:spPr>
            <a:xfrm>
              <a:off x="1002934" y="24687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1" id="401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2" id="402"/>
            <p:cNvSpPr/>
            <p:nvPr/>
          </p:nvSpPr>
          <p:spPr>
            <a:xfrm>
              <a:off x="1002934" y="25305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3" id="403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4" id="404"/>
            <p:cNvSpPr/>
            <p:nvPr/>
          </p:nvSpPr>
          <p:spPr>
            <a:xfrm>
              <a:off x="1002934" y="258969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5" id="405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6" id="406"/>
            <p:cNvSpPr/>
            <p:nvPr/>
          </p:nvSpPr>
          <p:spPr>
            <a:xfrm>
              <a:off x="1002934" y="265152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7" id="407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8" id="408"/>
            <p:cNvSpPr/>
            <p:nvPr/>
          </p:nvSpPr>
          <p:spPr>
            <a:xfrm>
              <a:off x="1002934" y="271245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09" id="409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0" id="410"/>
            <p:cNvSpPr/>
            <p:nvPr/>
          </p:nvSpPr>
          <p:spPr>
            <a:xfrm>
              <a:off x="1002934" y="277428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1" id="411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2" id="412"/>
            <p:cNvSpPr/>
            <p:nvPr/>
          </p:nvSpPr>
          <p:spPr>
            <a:xfrm>
              <a:off x="1002934" y="28352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3" id="413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4" id="414"/>
            <p:cNvSpPr/>
            <p:nvPr/>
          </p:nvSpPr>
          <p:spPr>
            <a:xfrm>
              <a:off x="1002934" y="28952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5" id="415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6" id="416"/>
            <p:cNvSpPr/>
            <p:nvPr/>
          </p:nvSpPr>
          <p:spPr>
            <a:xfrm>
              <a:off x="1002934" y="2956197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7" id="417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8" id="418"/>
            <p:cNvSpPr/>
            <p:nvPr/>
          </p:nvSpPr>
          <p:spPr>
            <a:xfrm>
              <a:off x="1002934" y="301802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19" id="419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0" id="420"/>
            <p:cNvSpPr/>
            <p:nvPr/>
          </p:nvSpPr>
          <p:spPr>
            <a:xfrm>
              <a:off x="1002934" y="307896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1" id="421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2" id="422"/>
            <p:cNvSpPr/>
            <p:nvPr/>
          </p:nvSpPr>
          <p:spPr>
            <a:xfrm>
              <a:off x="1002934" y="313900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3" id="423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4" id="424"/>
            <p:cNvSpPr/>
            <p:nvPr/>
          </p:nvSpPr>
          <p:spPr>
            <a:xfrm>
              <a:off x="1002934" y="31999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5" id="425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6" id="426"/>
            <p:cNvSpPr/>
            <p:nvPr/>
          </p:nvSpPr>
          <p:spPr>
            <a:xfrm>
              <a:off x="1002934" y="326176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7" id="427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8" id="428"/>
            <p:cNvSpPr/>
            <p:nvPr/>
          </p:nvSpPr>
          <p:spPr>
            <a:xfrm>
              <a:off x="1002934" y="332270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29" id="429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0" id="430"/>
            <p:cNvSpPr/>
            <p:nvPr/>
          </p:nvSpPr>
          <p:spPr>
            <a:xfrm>
              <a:off x="1002934" y="33845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1" id="431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2" id="432"/>
            <p:cNvSpPr/>
            <p:nvPr/>
          </p:nvSpPr>
          <p:spPr>
            <a:xfrm>
              <a:off x="1002934" y="34436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3" id="433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4" id="434"/>
            <p:cNvSpPr/>
            <p:nvPr/>
          </p:nvSpPr>
          <p:spPr>
            <a:xfrm>
              <a:off x="1002934" y="35055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5" id="435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6" id="436"/>
            <p:cNvSpPr/>
            <p:nvPr/>
          </p:nvSpPr>
          <p:spPr>
            <a:xfrm>
              <a:off x="1002934" y="356644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7" id="437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8" id="438"/>
            <p:cNvSpPr/>
            <p:nvPr/>
          </p:nvSpPr>
          <p:spPr>
            <a:xfrm>
              <a:off x="1002934" y="362827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39" id="439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0" id="440"/>
            <p:cNvSpPr/>
            <p:nvPr/>
          </p:nvSpPr>
          <p:spPr>
            <a:xfrm>
              <a:off x="1002934" y="36892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1" id="441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2" id="442"/>
            <p:cNvSpPr/>
            <p:nvPr/>
          </p:nvSpPr>
          <p:spPr>
            <a:xfrm>
              <a:off x="1002934" y="37492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3" id="443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4" id="444"/>
            <p:cNvSpPr/>
            <p:nvPr/>
          </p:nvSpPr>
          <p:spPr>
            <a:xfrm>
              <a:off x="1002934" y="381018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5" id="445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6" id="446"/>
            <p:cNvSpPr/>
            <p:nvPr/>
          </p:nvSpPr>
          <p:spPr>
            <a:xfrm>
              <a:off x="1002934" y="387201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7" id="447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8" id="448"/>
            <p:cNvSpPr/>
            <p:nvPr/>
          </p:nvSpPr>
          <p:spPr>
            <a:xfrm>
              <a:off x="1002934" y="393294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49" id="449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0" id="450"/>
            <p:cNvSpPr/>
            <p:nvPr/>
          </p:nvSpPr>
          <p:spPr>
            <a:xfrm>
              <a:off x="1002934" y="399209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1" id="451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2" id="452"/>
            <p:cNvSpPr/>
            <p:nvPr/>
          </p:nvSpPr>
          <p:spPr>
            <a:xfrm>
              <a:off x="1002934" y="40539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3" id="453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4" id="454"/>
            <p:cNvSpPr/>
            <p:nvPr/>
          </p:nvSpPr>
          <p:spPr>
            <a:xfrm>
              <a:off x="1002934" y="4115753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5" id="455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6" id="456"/>
            <p:cNvSpPr/>
            <p:nvPr/>
          </p:nvSpPr>
          <p:spPr>
            <a:xfrm>
              <a:off x="1002934" y="417668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7" id="457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8" id="458"/>
            <p:cNvSpPr/>
            <p:nvPr/>
          </p:nvSpPr>
          <p:spPr>
            <a:xfrm>
              <a:off x="1002934" y="423851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59" id="459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0" id="460"/>
            <p:cNvSpPr/>
            <p:nvPr/>
          </p:nvSpPr>
          <p:spPr>
            <a:xfrm>
              <a:off x="1002934" y="429766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1" id="461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2" id="462"/>
            <p:cNvSpPr/>
            <p:nvPr/>
          </p:nvSpPr>
          <p:spPr>
            <a:xfrm>
              <a:off x="1002934" y="435949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3" id="463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4" id="464"/>
            <p:cNvSpPr/>
            <p:nvPr/>
          </p:nvSpPr>
          <p:spPr>
            <a:xfrm>
              <a:off x="1002934" y="442042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5" id="465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6" id="466"/>
            <p:cNvSpPr/>
            <p:nvPr/>
          </p:nvSpPr>
          <p:spPr>
            <a:xfrm>
              <a:off x="1002934" y="448225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7" id="467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8" id="468"/>
            <p:cNvSpPr/>
            <p:nvPr/>
          </p:nvSpPr>
          <p:spPr>
            <a:xfrm>
              <a:off x="1002934" y="454319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69" id="469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0" id="470"/>
            <p:cNvSpPr/>
            <p:nvPr/>
          </p:nvSpPr>
          <p:spPr>
            <a:xfrm>
              <a:off x="1002934" y="460233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1" id="471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2" id="472"/>
            <p:cNvSpPr/>
            <p:nvPr/>
          </p:nvSpPr>
          <p:spPr>
            <a:xfrm>
              <a:off x="1002934" y="466416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3" id="473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4" id="474"/>
            <p:cNvSpPr/>
            <p:nvPr/>
          </p:nvSpPr>
          <p:spPr>
            <a:xfrm>
              <a:off x="1002934" y="472599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5" id="475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6" id="476"/>
            <p:cNvSpPr/>
            <p:nvPr/>
          </p:nvSpPr>
          <p:spPr>
            <a:xfrm>
              <a:off x="1002934" y="478693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7" id="477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8" id="478"/>
            <p:cNvSpPr/>
            <p:nvPr/>
          </p:nvSpPr>
          <p:spPr>
            <a:xfrm>
              <a:off x="1002934" y="484607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79" id="479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0" id="480"/>
            <p:cNvSpPr/>
            <p:nvPr/>
          </p:nvSpPr>
          <p:spPr>
            <a:xfrm>
              <a:off x="1002934" y="490790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1" id="481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2" id="482"/>
            <p:cNvSpPr/>
            <p:nvPr/>
          </p:nvSpPr>
          <p:spPr>
            <a:xfrm>
              <a:off x="1002934" y="496973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3" id="483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4" id="484"/>
            <p:cNvSpPr/>
            <p:nvPr/>
          </p:nvSpPr>
          <p:spPr>
            <a:xfrm>
              <a:off x="1002934" y="503067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5" id="485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6" id="486"/>
            <p:cNvSpPr/>
            <p:nvPr/>
          </p:nvSpPr>
          <p:spPr>
            <a:xfrm>
              <a:off x="1002934" y="509250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7" id="487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8" id="488"/>
            <p:cNvSpPr/>
            <p:nvPr/>
          </p:nvSpPr>
          <p:spPr>
            <a:xfrm>
              <a:off x="1002934" y="515164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89" id="489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0" id="490"/>
            <p:cNvSpPr/>
            <p:nvPr/>
          </p:nvSpPr>
          <p:spPr>
            <a:xfrm>
              <a:off x="1002934" y="521258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1" id="491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2" id="492"/>
            <p:cNvSpPr/>
            <p:nvPr/>
          </p:nvSpPr>
          <p:spPr>
            <a:xfrm>
              <a:off x="1002934" y="527441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3" id="493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4" id="494"/>
            <p:cNvSpPr/>
            <p:nvPr/>
          </p:nvSpPr>
          <p:spPr>
            <a:xfrm>
              <a:off x="1002934" y="533624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5" id="495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6" id="496"/>
            <p:cNvSpPr/>
            <p:nvPr/>
          </p:nvSpPr>
          <p:spPr>
            <a:xfrm>
              <a:off x="1002934" y="539717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7" id="497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8" id="498"/>
            <p:cNvSpPr/>
            <p:nvPr/>
          </p:nvSpPr>
          <p:spPr>
            <a:xfrm>
              <a:off x="1002934" y="545632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499" id="499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0" id="500"/>
            <p:cNvSpPr/>
            <p:nvPr/>
          </p:nvSpPr>
          <p:spPr>
            <a:xfrm>
              <a:off x="1002934" y="551815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1" id="501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2" id="502"/>
            <p:cNvSpPr/>
            <p:nvPr/>
          </p:nvSpPr>
          <p:spPr>
            <a:xfrm>
              <a:off x="1002934" y="6096139"/>
              <a:ext cx="1792" cy="2688"/>
            </a:xfrm>
            <a:custGeom>
              <a:avLst/>
              <a:gdLst/>
              <a:ahLst/>
              <a:cxnLst/>
              <a:rect r="r" b="b" t="t" l="l"/>
              <a:pathLst>
                <a:path w="2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503" id="503"/>
            <p:cNvSpPr/>
            <p:nvPr/>
          </p:nvSpPr>
          <p:spPr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4" id="504"/>
            <p:cNvSpPr/>
            <p:nvPr/>
          </p:nvSpPr>
          <p:spPr>
            <a:xfrm>
              <a:off x="1004726" y="6096139"/>
              <a:ext cx="0" cy="2688"/>
            </a:xfrm>
            <a:custGeom>
              <a:avLst/>
              <a:gdLst/>
              <a:ahLst/>
              <a:cxnLst/>
              <a:rect r="r" b="b" t="t" l="l"/>
              <a:pathLst>
                <a:path w="0" h="3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5" id="505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6" id="506"/>
            <p:cNvSpPr/>
            <p:nvPr/>
          </p:nvSpPr>
          <p:spPr>
            <a:xfrm>
              <a:off x="1002934" y="5579088"/>
              <a:ext cx="489272" cy="519739"/>
            </a:xfrm>
            <a:custGeom>
              <a:avLst/>
              <a:gdLst/>
              <a:ahLst/>
              <a:cxnLst/>
              <a:rect r="r" b="b" t="t" l="l"/>
              <a:pathLst>
                <a:path w="546" h="580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7" id="507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8" id="508"/>
            <p:cNvSpPr/>
            <p:nvPr/>
          </p:nvSpPr>
          <p:spPr>
            <a:xfrm>
              <a:off x="1026233" y="6105100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09" id="509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0" id="510"/>
            <p:cNvSpPr/>
            <p:nvPr/>
          </p:nvSpPr>
          <p:spPr>
            <a:xfrm>
              <a:off x="1028025" y="5639127"/>
              <a:ext cx="464181" cy="472246"/>
            </a:xfrm>
            <a:custGeom>
              <a:avLst/>
              <a:gdLst/>
              <a:ahLst/>
              <a:cxnLst/>
              <a:rect r="r" b="b" t="t" l="l"/>
              <a:pathLst>
                <a:path w="518" h="527" stroke="true" fill="norm" extrusionOk="true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1" id="511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2" id="512"/>
            <p:cNvSpPr/>
            <p:nvPr/>
          </p:nvSpPr>
          <p:spPr>
            <a:xfrm>
              <a:off x="1072830" y="611943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3" id="513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4" id="514"/>
            <p:cNvSpPr/>
            <p:nvPr/>
          </p:nvSpPr>
          <p:spPr>
            <a:xfrm>
              <a:off x="1074622" y="5700062"/>
              <a:ext cx="417584" cy="426545"/>
            </a:xfrm>
            <a:custGeom>
              <a:avLst/>
              <a:gdLst/>
              <a:ahLst/>
              <a:cxnLst/>
              <a:rect r="r" b="b" t="t" l="l"/>
              <a:pathLst>
                <a:path w="466" h="476" stroke="true" fill="norm" extrusionOk="true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5" id="515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6" id="516"/>
            <p:cNvSpPr/>
            <p:nvPr/>
          </p:nvSpPr>
          <p:spPr>
            <a:xfrm>
              <a:off x="1119427" y="6134672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7" id="517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8" id="518"/>
            <p:cNvSpPr/>
            <p:nvPr/>
          </p:nvSpPr>
          <p:spPr>
            <a:xfrm>
              <a:off x="1121220" y="5761893"/>
              <a:ext cx="370986" cy="379051"/>
            </a:xfrm>
            <a:custGeom>
              <a:avLst/>
              <a:gdLst/>
              <a:ahLst/>
              <a:cxnLst/>
              <a:rect r="r" b="b" t="t" l="l"/>
              <a:pathLst>
                <a:path w="414" h="423" stroke="true" fill="norm" extrusionOk="true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19" id="519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0" id="520"/>
            <p:cNvSpPr/>
            <p:nvPr/>
          </p:nvSpPr>
          <p:spPr>
            <a:xfrm>
              <a:off x="1166025" y="6149905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1" id="521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2" id="522"/>
            <p:cNvSpPr/>
            <p:nvPr/>
          </p:nvSpPr>
          <p:spPr>
            <a:xfrm>
              <a:off x="1166025" y="5822828"/>
              <a:ext cx="326181" cy="333350"/>
            </a:xfrm>
            <a:custGeom>
              <a:avLst/>
              <a:gdLst/>
              <a:ahLst/>
              <a:cxnLst/>
              <a:rect r="r" b="b" t="t" l="l"/>
              <a:pathLst>
                <a:path w="364" h="372" stroke="true" fill="norm" extrusionOk="true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3" id="523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4" id="524"/>
            <p:cNvSpPr/>
            <p:nvPr/>
          </p:nvSpPr>
          <p:spPr>
            <a:xfrm>
              <a:off x="1212622" y="6162451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5" id="525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6" id="526"/>
            <p:cNvSpPr/>
            <p:nvPr/>
          </p:nvSpPr>
          <p:spPr>
            <a:xfrm>
              <a:off x="1212622" y="5884659"/>
              <a:ext cx="279584" cy="285857"/>
            </a:xfrm>
            <a:custGeom>
              <a:avLst/>
              <a:gdLst/>
              <a:ahLst/>
              <a:cxnLst/>
              <a:rect r="r" b="b" t="t" l="l"/>
              <a:pathLst>
                <a:path w="312" h="319" stroke="true" fill="norm" extrusionOk="true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7" id="527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8" id="528"/>
            <p:cNvSpPr/>
            <p:nvPr/>
          </p:nvSpPr>
          <p:spPr>
            <a:xfrm>
              <a:off x="1259219" y="6176788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29" id="529"/>
            <p:cNvSpPr/>
            <p:nvPr/>
          </p:nvSpPr>
          <p:spPr>
            <a:xfrm>
              <a:off x="1259219" y="5943802"/>
              <a:ext cx="232987" cy="241948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0" id="530"/>
            <p:cNvSpPr/>
            <p:nvPr/>
          </p:nvSpPr>
          <p:spPr>
            <a:xfrm>
              <a:off x="1259219" y="5943802"/>
              <a:ext cx="232987" cy="241947"/>
            </a:xfrm>
            <a:custGeom>
              <a:avLst/>
              <a:gdLst/>
              <a:ahLst/>
              <a:cxnLst/>
              <a:rect r="r" b="b" t="t" l="l"/>
              <a:pathLst>
                <a:path w="260" h="270" stroke="true" fill="norm" extrusionOk="true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1" id="531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2" id="532"/>
            <p:cNvSpPr/>
            <p:nvPr/>
          </p:nvSpPr>
          <p:spPr>
            <a:xfrm>
              <a:off x="1305816" y="6192023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3" id="533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4" id="534"/>
            <p:cNvSpPr/>
            <p:nvPr/>
          </p:nvSpPr>
          <p:spPr>
            <a:xfrm>
              <a:off x="1305816" y="6005633"/>
              <a:ext cx="186389" cy="194455"/>
            </a:xfrm>
            <a:custGeom>
              <a:avLst/>
              <a:gdLst/>
              <a:ahLst/>
              <a:cxnLst/>
              <a:rect r="r" b="b" t="t" l="l"/>
              <a:pathLst>
                <a:path w="208" h="217" stroke="true" fill="norm" extrusionOk="true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5" id="535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6" id="536"/>
            <p:cNvSpPr/>
            <p:nvPr/>
          </p:nvSpPr>
          <p:spPr>
            <a:xfrm>
              <a:off x="1350621" y="6206360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7" id="537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8" id="538"/>
            <p:cNvSpPr/>
            <p:nvPr/>
          </p:nvSpPr>
          <p:spPr>
            <a:xfrm>
              <a:off x="1352414" y="6066569"/>
              <a:ext cx="139792" cy="148753"/>
            </a:xfrm>
            <a:custGeom>
              <a:avLst/>
              <a:gdLst/>
              <a:ahLst/>
              <a:cxnLst/>
              <a:rect r="r" b="b" t="t" l="l"/>
              <a:pathLst>
                <a:path w="156" h="166" stroke="true" fill="norm" extrusionOk="true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39" id="539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0" id="540"/>
            <p:cNvSpPr/>
            <p:nvPr/>
          </p:nvSpPr>
          <p:spPr>
            <a:xfrm>
              <a:off x="1397219" y="6221594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1" id="541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2" id="542"/>
            <p:cNvSpPr/>
            <p:nvPr/>
          </p:nvSpPr>
          <p:spPr>
            <a:xfrm>
              <a:off x="1399011" y="6128400"/>
              <a:ext cx="93194" cy="101259"/>
            </a:xfrm>
            <a:custGeom>
              <a:avLst/>
              <a:gdLst/>
              <a:ahLst/>
              <a:cxnLst/>
              <a:rect r="r" b="b" t="t" l="l"/>
              <a:pathLst>
                <a:path w="104" h="113" stroke="true" fill="norm" extrusionOk="true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3" id="543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4" id="544"/>
            <p:cNvSpPr/>
            <p:nvPr/>
          </p:nvSpPr>
          <p:spPr>
            <a:xfrm>
              <a:off x="1443816" y="623593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5" id="545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6" id="546"/>
            <p:cNvSpPr/>
            <p:nvPr/>
          </p:nvSpPr>
          <p:spPr>
            <a:xfrm>
              <a:off x="1445608" y="6187543"/>
              <a:ext cx="46597" cy="55559"/>
            </a:xfrm>
            <a:custGeom>
              <a:avLst/>
              <a:gdLst/>
              <a:ahLst/>
              <a:cxnLst/>
              <a:rect r="r" b="b" t="t" l="l"/>
              <a:pathLst>
                <a:path w="52" h="62" stroke="true" fill="norm" extrusionOk="true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7" id="547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48" id="548"/>
            <p:cNvSpPr/>
            <p:nvPr/>
          </p:nvSpPr>
          <p:spPr>
            <a:xfrm>
              <a:off x="1490414" y="6249374"/>
              <a:ext cx="1792" cy="3585"/>
            </a:xfrm>
            <a:custGeom>
              <a:avLst/>
              <a:gdLst/>
              <a:ahLst/>
              <a:cxnLst/>
              <a:rect r="r" b="b" t="t" l="l"/>
              <a:pathLst>
                <a:path w="2" h="4" stroke="true" fill="norm" extrusionOk="true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AutoShape 549" id="549"/>
            <p:cNvSpPr/>
            <p:nvPr/>
          </p:nvSpPr>
          <p:spPr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0" id="550"/>
            <p:cNvSpPr/>
            <p:nvPr/>
          </p:nvSpPr>
          <p:spPr>
            <a:xfrm>
              <a:off x="1492205" y="6249374"/>
              <a:ext cx="0" cy="1792"/>
            </a:xfrm>
            <a:custGeom>
              <a:avLst/>
              <a:gdLst/>
              <a:ahLst/>
              <a:cxnLst/>
              <a:rect r="r" b="b" t="t" l="l"/>
              <a:pathLst>
                <a:path w="0" h="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1" id="551"/>
            <p:cNvSpPr/>
            <p:nvPr/>
          </p:nvSpPr>
          <p:spPr>
            <a:xfrm>
              <a:off x="1492205" y="1943602"/>
              <a:ext cx="491961" cy="4309355"/>
            </a:xfrm>
            <a:custGeom>
              <a:avLst/>
              <a:gdLst/>
              <a:ahLst/>
              <a:cxnLst/>
              <a:rect r="r" b="b" t="t" l="l"/>
              <a:pathLst>
                <a:path w="549" h="4809" stroke="true" fill="norm" extrusionOk="true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552" id="552"/>
          <p:cNvGrpSpPr/>
          <p:nvPr/>
        </p:nvGrpSpPr>
        <p:grpSpPr>
          <a:xfrm>
            <a:off x="8985558" y="2441533"/>
            <a:ext cx="594380" cy="1817453"/>
            <a:chOff x="2227905" y="2850457"/>
            <a:chExt cx="983025" cy="3714344"/>
          </a:xfrm>
        </p:grpSpPr>
        <p:sp>
          <p:nvSpPr>
            <p:cNvPr name="Freeform 553" id="553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4" id="554"/>
            <p:cNvSpPr/>
            <p:nvPr/>
          </p:nvSpPr>
          <p:spPr>
            <a:xfrm>
              <a:off x="2229698" y="2850457"/>
              <a:ext cx="489272" cy="3712552"/>
            </a:xfrm>
            <a:custGeom>
              <a:avLst/>
              <a:gdLst/>
              <a:ahLst/>
              <a:cxnLst/>
              <a:rect r="r" b="b" t="t" l="l"/>
              <a:pathLst>
                <a:path w="546" h="4143" stroke="true" fill="norm" extrusionOk="true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5" id="555"/>
            <p:cNvSpPr/>
            <p:nvPr/>
          </p:nvSpPr>
          <p:spPr>
            <a:xfrm>
              <a:off x="2718969" y="2852249"/>
              <a:ext cx="491961" cy="3712552"/>
            </a:xfrm>
            <a:custGeom>
              <a:avLst/>
              <a:gdLst/>
              <a:ahLst/>
              <a:cxnLst/>
              <a:rect r="r" b="b" t="t" l="l"/>
              <a:pathLst>
                <a:path w="549" h="4143" stroke="true" fill="norm" extrusionOk="true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6" id="556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7" id="557"/>
            <p:cNvSpPr/>
            <p:nvPr/>
          </p:nvSpPr>
          <p:spPr>
            <a:xfrm>
              <a:off x="2227905" y="2937379"/>
              <a:ext cx="489272" cy="3313786"/>
            </a:xfrm>
            <a:custGeom>
              <a:avLst/>
              <a:gdLst/>
              <a:ahLst/>
              <a:cxnLst/>
              <a:rect r="r" b="b" t="t" l="l"/>
              <a:pathLst>
                <a:path w="546" h="3698" stroke="true" fill="norm" extrusionOk="true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8" id="558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59" id="559"/>
            <p:cNvSpPr/>
            <p:nvPr/>
          </p:nvSpPr>
          <p:spPr>
            <a:xfrm>
              <a:off x="2227905" y="3081651"/>
              <a:ext cx="37636" cy="40325"/>
            </a:xfrm>
            <a:custGeom>
              <a:avLst/>
              <a:gdLst/>
              <a:ahLst/>
              <a:cxnLst/>
              <a:rect r="r" b="b" t="t" l="l"/>
              <a:pathLst>
                <a:path w="42" h="45" stroke="true" fill="norm" extrusionOk="true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0" id="560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1" id="561"/>
            <p:cNvSpPr/>
            <p:nvPr/>
          </p:nvSpPr>
          <p:spPr>
            <a:xfrm>
              <a:off x="2227905" y="3053872"/>
              <a:ext cx="127247" cy="127247"/>
            </a:xfrm>
            <a:custGeom>
              <a:avLst/>
              <a:gdLst/>
              <a:ahLst/>
              <a:cxnLst/>
              <a:rect r="r" b="b" t="t" l="l"/>
              <a:pathLst>
                <a:path w="142" h="142" stroke="true" fill="norm" extrusionOk="true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2" id="562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3" id="563"/>
            <p:cNvSpPr/>
            <p:nvPr/>
          </p:nvSpPr>
          <p:spPr>
            <a:xfrm>
              <a:off x="2227905" y="3026093"/>
              <a:ext cx="215961" cy="215961"/>
            </a:xfrm>
            <a:custGeom>
              <a:avLst/>
              <a:gdLst/>
              <a:ahLst/>
              <a:cxnLst/>
              <a:rect r="r" b="b" t="t" l="l"/>
              <a:pathLst>
                <a:path w="241" h="241" stroke="true" fill="norm" extrusionOk="true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4" id="564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5" id="565"/>
            <p:cNvSpPr/>
            <p:nvPr/>
          </p:nvSpPr>
          <p:spPr>
            <a:xfrm>
              <a:off x="2227905" y="2996522"/>
              <a:ext cx="304675" cy="307363"/>
            </a:xfrm>
            <a:custGeom>
              <a:avLst/>
              <a:gdLst/>
              <a:ahLst/>
              <a:cxnLst/>
              <a:rect r="r" b="b" t="t" l="l"/>
              <a:pathLst>
                <a:path w="340" h="343" stroke="true" fill="norm" extrusionOk="true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6" id="566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7" id="567"/>
            <p:cNvSpPr/>
            <p:nvPr/>
          </p:nvSpPr>
          <p:spPr>
            <a:xfrm>
              <a:off x="2227905" y="2968743"/>
              <a:ext cx="394285" cy="396973"/>
            </a:xfrm>
            <a:custGeom>
              <a:avLst/>
              <a:gdLst/>
              <a:ahLst/>
              <a:cxnLst/>
              <a:rect r="r" b="b" t="t" l="l"/>
              <a:pathLst>
                <a:path w="440" h="443" stroke="true" fill="norm" extrusionOk="true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8" id="568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69" id="569"/>
            <p:cNvSpPr/>
            <p:nvPr/>
          </p:nvSpPr>
          <p:spPr>
            <a:xfrm>
              <a:off x="2227905" y="2941860"/>
              <a:ext cx="482999" cy="484791"/>
            </a:xfrm>
            <a:custGeom>
              <a:avLst/>
              <a:gdLst/>
              <a:ahLst/>
              <a:cxnLst/>
              <a:rect r="r" b="b" t="t" l="l"/>
              <a:pathLst>
                <a:path w="539" h="541" stroke="true" fill="norm" extrusionOk="true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0" id="570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1" id="571"/>
            <p:cNvSpPr/>
            <p:nvPr/>
          </p:nvSpPr>
          <p:spPr>
            <a:xfrm>
              <a:off x="2227905" y="2965158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2" id="572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3" id="573"/>
            <p:cNvSpPr/>
            <p:nvPr/>
          </p:nvSpPr>
          <p:spPr>
            <a:xfrm>
              <a:off x="2227905" y="302609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4" id="574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5" id="575"/>
            <p:cNvSpPr/>
            <p:nvPr/>
          </p:nvSpPr>
          <p:spPr>
            <a:xfrm>
              <a:off x="2227905" y="308792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6" id="576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7" id="577"/>
            <p:cNvSpPr/>
            <p:nvPr/>
          </p:nvSpPr>
          <p:spPr>
            <a:xfrm>
              <a:off x="2227905" y="31470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8" id="578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79" id="579"/>
            <p:cNvSpPr/>
            <p:nvPr/>
          </p:nvSpPr>
          <p:spPr>
            <a:xfrm>
              <a:off x="2227905" y="32088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0" id="580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1" id="581"/>
            <p:cNvSpPr/>
            <p:nvPr/>
          </p:nvSpPr>
          <p:spPr>
            <a:xfrm>
              <a:off x="2227905" y="32698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2" id="582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3" id="583"/>
            <p:cNvSpPr/>
            <p:nvPr/>
          </p:nvSpPr>
          <p:spPr>
            <a:xfrm>
              <a:off x="2227905" y="333166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4" id="584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5" id="585"/>
            <p:cNvSpPr/>
            <p:nvPr/>
          </p:nvSpPr>
          <p:spPr>
            <a:xfrm>
              <a:off x="2227905" y="339259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6" id="586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7" id="587"/>
            <p:cNvSpPr/>
            <p:nvPr/>
          </p:nvSpPr>
          <p:spPr>
            <a:xfrm>
              <a:off x="2227905" y="34526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8" id="588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89" id="589"/>
            <p:cNvSpPr/>
            <p:nvPr/>
          </p:nvSpPr>
          <p:spPr>
            <a:xfrm>
              <a:off x="2227905" y="35135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0" id="590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1" id="591"/>
            <p:cNvSpPr/>
            <p:nvPr/>
          </p:nvSpPr>
          <p:spPr>
            <a:xfrm>
              <a:off x="2227905" y="357540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2" id="592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3" id="593"/>
            <p:cNvSpPr/>
            <p:nvPr/>
          </p:nvSpPr>
          <p:spPr>
            <a:xfrm>
              <a:off x="2227905" y="363633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4" id="594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5" id="595"/>
            <p:cNvSpPr/>
            <p:nvPr/>
          </p:nvSpPr>
          <p:spPr>
            <a:xfrm>
              <a:off x="2227905" y="3695481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6" id="596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7" id="597"/>
            <p:cNvSpPr/>
            <p:nvPr/>
          </p:nvSpPr>
          <p:spPr>
            <a:xfrm>
              <a:off x="2227905" y="37573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8" id="598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99" id="599"/>
            <p:cNvSpPr/>
            <p:nvPr/>
          </p:nvSpPr>
          <p:spPr>
            <a:xfrm>
              <a:off x="2227905" y="3819144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0" id="600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1" id="601"/>
            <p:cNvSpPr/>
            <p:nvPr/>
          </p:nvSpPr>
          <p:spPr>
            <a:xfrm>
              <a:off x="2227905" y="38800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2" id="602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3" id="603"/>
            <p:cNvSpPr/>
            <p:nvPr/>
          </p:nvSpPr>
          <p:spPr>
            <a:xfrm>
              <a:off x="2227905" y="394191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4" id="604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5" id="605"/>
            <p:cNvSpPr/>
            <p:nvPr/>
          </p:nvSpPr>
          <p:spPr>
            <a:xfrm>
              <a:off x="2227905" y="400105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6" id="606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7" id="607"/>
            <p:cNvSpPr/>
            <p:nvPr/>
          </p:nvSpPr>
          <p:spPr>
            <a:xfrm>
              <a:off x="2227905" y="4061987"/>
              <a:ext cx="489272" cy="524220"/>
            </a:xfrm>
            <a:custGeom>
              <a:avLst/>
              <a:gdLst/>
              <a:ahLst/>
              <a:cxnLst/>
              <a:rect r="r" b="b" t="t" l="l"/>
              <a:pathLst>
                <a:path w="546" h="585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8" id="608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09" id="609"/>
            <p:cNvSpPr/>
            <p:nvPr/>
          </p:nvSpPr>
          <p:spPr>
            <a:xfrm>
              <a:off x="2227905" y="41238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0" id="610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1" id="611"/>
            <p:cNvSpPr/>
            <p:nvPr/>
          </p:nvSpPr>
          <p:spPr>
            <a:xfrm>
              <a:off x="2227905" y="418564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2" id="612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3" id="613"/>
            <p:cNvSpPr/>
            <p:nvPr/>
          </p:nvSpPr>
          <p:spPr>
            <a:xfrm>
              <a:off x="2227905" y="424658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4" id="614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5" id="615"/>
            <p:cNvSpPr/>
            <p:nvPr/>
          </p:nvSpPr>
          <p:spPr>
            <a:xfrm>
              <a:off x="2227905" y="430572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6" id="616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7" id="617"/>
            <p:cNvSpPr/>
            <p:nvPr/>
          </p:nvSpPr>
          <p:spPr>
            <a:xfrm>
              <a:off x="2227905" y="436755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8" id="618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19" id="619"/>
            <p:cNvSpPr/>
            <p:nvPr/>
          </p:nvSpPr>
          <p:spPr>
            <a:xfrm>
              <a:off x="2227905" y="4429389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0" id="620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1" id="621"/>
            <p:cNvSpPr/>
            <p:nvPr/>
          </p:nvSpPr>
          <p:spPr>
            <a:xfrm>
              <a:off x="2227905" y="449032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2" id="622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3" id="623"/>
            <p:cNvSpPr/>
            <p:nvPr/>
          </p:nvSpPr>
          <p:spPr>
            <a:xfrm>
              <a:off x="2227905" y="4549467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4" id="624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5" id="625"/>
            <p:cNvSpPr/>
            <p:nvPr/>
          </p:nvSpPr>
          <p:spPr>
            <a:xfrm>
              <a:off x="2227905" y="461129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6" id="626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7" id="627"/>
            <p:cNvSpPr/>
            <p:nvPr/>
          </p:nvSpPr>
          <p:spPr>
            <a:xfrm>
              <a:off x="2227905" y="4672233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8" id="628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29" id="629"/>
            <p:cNvSpPr/>
            <p:nvPr/>
          </p:nvSpPr>
          <p:spPr>
            <a:xfrm>
              <a:off x="2227905" y="473406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0" id="630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1" id="631"/>
            <p:cNvSpPr/>
            <p:nvPr/>
          </p:nvSpPr>
          <p:spPr>
            <a:xfrm>
              <a:off x="2227905" y="479589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2" id="632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3" id="633"/>
            <p:cNvSpPr/>
            <p:nvPr/>
          </p:nvSpPr>
          <p:spPr>
            <a:xfrm>
              <a:off x="2227905" y="4855038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4" id="634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5" id="635"/>
            <p:cNvSpPr/>
            <p:nvPr/>
          </p:nvSpPr>
          <p:spPr>
            <a:xfrm>
              <a:off x="2227905" y="491597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6" id="636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7" id="637"/>
            <p:cNvSpPr/>
            <p:nvPr/>
          </p:nvSpPr>
          <p:spPr>
            <a:xfrm>
              <a:off x="2227905" y="4977804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8" id="638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9" id="639"/>
            <p:cNvSpPr/>
            <p:nvPr/>
          </p:nvSpPr>
          <p:spPr>
            <a:xfrm>
              <a:off x="2227905" y="5039635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0" id="640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1" id="641"/>
            <p:cNvSpPr/>
            <p:nvPr/>
          </p:nvSpPr>
          <p:spPr>
            <a:xfrm>
              <a:off x="2227905" y="5100570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2" id="642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3" id="643"/>
            <p:cNvSpPr/>
            <p:nvPr/>
          </p:nvSpPr>
          <p:spPr>
            <a:xfrm>
              <a:off x="2227905" y="5159712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4" id="644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5" id="645"/>
            <p:cNvSpPr/>
            <p:nvPr/>
          </p:nvSpPr>
          <p:spPr>
            <a:xfrm>
              <a:off x="2227905" y="522154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6" id="646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7" id="647"/>
            <p:cNvSpPr/>
            <p:nvPr/>
          </p:nvSpPr>
          <p:spPr>
            <a:xfrm>
              <a:off x="2227905" y="528247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8" id="648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9" id="649"/>
            <p:cNvSpPr/>
            <p:nvPr/>
          </p:nvSpPr>
          <p:spPr>
            <a:xfrm>
              <a:off x="2227905" y="5344309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0" id="650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1" id="651"/>
            <p:cNvSpPr/>
            <p:nvPr/>
          </p:nvSpPr>
          <p:spPr>
            <a:xfrm>
              <a:off x="2227905" y="5406140"/>
              <a:ext cx="489272" cy="520635"/>
            </a:xfrm>
            <a:custGeom>
              <a:avLst/>
              <a:gdLst/>
              <a:ahLst/>
              <a:cxnLst/>
              <a:rect r="r" b="b" t="t" l="l"/>
              <a:pathLst>
                <a:path w="546" h="581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2" id="652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3" id="653"/>
            <p:cNvSpPr/>
            <p:nvPr/>
          </p:nvSpPr>
          <p:spPr>
            <a:xfrm>
              <a:off x="2227905" y="5465283"/>
              <a:ext cx="489272" cy="523324"/>
            </a:xfrm>
            <a:custGeom>
              <a:avLst/>
              <a:gdLst/>
              <a:ahLst/>
              <a:cxnLst/>
              <a:rect r="r" b="b" t="t" l="l"/>
              <a:pathLst>
                <a:path w="546" h="584" stroke="true" fill="norm" extrusionOk="true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4" id="654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5" id="655"/>
            <p:cNvSpPr/>
            <p:nvPr/>
          </p:nvSpPr>
          <p:spPr>
            <a:xfrm>
              <a:off x="2227905" y="5526218"/>
              <a:ext cx="489272" cy="521531"/>
            </a:xfrm>
            <a:custGeom>
              <a:avLst/>
              <a:gdLst/>
              <a:ahLst/>
              <a:cxnLst/>
              <a:rect r="r" b="b" t="t" l="l"/>
              <a:pathLst>
                <a:path w="546" h="582" stroke="true" fill="norm" extrusionOk="true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6" id="656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7" id="657"/>
            <p:cNvSpPr/>
            <p:nvPr/>
          </p:nvSpPr>
          <p:spPr>
            <a:xfrm>
              <a:off x="2227905" y="5588049"/>
              <a:ext cx="489272" cy="512570"/>
            </a:xfrm>
            <a:custGeom>
              <a:avLst/>
              <a:gdLst/>
              <a:ahLst/>
              <a:cxnLst/>
              <a:rect r="r" b="b" t="t" l="l"/>
              <a:pathLst>
                <a:path w="546" h="572" stroke="true" fill="norm" extrusionOk="true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8" id="658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59" id="659"/>
            <p:cNvSpPr/>
            <p:nvPr/>
          </p:nvSpPr>
          <p:spPr>
            <a:xfrm>
              <a:off x="2257476" y="6106892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0" id="660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1" id="661"/>
            <p:cNvSpPr/>
            <p:nvPr/>
          </p:nvSpPr>
          <p:spPr>
            <a:xfrm>
              <a:off x="2259269" y="5649880"/>
              <a:ext cx="457908" cy="463285"/>
            </a:xfrm>
            <a:custGeom>
              <a:avLst/>
              <a:gdLst/>
              <a:ahLst/>
              <a:cxnLst/>
              <a:rect r="r" b="b" t="t" l="l"/>
              <a:pathLst>
                <a:path w="511" h="517" stroke="true" fill="norm" extrusionOk="true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2" id="662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3" id="663"/>
            <p:cNvSpPr/>
            <p:nvPr/>
          </p:nvSpPr>
          <p:spPr>
            <a:xfrm>
              <a:off x="2304074" y="6122126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4" id="664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5" id="665"/>
            <p:cNvSpPr/>
            <p:nvPr/>
          </p:nvSpPr>
          <p:spPr>
            <a:xfrm>
              <a:off x="2305866" y="5709023"/>
              <a:ext cx="411311" cy="419376"/>
            </a:xfrm>
            <a:custGeom>
              <a:avLst/>
              <a:gdLst/>
              <a:ahLst/>
              <a:cxnLst/>
              <a:rect r="r" b="b" t="t" l="l"/>
              <a:pathLst>
                <a:path w="459" h="468" stroke="true" fill="norm" extrusionOk="true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6" id="666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7" id="667"/>
            <p:cNvSpPr/>
            <p:nvPr/>
          </p:nvSpPr>
          <p:spPr>
            <a:xfrm>
              <a:off x="2350671" y="613646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8" id="668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69" id="669"/>
            <p:cNvSpPr/>
            <p:nvPr/>
          </p:nvSpPr>
          <p:spPr>
            <a:xfrm>
              <a:off x="2352464" y="5769958"/>
              <a:ext cx="364714" cy="372778"/>
            </a:xfrm>
            <a:custGeom>
              <a:avLst/>
              <a:gdLst/>
              <a:ahLst/>
              <a:cxnLst/>
              <a:rect r="r" b="b" t="t" l="l"/>
              <a:pathLst>
                <a:path w="407" h="416" stroke="true" fill="norm" extrusionOk="true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0" id="670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1" id="671"/>
            <p:cNvSpPr/>
            <p:nvPr/>
          </p:nvSpPr>
          <p:spPr>
            <a:xfrm>
              <a:off x="2397269" y="6151697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2" id="672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3" id="673"/>
            <p:cNvSpPr/>
            <p:nvPr/>
          </p:nvSpPr>
          <p:spPr>
            <a:xfrm>
              <a:off x="2397269" y="5831789"/>
              <a:ext cx="319909" cy="326181"/>
            </a:xfrm>
            <a:custGeom>
              <a:avLst/>
              <a:gdLst/>
              <a:ahLst/>
              <a:cxnLst/>
              <a:rect r="r" b="b" t="t" l="l"/>
              <a:pathLst>
                <a:path w="357" h="364" stroke="true" fill="norm" extrusionOk="true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4" id="674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5" id="675"/>
            <p:cNvSpPr/>
            <p:nvPr/>
          </p:nvSpPr>
          <p:spPr>
            <a:xfrm>
              <a:off x="2443867" y="6164243"/>
              <a:ext cx="25091" cy="10753"/>
            </a:xfrm>
            <a:custGeom>
              <a:avLst/>
              <a:gdLst/>
              <a:ahLst/>
              <a:cxnLst/>
              <a:rect r="r" b="b" t="t" l="l"/>
              <a:pathLst>
                <a:path w="28" h="12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6" id="676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7" id="677"/>
            <p:cNvSpPr/>
            <p:nvPr/>
          </p:nvSpPr>
          <p:spPr>
            <a:xfrm>
              <a:off x="2443867" y="5890932"/>
              <a:ext cx="273311" cy="282272"/>
            </a:xfrm>
            <a:custGeom>
              <a:avLst/>
              <a:gdLst/>
              <a:ahLst/>
              <a:cxnLst/>
              <a:rect r="r" b="b" t="t" l="l"/>
              <a:pathLst>
                <a:path w="305" h="315" stroke="true" fill="norm" extrusionOk="true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8" id="678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79" id="679"/>
            <p:cNvSpPr/>
            <p:nvPr/>
          </p:nvSpPr>
          <p:spPr>
            <a:xfrm>
              <a:off x="2490464" y="6179477"/>
              <a:ext cx="23299" cy="8065"/>
            </a:xfrm>
            <a:custGeom>
              <a:avLst/>
              <a:gdLst/>
              <a:ahLst/>
              <a:cxnLst/>
              <a:rect r="r" b="b" t="t" l="l"/>
              <a:pathLst>
                <a:path w="26" h="9" stroke="true" fill="norm" extrusionOk="true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0" id="680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1" id="681"/>
            <p:cNvSpPr/>
            <p:nvPr/>
          </p:nvSpPr>
          <p:spPr>
            <a:xfrm>
              <a:off x="2490464" y="5952763"/>
              <a:ext cx="226714" cy="234779"/>
            </a:xfrm>
            <a:custGeom>
              <a:avLst/>
              <a:gdLst/>
              <a:ahLst/>
              <a:cxnLst/>
              <a:rect r="r" b="b" t="t" l="l"/>
              <a:pathLst>
                <a:path w="253" h="262" stroke="true" fill="norm" extrusionOk="true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2" id="682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3" id="683"/>
            <p:cNvSpPr/>
            <p:nvPr/>
          </p:nvSpPr>
          <p:spPr>
            <a:xfrm>
              <a:off x="2535269" y="6193814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4" id="684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5" id="685"/>
            <p:cNvSpPr/>
            <p:nvPr/>
          </p:nvSpPr>
          <p:spPr>
            <a:xfrm>
              <a:off x="2537061" y="6013698"/>
              <a:ext cx="180117" cy="189078"/>
            </a:xfrm>
            <a:custGeom>
              <a:avLst/>
              <a:gdLst/>
              <a:ahLst/>
              <a:cxnLst/>
              <a:rect r="r" b="b" t="t" l="l"/>
              <a:pathLst>
                <a:path w="201" h="211" stroke="true" fill="norm" extrusionOk="true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6" id="686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7" id="687"/>
            <p:cNvSpPr/>
            <p:nvPr/>
          </p:nvSpPr>
          <p:spPr>
            <a:xfrm>
              <a:off x="2581866" y="6209048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8" id="688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89" id="689"/>
            <p:cNvSpPr/>
            <p:nvPr/>
          </p:nvSpPr>
          <p:spPr>
            <a:xfrm>
              <a:off x="2583659" y="6075529"/>
              <a:ext cx="133519" cy="141584"/>
            </a:xfrm>
            <a:custGeom>
              <a:avLst/>
              <a:gdLst/>
              <a:ahLst/>
              <a:cxnLst/>
              <a:rect r="r" b="b" t="t" l="l"/>
              <a:pathLst>
                <a:path w="149" h="158" stroke="true" fill="norm" extrusionOk="true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0" id="690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1" id="691"/>
            <p:cNvSpPr/>
            <p:nvPr/>
          </p:nvSpPr>
          <p:spPr>
            <a:xfrm>
              <a:off x="2628464" y="6223386"/>
              <a:ext cx="25091" cy="8961"/>
            </a:xfrm>
            <a:custGeom>
              <a:avLst/>
              <a:gdLst/>
              <a:ahLst/>
              <a:cxnLst/>
              <a:rect r="r" b="b" t="t" l="l"/>
              <a:pathLst>
                <a:path w="28" h="10" stroke="true" fill="norm" extrusionOk="true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2" id="692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3" id="693"/>
            <p:cNvSpPr/>
            <p:nvPr/>
          </p:nvSpPr>
          <p:spPr>
            <a:xfrm>
              <a:off x="2630256" y="6136464"/>
              <a:ext cx="86922" cy="93195"/>
            </a:xfrm>
            <a:custGeom>
              <a:avLst/>
              <a:gdLst/>
              <a:ahLst/>
              <a:cxnLst/>
              <a:rect r="r" b="b" t="t" l="l"/>
              <a:pathLst>
                <a:path w="97" h="104" stroke="true" fill="norm" extrusionOk="true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4" id="694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5" id="695"/>
            <p:cNvSpPr/>
            <p:nvPr/>
          </p:nvSpPr>
          <p:spPr>
            <a:xfrm>
              <a:off x="2675061" y="6238619"/>
              <a:ext cx="25091" cy="8065"/>
            </a:xfrm>
            <a:custGeom>
              <a:avLst/>
              <a:gdLst/>
              <a:ahLst/>
              <a:cxnLst/>
              <a:rect r="r" b="b" t="t" l="l"/>
              <a:pathLst>
                <a:path w="28" h="9" stroke="true" fill="norm" extrusionOk="true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6" id="696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7" id="697"/>
            <p:cNvSpPr/>
            <p:nvPr/>
          </p:nvSpPr>
          <p:spPr>
            <a:xfrm>
              <a:off x="2676853" y="6196503"/>
              <a:ext cx="40325" cy="48390"/>
            </a:xfrm>
            <a:custGeom>
              <a:avLst/>
              <a:gdLst/>
              <a:ahLst/>
              <a:cxnLst/>
              <a:rect r="r" b="b" t="t" l="l"/>
              <a:pathLst>
                <a:path w="45" h="54" stroke="true" fill="norm" extrusionOk="true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98" id="698"/>
            <p:cNvSpPr/>
            <p:nvPr/>
          </p:nvSpPr>
          <p:spPr>
            <a:xfrm>
              <a:off x="2717178" y="2939171"/>
              <a:ext cx="491960" cy="3313786"/>
            </a:xfrm>
            <a:custGeom>
              <a:avLst/>
              <a:gdLst/>
              <a:ahLst/>
              <a:cxnLst/>
              <a:rect r="r" b="b" t="t" l="l"/>
              <a:pathLst>
                <a:path w="549" h="3698" stroke="true" fill="norm" extrusionOk="true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AutoShape 699" id="699"/>
          <p:cNvSpPr/>
          <p:nvPr/>
        </p:nvSpPr>
        <p:spPr>
          <a:xfrm>
            <a:off x="6783313" y="4326221"/>
            <a:ext cx="4639642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base" algn="just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選擇合適的微調數據集，涵蓋內部架構文件、歷史雲端賬單報告。</a:t>
            </a:r>
          </a:p>
        </p:txBody>
      </p:sp>
      <p:sp>
        <p:nvSpPr>
          <p:cNvPr name="TextBox 700" id="700"/>
          <p:cNvSpPr txBox="true"/>
          <p:nvPr/>
        </p:nvSpPr>
        <p:spPr>
          <a:xfrm>
            <a:off x="7942121" y="1165190"/>
            <a:ext cx="345579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Microsoft YaHei"/>
                <a:ea typeface="Microsoft YaHei"/>
              </a:rPr>
              <a:t>選擇合適的數據集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40697" dur="indefinite" repeatCount="1000" spd="100%" accel="0%" decel="0%" restart="never" nodeType="tmRoot">
          <p:childTnLst>
            <p:seq concurrent="true" nextAc="seek">
              <p:cTn id="40698" dur="indefinite" repeatCount="1000" spd="100%" accel="0%" decel="0%" nodeType="mainSeq">
                <p:childTnLst>
                  <p:par>
                    <p:cTn id="40699" repeatCount="1000" spd="100%" accel="0%" decel="0%" fill="hold">
                      <p:stCondLst>
                        <p:cond delay="indefinite"/>
                        <p:cond evt="onBegin" delay="0">
                          <p:tn val="40698"/>
                        </p:cond>
                      </p:stCondLst>
                      <p:childTnLst>
                        <p:par>
                          <p:cTn id="4070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0701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0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0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0704" presetID="5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down)" transition="in">
                                      <p:cBhvr>
                                        <p:cTn id="40705" dur="1000" repeatCount="1000" spd="100%" accel="0%" decel="0%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0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0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0708" presetID="53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710" dur="1000" repeatCount="1000" spd="100%" accel="0%" decel="0%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11" dur="1000" repeatCount="1000" spd="100%" accel="0%" decel="0%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0709" dur="1000" repeatCount="1000" spd="100%" accel="0%" decel="0%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1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1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0714" presetID="3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716" dur="1000" repeatCount="1000" spd="100%" accel="0%" decel="0%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17" dur="1000" repeatCount="1000" spd="100%" accel="0%" decel="0%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18" dur="1000" repeatCount="1000" spd="100%" accel="0%" decel="0%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0715" dur="1000" repeatCount="1000" spd="100%" accel="0%" decel="0%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1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2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0721" presetID="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722" dur="2000" repeatCount="1000" spd="100%" accel="0%" decel="0%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723" dur="2000" repeatCount="1000" spd="100%" accel="0%" decel="0%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724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470875" y="425337"/>
            <a:ext cx="7945628" cy="43088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檢索增強生成 (RAG)</a:t>
            </a:r>
          </a:p>
        </p:txBody>
      </p:sp>
      <p:sp>
        <p:nvSpPr>
          <p:cNvPr name="AutoShape 3" id="3"/>
          <p:cNvSpPr/>
          <p:nvPr/>
        </p:nvSpPr>
        <p:spPr>
          <a:xfrm>
            <a:off x="1081821" y="1578446"/>
            <a:ext cx="3956131" cy="3956130"/>
          </a:xfrm>
          <a:prstGeom prst="ellipse">
            <a:avLst/>
          </a:prstGeom>
          <a:solidFill>
            <a:schemeClr val="accent1"/>
          </a:solidFill>
          <a:ln cap="flat">
            <a:noFill/>
            <a:prstDash val="solid"/>
            <a:miter lim="800000"/>
          </a:ln>
          <a:effectLst>
            <a:outerShdw algn="tl" blurRad="127000" dir="2700000" dist="63500" rotWithShape="false">
              <a:schemeClr val="accent1">
                <a:alpha val="4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326312" y="1822935"/>
            <a:ext cx="3467152" cy="3467152"/>
          </a:xfrm>
          <a:prstGeom prst="ellipse">
            <a:avLst/>
          </a:prstGeom>
          <a:blipFill>
            <a:blip r:embed="rId2"/>
            <a:stretch>
              <a:fillRect t="0" l="0" b="0" r="0"/>
            </a:stretch>
          </a:blipFill>
          <a:ln cap="flat">
            <a:noFill/>
            <a:prstDash val="solid"/>
            <a:miter lim="800000"/>
          </a:ln>
          <a:effectLst>
            <a:outerShdw algn="tl" blurRad="127000" dir="2700000" dist="63500" rotWithShape="false">
              <a:schemeClr val="tx2">
                <a:alpha val="4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/>
        </p:nvSpPr>
        <p:spPr>
          <a:xfrm flipV="true">
            <a:off x="1018454" y="4320493"/>
            <a:ext cx="773086" cy="77308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  <a:effectLst>
            <a:outerShdw algn="tl" blurRad="127000" dir="2700000" dist="63500" rotWithShape="false">
              <a:schemeClr val="tx2">
                <a:alpha val="4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/>
        </p:nvSpPr>
        <p:spPr>
          <a:xfrm>
            <a:off x="6564743" y="1430878"/>
            <a:ext cx="4483674" cy="1970224"/>
          </a:xfrm>
          <a:prstGeom prst="roundRect">
            <a:avLst>
              <a:gd name="adj" fmla="val 88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anchor="ctr" tIns="45720" lIns="465840" bIns="45720" rIns="235440">
            <a:normAutofit/>
          </a:bodyPr>
          <a:p>
            <a:pPr algn="l" marL="0">
              <a:lnSpc>
                <a:spcPct val="130000"/>
              </a:lnSpc>
            </a:pPr>
          </a:p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通過將LLM與外部知識庫相連接，增強分析準確性，提供即時上下文信息。</a:t>
            </a:r>
          </a:p>
        </p:txBody>
      </p:sp>
      <p:grpSp>
        <p:nvGrpSpPr>
          <p:cNvPr name="Group 7" id="7"/>
          <p:cNvGrpSpPr/>
          <p:nvPr/>
        </p:nvGrpSpPr>
        <p:grpSpPr>
          <a:xfrm>
            <a:off x="6294742" y="2124466"/>
            <a:ext cx="540000" cy="540000"/>
            <a:chOff x="2832175" y="5599496"/>
            <a:chExt cx="540000" cy="540000"/>
          </a:xfrm>
        </p:grpSpPr>
        <p:sp>
          <p:nvSpPr>
            <p:cNvPr name="TextBox 8" id="8"/>
            <p:cNvSpPr txBox="true"/>
            <p:nvPr/>
          </p:nvSpPr>
          <p:spPr>
            <a:xfrm>
              <a:off x="2832175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cap="flat">
              <a:noFill/>
              <a:prstDash val="solid"/>
              <a:miter lim="800000"/>
            </a:ln>
            <a:effectLst>
              <a:outerShdw algn="tl" blurRad="127000" dir="2700000" dist="63500" rotWithShape="false">
                <a:schemeClr val="accent1">
                  <a:alpha val="40000"/>
                </a:schemeClr>
              </a:outerShdw>
            </a:effectLst>
          </p:spPr>
          <p:txBody>
            <a:bodyPr anchor="ctr" rtlCol="false" vert="horz" tIns="45720" lIns="91440" bIns="45720" rIns="91440">
              <a:normAutofit/>
            </a:bodyPr>
            <a:lstStyle/>
            <a:p>
              <a:pPr algn="l" marL="0">
                <a:defRPr/>
              </a:pPr>
              <a:endParaRPr lang="en-US" sz="1100"/>
            </a:p>
          </p:txBody>
        </p:sp>
        <p:sp>
          <p:nvSpPr>
            <p:cNvPr name="Freeform 9" id="9"/>
            <p:cNvSpPr/>
            <p:nvPr/>
          </p:nvSpPr>
          <p:spPr>
            <a:xfrm>
              <a:off x="2989061" y="5731793"/>
              <a:ext cx="226228" cy="275406"/>
            </a:xfrm>
            <a:custGeom>
              <a:avLst/>
              <a:gdLst/>
              <a:ahLst/>
              <a:cxnLst/>
              <a:rect r="r" b="b" t="t" l="l"/>
              <a:pathLst>
                <a:path w="438150" h="533400" stroke="true" fill="norm" extrusionOk="true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10" id="10"/>
          <p:cNvSpPr/>
          <p:nvPr/>
        </p:nvSpPr>
        <p:spPr>
          <a:xfrm>
            <a:off x="6947856" y="1699701"/>
            <a:ext cx="3917831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連接外部知識庫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564743" y="3851534"/>
            <a:ext cx="4483674" cy="1970224"/>
          </a:xfrm>
          <a:prstGeom prst="roundRect">
            <a:avLst>
              <a:gd name="adj" fmla="val 8800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anchor="ctr" tIns="45720" lIns="464400" bIns="45720" rIns="234000">
            <a:normAutofit/>
          </a:bodyPr>
          <a:p>
            <a:pPr algn="l" marL="0">
              <a:lnSpc>
                <a:spcPct val="130000"/>
              </a:lnSpc>
            </a:pPr>
          </a:p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当用户或系统触发成本RCA流程时，RAG系统能检索最新的数据并生成详细的RCA分析。</a:t>
            </a:r>
          </a:p>
        </p:txBody>
      </p:sp>
      <p:grpSp>
        <p:nvGrpSpPr>
          <p:cNvPr name="Group 12" id="12"/>
          <p:cNvGrpSpPr/>
          <p:nvPr/>
        </p:nvGrpSpPr>
        <p:grpSpPr>
          <a:xfrm>
            <a:off x="6294742" y="4545122"/>
            <a:ext cx="540000" cy="540000"/>
            <a:chOff x="3708127" y="5599496"/>
            <a:chExt cx="540000" cy="540000"/>
          </a:xfrm>
        </p:grpSpPr>
        <p:sp>
          <p:nvSpPr>
            <p:cNvPr name="TextBox 13" id="13"/>
            <p:cNvSpPr txBox="true"/>
            <p:nvPr/>
          </p:nvSpPr>
          <p:spPr>
            <a:xfrm>
              <a:off x="3708127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cap="flat">
              <a:noFill/>
              <a:prstDash val="solid"/>
              <a:miter lim="800000"/>
            </a:ln>
            <a:effectLst>
              <a:outerShdw algn="tl" blurRad="127000" dir="2700000" dist="63500" rotWithShape="false">
                <a:schemeClr val="tx2">
                  <a:alpha val="40000"/>
                </a:schemeClr>
              </a:outerShdw>
            </a:effectLst>
          </p:spPr>
          <p:txBody>
            <a:bodyPr anchor="ctr" rtlCol="false" vert="horz" tIns="45720" lIns="91440" bIns="45720" rIns="91440">
              <a:normAutofit/>
            </a:bodyPr>
            <a:lstStyle/>
            <a:p>
              <a:pPr algn="l" marL="0">
                <a:defRPr/>
              </a:pPr>
              <a:endParaRPr lang="en-US" sz="1100"/>
            </a:p>
          </p:txBody>
        </p:sp>
        <p:sp>
          <p:nvSpPr>
            <p:cNvPr name="Freeform 14" id="14"/>
            <p:cNvSpPr/>
            <p:nvPr/>
          </p:nvSpPr>
          <p:spPr>
            <a:xfrm>
              <a:off x="3850260" y="5734252"/>
              <a:ext cx="255734" cy="270488"/>
            </a:xfrm>
            <a:custGeom>
              <a:avLst/>
              <a:gdLst/>
              <a:ahLst/>
              <a:cxnLst/>
              <a:rect r="r" b="b" t="t" l="l"/>
              <a:pathLst>
                <a:path w="495300" h="523875" stroke="true" fill="norm" extrusionOk="true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15" id="15"/>
          <p:cNvSpPr/>
          <p:nvPr/>
        </p:nvSpPr>
        <p:spPr>
          <a:xfrm>
            <a:off x="6947856" y="4057991"/>
            <a:ext cx="3917831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RCA流程觸發</a:t>
            </a:r>
          </a:p>
        </p:txBody>
      </p:sp>
    </p:spTree>
  </p:cSld>
  <p:clrMapOvr>
    <a:masterClrMapping/>
  </p:clrMapOvr>
  <p:transition spd="slow">
    <p:wheel spokes="8"/>
  </p:transition>
  <p:timing>
    <p:tnLst>
      <p:par>
        <p:cTn id="42847" dur="indefinite" repeatCount="1000" spd="100%" accel="0%" decel="0%" restart="never" nodeType="tmRoot">
          <p:childTnLst>
            <p:seq concurrent="true" nextAc="seek">
              <p:cTn id="42848" dur="indefinite" repeatCount="1000" spd="100%" accel="0%" decel="0%" nodeType="mainSeq">
                <p:childTnLst>
                  <p:par>
                    <p:cTn id="42849" repeatCount="1000" spd="100%" accel="0%" decel="0%" fill="hold">
                      <p:stCondLst>
                        <p:cond delay="indefinite"/>
                        <p:cond evt="onBegin" delay="0">
                          <p:tn val="42848"/>
                        </p:cond>
                      </p:stCondLst>
                      <p:childTnLst>
                        <p:par>
                          <p:cTn id="4285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851" presetID="23" presetClass="entr" presetSubtype="3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852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53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54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55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856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5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858" presetID="23" presetClass="entr" presetSubtype="28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859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4/3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60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4/3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861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6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863" presetID="13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plus(out)" transition="in">
                                      <p:cBhvr>
                                        <p:cTn id="42864" dur="1000" repeatCount="1000" spd="100%" accel="0%" decel="0%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6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6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867" presetID="2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869" dur="1000" repeatCount="1000" spd="100%" accel="0%" decel="0%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70" dur="1000" repeatCount="1000" spd="100%" accel="0%" decel="0%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 prLst="gradientSize: 0.1">
                                      <p:cBhvr>
                                        <p:cTn id="42868" dur="1000" repeatCount="1000" spd="100%" accel="0%" decel="0%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7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7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873" presetID="2" presetClass="entr" presetSubtype="9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874" dur="1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75" dur="1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87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7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878" presetID="3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linds(vertical)" transition="in">
                                      <p:cBhvr>
                                        <p:cTn id="42879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8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470875" y="425337"/>
            <a:ext cx="7945628" cy="43088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策略性提示工程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3" y="4536837"/>
            <a:ext cx="5228634" cy="1198361"/>
          </a:xfrm>
          <a:prstGeom prst="roundRect">
            <a:avLst>
              <a:gd name="adj" fmla="val 5931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通過設計高效的指令來引導模型，實現快速且準確的分析結果。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0" y="3916491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引導模型執行任務</a:t>
            </a:r>
          </a:p>
        </p:txBody>
      </p:sp>
      <p:sp>
        <p:nvSpPr>
          <p:cNvPr name="AutoShape 5" id="5"/>
          <p:cNvSpPr/>
          <p:nvPr/>
        </p:nvSpPr>
        <p:spPr>
          <a:xfrm>
            <a:off x="660402" y="1898529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6290266" y="4536837"/>
            <a:ext cx="5228634" cy="1198361"/>
          </a:xfrm>
          <a:prstGeom prst="roundRect">
            <a:avLst>
              <a:gd name="adj" fmla="val 5931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清晰的提示設計是引導LLM執行特定任務的藝術與科學。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6290263" y="3916491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bg1"/>
          </a:solidFill>
          <a:ln>
            <a:noFill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+mn-ea"/>
                <a:ea typeface="+mn-ea"/>
              </a:rPr>
              <a:t>清晰提示設計</a:t>
            </a:r>
          </a:p>
        </p:txBody>
      </p:sp>
      <p:sp>
        <p:nvSpPr>
          <p:cNvPr name="AutoShape 8" id="8"/>
          <p:cNvSpPr/>
          <p:nvPr/>
        </p:nvSpPr>
        <p:spPr>
          <a:xfrm>
            <a:off x="6290265" y="1898529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3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  <p:transition spd="slow">
    <p:cover dir="d"/>
  </p:transition>
  <p:timing>
    <p:tnLst>
      <p:par>
        <p:cTn id="44154" dur="indefinite" repeatCount="1000" spd="100%" accel="0%" decel="0%" restart="never" nodeType="tmRoot">
          <p:childTnLst>
            <p:seq concurrent="true" nextAc="seek">
              <p:cTn id="44155" dur="indefinite" repeatCount="1000" spd="100%" accel="0%" decel="0%" nodeType="mainSeq">
                <p:childTnLst>
                  <p:par>
                    <p:cTn id="44156" repeatCount="1000" spd="100%" accel="0%" decel="0%" fill="hold">
                      <p:stCondLst>
                        <p:cond delay="indefinite"/>
                        <p:cond evt="onBegin" delay="0">
                          <p:tn val="44155"/>
                        </p:cond>
                      </p:stCondLst>
                      <p:childTnLst>
                        <p:par>
                          <p:cTn id="4415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58" presetID="48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160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8000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8000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61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1.0"/>
                                          </p:val>
                                        </p:tav>
                                        <p:tav fmla="" tm="50000">
                                          <p:val>
                                            <p:fltVal val="0.9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62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4159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6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6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65" presetID="17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166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67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68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69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417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7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72" presetID="2" presetClass="entr" presetSubtype="1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173" dur="1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74" dur="1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17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7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77" presetID="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178" dur="1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79" dur="1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18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8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82" presetID="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183" dur="2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84" dur="2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18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8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87" presetID="4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189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90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4188" dur="1000" repeatCount="1000" spd="100%" accel="0%" decel="0%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9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9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93" presetID="18" presetClass="entr" presetSubtype="9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strips(upLeft)" transition="in">
                                      <p:cBhvr>
                                        <p:cTn id="44194" dur="5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95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06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實施路線圖：分階段方法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slow">
    <p:wipe dir="l"/>
  </p:transition>
  <p:timing>
    <p:tnLst>
      <p:par>
        <p:cTn id="46507" dur="indefinite" repeatCount="1000" spd="100%" accel="0%" decel="0%" restart="never" nodeType="tmRoot">
          <p:childTnLst>
            <p:seq concurrent="true" nextAc="seek">
              <p:cTn id="46508" dur="indefinite" repeatCount="1000" spd="100%" accel="0%" decel="0%" nodeType="mainSeq">
                <p:childTnLst>
                  <p:par>
                    <p:cTn id="46509" repeatCount="1000" spd="100%" accel="0%" decel="0%" fill="hold">
                      <p:stCondLst>
                        <p:cond delay="indefinite"/>
                        <p:cond evt="onBegin" delay="0">
                          <p:tn val="46508"/>
                        </p:cond>
                      </p:stCondLst>
                      <p:childTnLst>
                        <p:par>
                          <p:cTn id="4651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6511" presetID="14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randombar(horizontal)" transition="in">
                                      <p:cBhvr>
                                        <p:cTn id="46512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51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1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6515" presetID="17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516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17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18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19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52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470875" y="425337"/>
            <a:ext cx="7945628" cy="43088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階段一：數據策略與準備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3" y="4536837"/>
            <a:ext cx="5228634" cy="1198361"/>
          </a:xfrm>
          <a:prstGeom prst="roundRect">
            <a:avLst>
              <a:gd name="adj" fmla="val 5931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確保數據源的高質量和可訪問性，包括資源配置數據。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0" y="3916491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確保數據質量</a:t>
            </a:r>
          </a:p>
        </p:txBody>
      </p:sp>
      <p:sp>
        <p:nvSpPr>
          <p:cNvPr name="AutoShape 5" id="5"/>
          <p:cNvSpPr/>
          <p:nvPr/>
        </p:nvSpPr>
        <p:spPr>
          <a:xfrm>
            <a:off x="660402" y="1898529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6290266" y="4536837"/>
            <a:ext cx="5228634" cy="1198361"/>
          </a:xfrm>
          <a:prstGeom prst="roundRect">
            <a:avLst>
              <a:gd name="adj" fmla="val 5931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包括性能指標及雲服務提供商的賬單數據。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6290263" y="3916491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bg1"/>
          </a:solidFill>
          <a:ln>
            <a:noFill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+mn-ea"/>
                <a:ea typeface="+mn-ea"/>
              </a:rPr>
              <a:t>數據來源</a:t>
            </a:r>
          </a:p>
        </p:txBody>
      </p:sp>
      <p:sp>
        <p:nvSpPr>
          <p:cNvPr name="AutoShape 8" id="8"/>
          <p:cNvSpPr/>
          <p:nvPr/>
        </p:nvSpPr>
        <p:spPr>
          <a:xfrm>
            <a:off x="6290265" y="1898529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3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48408" dur="indefinite" repeatCount="1000" spd="100%" accel="0%" decel="0%" restart="never" nodeType="tmRoot">
          <p:childTnLst>
            <p:seq concurrent="true" nextAc="seek">
              <p:cTn id="48409" dur="indefinite" repeatCount="1000" spd="100%" accel="0%" decel="0%" nodeType="mainSeq">
                <p:childTnLst>
                  <p:par>
                    <p:cTn id="48410" repeatCount="1000" spd="100%" accel="0%" decel="0%" fill="hold">
                      <p:stCondLst>
                        <p:cond delay="indefinite"/>
                        <p:cond evt="onBegin" delay="0">
                          <p:tn val="48409"/>
                        </p:cond>
                      </p:stCondLst>
                      <p:childTnLst>
                        <p:par>
                          <p:cTn id="4841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412" presetID="3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414" dur="800" repeatCount="1000" spd="100%" accel="0%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15" dur="800" repeatCount="1000" spd="100%" accel="0%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0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16" dur="800" repeatCount="1000" spd="100%" accel="0%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0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17" dur="200" repeatCount="1000" spd="100%" accel="100000" decel="0%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18" dur="200" repeatCount="1000" spd="100%" accel="100000" decel="0%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8413" dur="800" repeatCount="1000" spd="100%" accel="0%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1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2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421" presetID="2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423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24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25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.0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26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27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28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29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8422" dur="1000" repeatCount="1000" spd="100%" accel="0%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3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3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432" presetID="16" presetClass="entr" presetSubtype="2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in">
                                      <p:cBhvr>
                                        <p:cTn id="48433" dur="500" repeatCount="1000" spd="100%" accel="0%" decel="0%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34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3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436" presetID="16" presetClass="entr" presetSubtype="2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Horizontal)" transition="in">
                                      <p:cBhvr>
                                        <p:cTn id="48437" dur="500" repeatCount="1000" spd="100%" accel="0%" decel="0%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38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3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440" presetID="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441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442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44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4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445" presetID="5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447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48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8446" dur="1000" repeatCount="1000" spd="100%" accel="0%" decel="0%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4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5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451" presetID="48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453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8000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8000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54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1.0"/>
                                          </p:val>
                                        </p:tav>
                                        <p:tav fmla="" tm="50000">
                                          <p:val>
                                            <p:fltVal val="0.9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55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8452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5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</p:spPr>
        <p:txBody>
          <a:bodyPr anchor="b" rtlCol="false" vert="horz" tIns="45720" lIns="91440" bIns="45720" rIns="91440">
            <a:norm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階段二：AI模型開發與工具化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>
            <a:off x="1102788" y="1425844"/>
            <a:ext cx="4213981" cy="2641600"/>
          </a:xfrm>
          <a:prstGeom prst="roundRect">
            <a:avLst>
              <a:gd name="adj" fmla="val 4500"/>
            </a:avLst>
          </a:prstGeom>
          <a:blipFill>
            <a:blip r:embed="rId2"/>
            <a:srcRect/>
            <a:stretch>
              <a:fillRect t="-3189" l="0" b="-316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2089550" y="3479776"/>
            <a:ext cx="3635130" cy="2641600"/>
          </a:xfrm>
          <a:prstGeom prst="roundRect">
            <a:avLst>
              <a:gd name="adj" fmla="val 7400"/>
            </a:avLst>
          </a:prstGeom>
          <a:solidFill>
            <a:srgbClr val="FFFFFF"/>
          </a:solidFill>
          <a:ln cap="rnd">
            <a:noFill/>
            <a:prstDash val="solid"/>
          </a:ln>
          <a:effectLst>
            <a:outerShdw algn="ctr" blurRad="254000" dist="127000" rotWithShape="false">
              <a:schemeClr val="bg1">
                <a:alpha val="20000"/>
                <a:lumMod val="65000"/>
              </a:scheme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2123474" y="3685533"/>
            <a:ext cx="261375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bg2">
                    <a:lumMod val="10000"/>
                  </a:schemeClr>
                </a:solidFill>
                <a:latin typeface="微软雅黑"/>
                <a:ea typeface="微软雅黑"/>
              </a:rPr>
              <a:t>選擇適合企業需求的AI模型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2123476" y="4091824"/>
            <a:ext cx="2613749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000000">
                    <a:lumMod val="85000"/>
                    <a:lumOff val="15000"/>
                  </a:srgbClr>
                </a:solidFill>
                <a:effectLst/>
                <a:latin typeface="微软雅黑"/>
                <a:ea typeface="微软雅黑"/>
              </a:rPr>
              <a:t>選擇適合企業需求的AI模型，提供支持框架。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759333" y="3677537"/>
            <a:ext cx="892251" cy="76481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4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537480" y="1425844"/>
            <a:ext cx="4213981" cy="2641600"/>
          </a:xfrm>
          <a:prstGeom prst="roundRect">
            <a:avLst>
              <a:gd name="adj" fmla="val 4500"/>
            </a:avLst>
          </a:prstGeom>
          <a:blipFill>
            <a:blip r:embed="rId3"/>
            <a:srcRect/>
            <a:stretch>
              <a:fillRect t="-56620" l="0" b="-56078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7524242" y="3479776"/>
            <a:ext cx="3635130" cy="2641600"/>
          </a:xfrm>
          <a:prstGeom prst="roundRect">
            <a:avLst>
              <a:gd name="adj" fmla="val 7400"/>
            </a:avLst>
          </a:prstGeom>
          <a:solidFill>
            <a:srgbClr val="FFFFFF"/>
          </a:solidFill>
          <a:ln cap="rnd">
            <a:noFill/>
            <a:prstDash val="solid"/>
          </a:ln>
          <a:effectLst>
            <a:outerShdw algn="ctr" blurRad="254000" dist="127000" rotWithShape="false">
              <a:schemeClr val="bg1">
                <a:alpha val="20000"/>
                <a:lumMod val="65000"/>
              </a:scheme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7580275" y="3685533"/>
            <a:ext cx="261375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bg2">
                    <a:lumMod val="10000"/>
                  </a:schemeClr>
                </a:solidFill>
                <a:latin typeface="微软雅黑"/>
                <a:ea typeface="微软雅黑"/>
              </a:rPr>
              <a:t>快速微調和集成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7580277" y="4091824"/>
            <a:ext cx="2613749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000000">
                    <a:lumMod val="85000"/>
                    <a:lumOff val="15000"/>
                  </a:srgbClr>
                </a:solidFill>
                <a:effectLst/>
                <a:latin typeface="微软雅黑"/>
                <a:ea typeface="微软雅黑"/>
              </a:rPr>
              <a:t>便於快速進行微調和模型集成，提高效率。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0194025" y="3677537"/>
            <a:ext cx="892251" cy="76481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400" baseline="0" u="none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50681" dur="indefinite" repeatCount="1000" spd="100%" accel="0%" decel="0%" restart="never" nodeType="tmRoot">
          <p:childTnLst>
            <p:seq concurrent="true" nextAc="seek">
              <p:cTn id="50682" dur="indefinite" repeatCount="1000" spd="100%" accel="0%" decel="0%" nodeType="mainSeq">
                <p:childTnLst>
                  <p:par>
                    <p:cTn id="50683" repeatCount="1000" spd="100%" accel="0%" decel="0%" fill="hold">
                      <p:stCondLst>
                        <p:cond delay="indefinite"/>
                        <p:cond evt="onBegin" delay="0">
                          <p:tn val="50682"/>
                        </p:cond>
                      </p:stCondLst>
                      <p:childTnLst>
                        <p:par>
                          <p:cTn id="5068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685" presetID="21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8)" transition="in">
                                      <p:cBhvr>
                                        <p:cTn id="50686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8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8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68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9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9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692" presetID="16" presetClass="entr" presetSubtype="37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outVertical)" transition="in">
                                      <p:cBhvr>
                                        <p:cTn id="50693" dur="500" repeatCount="1000" spd="100%" accel="0%" decel="0%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94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9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696" presetID="3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697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698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699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700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70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0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703" presetID="8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amond(out)" transition="in">
                                      <p:cBhvr>
                                        <p:cTn id="50704" dur="1000" repeatCount="1000" spd="100%" accel="0%" decel="0%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70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0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707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0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0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710" presetID="24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to="" valueType="num">
                                      <p:cBhvr>
                                        <p:cTn id="50711" dur="1" repeatCount="1000" spd="100%" accel="0%" decel="0%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5071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1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714" presetID="16" presetClass="entr" presetSubtype="2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Horizontal)" transition="in">
                                      <p:cBhvr>
                                        <p:cTn id="50715" dur="500" repeatCount="1000" spd="100%" accel="0%" decel="0%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716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1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718" presetID="1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719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20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21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22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50723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19520" y="1904922"/>
            <a:ext cx="3440942" cy="3440942"/>
          </a:xfrm>
          <a:prstGeom prst="ellipse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660400" y="1755959"/>
            <a:ext cx="3752480" cy="3752481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3729801" y="2207875"/>
            <a:ext cx="842199" cy="84219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/>
          </a:gradFill>
          <a:effectLst>
            <a:outerShdw algn="tl" blurRad="127000" dir="2700000" dist="63500" rotWithShape="false">
              <a:schemeClr val="accent1">
                <a:alpha val="4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1077823" y="2207875"/>
            <a:ext cx="2912901" cy="2882629"/>
          </a:xfrm>
          <a:prstGeom prst="ellipse">
            <a:avLst/>
          </a:prstGeom>
          <a:blipFill>
            <a:blip r:embed="rId2"/>
            <a:srcRect/>
            <a:stretch>
              <a:fillRect t="-37382" l="0" b="-1956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3968172" y="2483364"/>
            <a:ext cx="365461" cy="304250"/>
          </a:xfrm>
          <a:custGeom>
            <a:avLst/>
            <a:gdLst/>
            <a:ahLst/>
            <a:cxnLst/>
            <a:rect r="r" b="b" t="t" l="l"/>
            <a:pathLst>
              <a:path w="526297" h="438150" stroke="true" fill="norm" extrusionOk="true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7" id="7"/>
          <p:cNvSpPr txBox="true"/>
          <p:nvPr/>
        </p:nvSpPr>
        <p:spPr>
          <a:xfrm>
            <a:off x="6548887" y="2312507"/>
            <a:ext cx="540000" cy="54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/>
          </a:gradFill>
          <a:effectLst>
            <a:outerShdw algn="tl" blurRad="127000" dir="2700000" dist="63500" rotWithShape="false">
              <a:schemeClr val="accent1">
                <a:alpha val="40000"/>
              </a:schemeClr>
            </a:outerShdw>
          </a:effectLst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flipH="true">
            <a:off x="5350975" y="3278805"/>
            <a:ext cx="2935824" cy="338554"/>
          </a:xfrm>
          <a:prstGeom prst="rect">
            <a:avLst/>
          </a:prstGeom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fontAlgn="auto" algn="ctr" indent="0" marR="0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融入成本管理流程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5350975" y="3682675"/>
            <a:ext cx="2935826" cy="1104148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anchorCtr="tru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將AI能力融入實際的成本管理工作流程中，實現自動化。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9780986" y="2312507"/>
            <a:ext cx="540000" cy="54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/>
          </a:gradFill>
          <a:effectLst>
            <a:outerShdw algn="tl" blurRad="127000" dir="2700000" dist="63500" rotWithShape="false">
              <a:schemeClr val="accent1">
                <a:alpha val="40000"/>
              </a:schemeClr>
            </a:outerShdw>
          </a:effectLst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flipH="true">
            <a:off x="8583074" y="3278805"/>
            <a:ext cx="2935824" cy="338554"/>
          </a:xfrm>
          <a:prstGeom prst="rect">
            <a:avLst/>
          </a:prstGeom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fontAlgn="auto" algn="ctr" indent="0" marR="0" marL="0">
              <a:spcBef>
                <a:spcPct val="0"/>
              </a:spcBef>
              <a:spcAft>
                <a:spcPct val="0"/>
              </a:spcAft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減少人為干預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583074" y="3682675"/>
            <a:ext cx="2935826" cy="1102674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anchorCtr="tru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通過自動化異常偵測和RCA觸發來減少人為干預，提高效率。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</p:spPr>
        <p:txBody>
          <a:bodyPr anchor="b" rtlCol="false" vert="horz" tIns="45720" lIns="91440" bIns="45720" rIns="91440">
            <a:norm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階段三：智能工作流程設計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52001" dur="indefinite" repeatCount="1000" spd="100%" accel="0%" decel="0%" restart="never" nodeType="tmRoot">
          <p:childTnLst>
            <p:seq concurrent="true" nextAc="seek">
              <p:cTn id="52002" dur="indefinite" repeatCount="1000" spd="100%" accel="0%" decel="0%" nodeType="mainSeq">
                <p:childTnLst>
                  <p:par>
                    <p:cTn id="52003" repeatCount="1000" spd="100%" accel="0%" decel="0%" fill="hold">
                      <p:stCondLst>
                        <p:cond delay="indefinite"/>
                        <p:cond evt="onBegin" delay="0">
                          <p:tn val="52002"/>
                        </p:cond>
                      </p:stCondLst>
                      <p:childTnLst>
                        <p:par>
                          <p:cTn id="5200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005" presetID="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006" dur="1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007" dur="1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008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0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01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1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1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013" presetID="2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up)" transition="in">
                                      <p:cBhvr>
                                        <p:cTn id="52014" dur="5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015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1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017" presetID="5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019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020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2018" dur="1000" repeatCount="1000" spd="100%" accel="0%" decel="0%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02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2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023" presetID="53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025" dur="1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026" dur="1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2024" dur="1000" repeatCount="1000" spd="100%" accel="0%" decel="0%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02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2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02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3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3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03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3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3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035" presetID="2" presetClass="entr" presetSubtype="1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036" dur="10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037" dur="10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038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470875" y="425337"/>
            <a:ext cx="7945628" cy="43088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階段四：持續學習與優化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3" y="4536837"/>
            <a:ext cx="5228634" cy="1198361"/>
          </a:xfrm>
          <a:prstGeom prst="roundRect">
            <a:avLst>
              <a:gd name="adj" fmla="val 5931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建立以數據為驅動的長期優化機制，確保模型始終有效。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0" y="3916491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數據驅動的優化機制</a:t>
            </a:r>
          </a:p>
        </p:txBody>
      </p:sp>
      <p:sp>
        <p:nvSpPr>
          <p:cNvPr name="AutoShape 5" id="5"/>
          <p:cNvSpPr/>
          <p:nvPr/>
        </p:nvSpPr>
        <p:spPr>
          <a:xfrm>
            <a:off x="660402" y="1898529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6290266" y="4536837"/>
            <a:ext cx="5228634" cy="1198361"/>
          </a:xfrm>
          <a:prstGeom prst="roundRect">
            <a:avLst>
              <a:gd name="adj" fmla="val 5931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人類專家對AI決策過程的監督和驗證，確保準確性和可靠性。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6290263" y="3916491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bg1"/>
          </a:solidFill>
          <a:ln>
            <a:noFill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+mn-ea"/>
                <a:ea typeface="+mn-ea"/>
              </a:rPr>
              <a:t>人機協同治理</a:t>
            </a:r>
          </a:p>
        </p:txBody>
      </p:sp>
      <p:sp>
        <p:nvSpPr>
          <p:cNvPr name="AutoShape 8" id="8"/>
          <p:cNvSpPr/>
          <p:nvPr/>
        </p:nvSpPr>
        <p:spPr>
          <a:xfrm>
            <a:off x="6290265" y="1898529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3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  <p:transition spd="slow">
    <p:split dir="in"/>
  </p:transition>
  <p:timing>
    <p:tnLst>
      <p:par>
        <p:cTn id="54764" dur="indefinite" repeatCount="1000" spd="100%" accel="0%" decel="0%" restart="never" nodeType="tmRoot">
          <p:childTnLst>
            <p:seq concurrent="true" nextAc="seek">
              <p:cTn id="54765" dur="indefinite" repeatCount="1000" spd="100%" accel="0%" decel="0%" nodeType="mainSeq">
                <p:childTnLst>
                  <p:par>
                    <p:cTn id="54766" repeatCount="1000" spd="100%" accel="0%" decel="0%" fill="hold">
                      <p:stCondLst>
                        <p:cond delay="indefinite"/>
                        <p:cond evt="onBegin" delay="0">
                          <p:tn val="54765"/>
                        </p:cond>
                      </p:stCondLst>
                      <p:childTnLst>
                        <p:par>
                          <p:cTn id="5476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768" presetID="16" presetClass="entr" presetSubtype="2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Horizontal)" transition="in">
                                      <p:cBhvr>
                                        <p:cTn id="54769" dur="5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7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7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772" presetID="23" presetClass="entr" presetSubtype="3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773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74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75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76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77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7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779" presetID="40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4781" dur="1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82" dur="1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4780" dur="1000" repeatCount="1000" spd="100%" accel="0%" decel="0%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8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8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785" presetID="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786" dur="1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787" dur="1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788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8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790" presetID="13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plus(in)" transition="in">
                                      <p:cBhvr>
                                        <p:cTn id="54791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9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9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794" presetID="19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795" dur="2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96" dur="2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797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9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799" presetID="18" presetClass="entr" presetSubtype="1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strips(downLeft)" transition="in">
                                      <p:cBhvr>
                                        <p:cTn id="54800" dur="5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801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3"/>
    </p:bldLst>
  </p:timing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07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應對挑戰與採納最佳實踐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56727" dur="indefinite" repeatCount="1000" spd="100%" accel="0%" decel="0%" restart="never" nodeType="tmRoot">
          <p:childTnLst>
            <p:seq concurrent="true" nextAc="seek">
              <p:cTn id="56728" dur="indefinite" repeatCount="1000" spd="100%" accel="0%" decel="0%" nodeType="mainSeq">
                <p:childTnLst>
                  <p:par>
                    <p:cTn id="56729" repeatCount="1000" spd="100%" accel="0%" decel="0%" fill="hold">
                      <p:stCondLst>
                        <p:cond delay="indefinite"/>
                        <p:cond evt="onBegin" delay="0">
                          <p:tn val="56728"/>
                        </p:cond>
                      </p:stCondLst>
                      <p:childTnLst>
                        <p:par>
                          <p:cTn id="5673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6731" presetID="8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amond(out)" transition="in">
                                      <p:cBhvr>
                                        <p:cTn id="56732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3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73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6735" presetID="1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737" dur="500" repeatCount="1000" spd="100%" accel="0%" decel="0%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down)" transition="in">
                                      <p:cBhvr>
                                        <p:cTn id="56736" dur="5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38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20951" y="344801"/>
            <a:ext cx="11478339" cy="757209"/>
            <a:chOff x="518866" y="344881"/>
            <a:chExt cx="11480996" cy="75738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475808" y="387939"/>
              <a:ext cx="757384" cy="671267"/>
              <a:chOff x="3385822" y="2342962"/>
              <a:chExt cx="2463822" cy="2183669"/>
            </a:xfrm>
          </p:grpSpPr>
          <p:sp>
            <p:nvSpPr>
              <p:cNvPr name="Freeform 4" id="4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cxnSp>
          <p:nvCxnSpPr>
            <p:cNvPr name="Connector 6" id="6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7" id="7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000000">
                      <a:lumMod val="75000"/>
                      <a:lumOff val="25000"/>
                    </a:srgbClr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主要挑戰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>
            <a:off x="5766918" y="5109377"/>
            <a:ext cx="4329526" cy="1753139"/>
            <a:chOff x="4775413" y="9982911"/>
            <a:chExt cx="5665955" cy="2294294"/>
          </a:xfrm>
        </p:grpSpPr>
        <p:sp>
          <p:nvSpPr>
            <p:cNvPr name="AutoShape 10" id="10"/>
            <p:cNvSpPr/>
            <p:nvPr/>
          </p:nvSpPr>
          <p:spPr>
            <a:xfrm flipH="true">
              <a:off x="4775413" y="11172841"/>
              <a:ext cx="2519715" cy="1104364"/>
            </a:xfrm>
            <a:prstGeom prst="cube">
              <a:avLst>
                <a:gd name="adj" fmla="val 63892"/>
              </a:avLst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1" id="11"/>
            <p:cNvSpPr/>
            <p:nvPr/>
          </p:nvSpPr>
          <p:spPr>
            <a:xfrm flipH="true">
              <a:off x="5751003" y="10771056"/>
              <a:ext cx="2519715" cy="1104364"/>
            </a:xfrm>
            <a:prstGeom prst="cube">
              <a:avLst>
                <a:gd name="adj" fmla="val 63892"/>
              </a:avLst>
            </a:prstGeom>
            <a:solidFill>
              <a:schemeClr val="accent2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2" id="12"/>
            <p:cNvSpPr/>
            <p:nvPr/>
          </p:nvSpPr>
          <p:spPr>
            <a:xfrm flipH="true">
              <a:off x="6726592" y="10369269"/>
              <a:ext cx="2519715" cy="1104364"/>
            </a:xfrm>
            <a:prstGeom prst="cube">
              <a:avLst>
                <a:gd name="adj" fmla="val 63892"/>
              </a:avLst>
            </a:prstGeom>
            <a:solidFill>
              <a:schemeClr val="accent3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3" id="13"/>
            <p:cNvSpPr/>
            <p:nvPr/>
          </p:nvSpPr>
          <p:spPr>
            <a:xfrm flipH="true">
              <a:off x="7921653" y="9982911"/>
              <a:ext cx="2519715" cy="1104364"/>
            </a:xfrm>
            <a:prstGeom prst="cube">
              <a:avLst>
                <a:gd name="adj" fmla="val 63892"/>
              </a:avLst>
            </a:prstGeom>
            <a:solidFill>
              <a:schemeClr val="accent4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8648610" y="3118532"/>
            <a:ext cx="1426277" cy="2367166"/>
            <a:chOff x="1206012" y="2479320"/>
            <a:chExt cx="2334927" cy="3875235"/>
          </a:xfrm>
        </p:grpSpPr>
        <p:sp>
          <p:nvSpPr>
            <p:cNvPr name="AutoShape 15" id="15"/>
            <p:cNvSpPr/>
            <p:nvPr/>
          </p:nvSpPr>
          <p:spPr>
            <a:xfrm>
              <a:off x="1206012" y="6057070"/>
              <a:ext cx="1581860" cy="297485"/>
            </a:xfrm>
            <a:prstGeom prst="ellipse">
              <a:avLst/>
            </a:prstGeom>
            <a:gradFill>
              <a:gsLst>
                <a:gs pos="0">
                  <a:srgbClr val="E6E6E6">
                    <a:alpha val="76000"/>
                    <a:lumMod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t="50000" l="50000" b="50000" r="50000"/>
              </a:path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</a:p>
          </p:txBody>
        </p:sp>
        <p:grpSp>
          <p:nvGrpSpPr>
            <p:cNvPr name="Group 16" id="16"/>
            <p:cNvGrpSpPr/>
            <p:nvPr/>
          </p:nvGrpSpPr>
          <p:grpSpPr>
            <a:xfrm>
              <a:off x="1757832" y="2479320"/>
              <a:ext cx="1783107" cy="3674557"/>
              <a:chOff x="1879600" y="2427657"/>
              <a:chExt cx="1931988" cy="3981365"/>
            </a:xfrm>
            <a:solidFill>
              <a:srgbClr val="FFFFFF">
                <a:lumMod val="50000"/>
              </a:srgbClr>
            </a:solidFill>
          </p:grpSpPr>
          <p:sp>
            <p:nvSpPr>
              <p:cNvPr name="AutoShape 17" id="17"/>
              <p:cNvSpPr/>
              <p:nvPr/>
            </p:nvSpPr>
            <p:spPr>
              <a:xfrm flipH="true" rot="3296091">
                <a:off x="2526506" y="2275966"/>
                <a:ext cx="333375" cy="1627188"/>
              </a:xfrm>
              <a:prstGeom prst="roundRect">
                <a:avLst>
                  <a:gd name="adj" fmla="val 50000"/>
                </a:avLst>
              </a:prstGeom>
              <a:solidFill>
                <a:srgbClr val="484848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1879938" y="2427657"/>
                <a:ext cx="823038" cy="823069"/>
              </a:xfrm>
              <a:prstGeom prst="ellipse">
                <a:avLst/>
              </a:prstGeom>
              <a:solidFill>
                <a:srgbClr val="484848"/>
              </a:solidFill>
              <a:effectLst>
                <a:outerShdw blurRad="40000" dir="5400000" dist="23000" rotWithShape="false">
                  <a:srgbClr val="808080">
                    <a:alpha val="34999"/>
                  </a:srgbClr>
                </a:outerShdw>
              </a:effectLst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9" id="19"/>
              <p:cNvSpPr/>
              <p:nvPr/>
            </p:nvSpPr>
            <p:spPr>
              <a:xfrm>
                <a:off x="1954213" y="3305460"/>
                <a:ext cx="674687" cy="1408112"/>
              </a:xfrm>
              <a:prstGeom prst="roundRect">
                <a:avLst>
                  <a:gd name="adj" fmla="val 29870"/>
                </a:avLst>
              </a:prstGeom>
              <a:solidFill>
                <a:srgbClr val="484848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20" id="20"/>
              <p:cNvSpPr/>
              <p:nvPr/>
            </p:nvSpPr>
            <p:spPr>
              <a:xfrm>
                <a:off x="1954213" y="4408772"/>
                <a:ext cx="373062" cy="2000250"/>
              </a:xfrm>
              <a:prstGeom prst="roundRect">
                <a:avLst>
                  <a:gd name="adj" fmla="val 50000"/>
                </a:avLst>
              </a:prstGeom>
              <a:solidFill>
                <a:srgbClr val="484848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21" id="21"/>
              <p:cNvSpPr/>
              <p:nvPr/>
            </p:nvSpPr>
            <p:spPr>
              <a:xfrm rot="20452300">
                <a:off x="2325688" y="4429410"/>
                <a:ext cx="371475" cy="774700"/>
              </a:xfrm>
              <a:prstGeom prst="roundRect">
                <a:avLst>
                  <a:gd name="adj" fmla="val 40463"/>
                </a:avLst>
              </a:prstGeom>
              <a:solidFill>
                <a:srgbClr val="484848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22" id="22"/>
              <p:cNvSpPr/>
              <p:nvPr/>
            </p:nvSpPr>
            <p:spPr>
              <a:xfrm rot="14513746">
                <a:off x="2885282" y="2583941"/>
                <a:ext cx="350837" cy="1501775"/>
              </a:xfrm>
              <a:prstGeom prst="roundRect">
                <a:avLst>
                  <a:gd name="adj" fmla="val 50000"/>
                </a:avLst>
              </a:prstGeom>
              <a:solidFill>
                <a:srgbClr val="484848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23" id="23"/>
              <p:cNvSpPr/>
              <p:nvPr/>
            </p:nvSpPr>
            <p:spPr>
              <a:xfrm>
                <a:off x="2413000" y="4916772"/>
                <a:ext cx="373063" cy="1423988"/>
              </a:xfrm>
              <a:prstGeom prst="roundRect">
                <a:avLst>
                  <a:gd name="adj" fmla="val 42456"/>
                </a:avLst>
              </a:prstGeom>
              <a:solidFill>
                <a:srgbClr val="484848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>
            <a:off x="10359135" y="3478653"/>
            <a:ext cx="1404530" cy="1192943"/>
            <a:chOff x="5287542" y="2998677"/>
            <a:chExt cx="1404530" cy="1192943"/>
          </a:xfrm>
        </p:grpSpPr>
        <p:grpSp>
          <p:nvGrpSpPr>
            <p:cNvPr name="Group 25" id="25"/>
            <p:cNvGrpSpPr/>
            <p:nvPr/>
          </p:nvGrpSpPr>
          <p:grpSpPr>
            <a:xfrm>
              <a:off x="5287542" y="2998677"/>
              <a:ext cx="1404530" cy="1192943"/>
              <a:chOff x="5589588" y="3679825"/>
              <a:chExt cx="1717675" cy="1458913"/>
            </a:xfrm>
          </p:grpSpPr>
          <p:sp>
            <p:nvSpPr>
              <p:cNvPr name="Freeform 26" id="26"/>
              <p:cNvSpPr/>
              <p:nvPr/>
            </p:nvSpPr>
            <p:spPr>
              <a:xfrm>
                <a:off x="6042025" y="3741738"/>
                <a:ext cx="1265238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w="797" h="880" stroke="true" fill="norm" extrusionOk="true">
                    <a:moveTo>
                      <a:pt x="557" y="0"/>
                    </a:moveTo>
                    <a:lnTo>
                      <a:pt x="797" y="602"/>
                    </a:lnTo>
                    <a:lnTo>
                      <a:pt x="240" y="880"/>
                    </a:lnTo>
                    <a:lnTo>
                      <a:pt x="0" y="277"/>
                    </a:lnTo>
                    <a:lnTo>
                      <a:pt x="557" y="0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7" id="27"/>
              <p:cNvSpPr/>
              <p:nvPr/>
            </p:nvSpPr>
            <p:spPr>
              <a:xfrm>
                <a:off x="5589588" y="4119563"/>
                <a:ext cx="833438" cy="1019175"/>
              </a:xfrm>
              <a:custGeom>
                <a:avLst/>
                <a:gdLst/>
                <a:ahLst/>
                <a:cxnLst/>
                <a:rect r="r" b="b" t="t" l="l"/>
                <a:pathLst>
                  <a:path w="525" h="642" stroke="true" fill="norm" extrusionOk="true">
                    <a:moveTo>
                      <a:pt x="525" y="642"/>
                    </a:moveTo>
                    <a:lnTo>
                      <a:pt x="240" y="603"/>
                    </a:lnTo>
                    <a:lnTo>
                      <a:pt x="0" y="0"/>
                    </a:lnTo>
                    <a:lnTo>
                      <a:pt x="285" y="39"/>
                    </a:lnTo>
                    <a:lnTo>
                      <a:pt x="525" y="642"/>
                    </a:lnTo>
                    <a:close/>
                  </a:path>
                </a:pathLst>
              </a:custGeom>
              <a:gradFill>
                <a:gsLst>
                  <a:gs pos="39000">
                    <a:srgbClr val="C00000">
                      <a:lumMod val="75000"/>
                    </a:srgbClr>
                  </a:gs>
                  <a:gs pos="100000">
                    <a:srgbClr val="C00000"/>
                  </a:gs>
                </a:gsLst>
                <a:lin ang="10800000"/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8" id="28"/>
              <p:cNvSpPr/>
              <p:nvPr/>
            </p:nvSpPr>
            <p:spPr>
              <a:xfrm>
                <a:off x="5589588" y="3679825"/>
                <a:ext cx="1336675" cy="501650"/>
              </a:xfrm>
              <a:custGeom>
                <a:avLst/>
                <a:gdLst/>
                <a:ahLst/>
                <a:cxnLst/>
                <a:rect r="r" b="b" t="t" l="l"/>
                <a:pathLst>
                  <a:path w="842" h="316" stroke="true" fill="norm" extrusionOk="true">
                    <a:moveTo>
                      <a:pt x="285" y="316"/>
                    </a:moveTo>
                    <a:lnTo>
                      <a:pt x="0" y="277"/>
                    </a:lnTo>
                    <a:lnTo>
                      <a:pt x="557" y="0"/>
                    </a:lnTo>
                    <a:lnTo>
                      <a:pt x="842" y="39"/>
                    </a:lnTo>
                    <a:lnTo>
                      <a:pt x="285" y="316"/>
                    </a:lnTo>
                    <a:close/>
                  </a:path>
                </a:pathLst>
              </a:custGeom>
              <a:gradFill>
                <a:gsLst>
                  <a:gs pos="0">
                    <a:srgbClr val="C00000">
                      <a:lumMod val="75000"/>
                    </a:srgbClr>
                  </a:gs>
                  <a:gs pos="100000">
                    <a:srgbClr val="C00000"/>
                  </a:gs>
                </a:gsLst>
                <a:lin ang="10800000"/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20212798">
              <a:off x="5868584" y="3377738"/>
              <a:ext cx="629019" cy="523220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28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01</a:t>
              </a:r>
              <a:endParaRPr lang="en-US" sz="1100"/>
            </a:p>
          </p:txBody>
        </p:sp>
      </p:grpSp>
      <p:grpSp>
        <p:nvGrpSpPr>
          <p:cNvPr name="Group 30" id="30"/>
          <p:cNvGrpSpPr/>
          <p:nvPr/>
        </p:nvGrpSpPr>
        <p:grpSpPr>
          <a:xfrm>
            <a:off x="9852799" y="2752133"/>
            <a:ext cx="1196836" cy="1125441"/>
            <a:chOff x="4781206" y="2272157"/>
            <a:chExt cx="1196836" cy="1125441"/>
          </a:xfrm>
        </p:grpSpPr>
        <p:grpSp>
          <p:nvGrpSpPr>
            <p:cNvPr name="Group 31" id="31"/>
            <p:cNvGrpSpPr/>
            <p:nvPr/>
          </p:nvGrpSpPr>
          <p:grpSpPr>
            <a:xfrm>
              <a:off x="4781206" y="2272157"/>
              <a:ext cx="1196836" cy="1125441"/>
              <a:chOff x="4776788" y="2776538"/>
              <a:chExt cx="1463675" cy="1376362"/>
            </a:xfrm>
          </p:grpSpPr>
          <p:sp>
            <p:nvSpPr>
              <p:cNvPr name="Freeform 32" id="32"/>
              <p:cNvSpPr/>
              <p:nvPr/>
            </p:nvSpPr>
            <p:spPr>
              <a:xfrm>
                <a:off x="4776788" y="2930525"/>
                <a:ext cx="1149350" cy="1222375"/>
              </a:xfrm>
              <a:custGeom>
                <a:avLst/>
                <a:gdLst/>
                <a:ahLst/>
                <a:cxnLst/>
                <a:rect r="r" b="b" t="t" l="l"/>
                <a:pathLst>
                  <a:path w="724" h="770" stroke="true" fill="norm" extrusionOk="true">
                    <a:moveTo>
                      <a:pt x="724" y="123"/>
                    </a:moveTo>
                    <a:lnTo>
                      <a:pt x="631" y="770"/>
                    </a:lnTo>
                    <a:lnTo>
                      <a:pt x="0" y="647"/>
                    </a:lnTo>
                    <a:lnTo>
                      <a:pt x="94" y="0"/>
                    </a:lnTo>
                    <a:lnTo>
                      <a:pt x="724" y="123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3" id="33"/>
              <p:cNvSpPr/>
              <p:nvPr/>
            </p:nvSpPr>
            <p:spPr>
              <a:xfrm>
                <a:off x="5778500" y="2971800"/>
                <a:ext cx="461963" cy="1181100"/>
              </a:xfrm>
              <a:custGeom>
                <a:avLst/>
                <a:gdLst/>
                <a:ahLst/>
                <a:cxnLst/>
                <a:rect r="r" b="b" t="t" l="l"/>
                <a:pathLst>
                  <a:path w="291" h="744" stroke="true" fill="norm" extrusionOk="true">
                    <a:moveTo>
                      <a:pt x="93" y="97"/>
                    </a:moveTo>
                    <a:lnTo>
                      <a:pt x="291" y="0"/>
                    </a:lnTo>
                    <a:lnTo>
                      <a:pt x="198" y="647"/>
                    </a:lnTo>
                    <a:lnTo>
                      <a:pt x="0" y="744"/>
                    </a:lnTo>
                    <a:lnTo>
                      <a:pt x="93" y="97"/>
                    </a:lnTo>
                    <a:close/>
                  </a:path>
                </a:pathLst>
              </a:custGeom>
              <a:gradFill>
                <a:gsLst>
                  <a:gs pos="39000">
                    <a:srgbClr val="C00000">
                      <a:lumMod val="75000"/>
                    </a:srgbClr>
                  </a:gs>
                  <a:gs pos="100000">
                    <a:srgbClr val="C00000"/>
                  </a:gs>
                </a:gsLst>
                <a:lin ang="10800000"/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4" id="34"/>
              <p:cNvSpPr/>
              <p:nvPr/>
            </p:nvSpPr>
            <p:spPr>
              <a:xfrm>
                <a:off x="4926013" y="2776538"/>
                <a:ext cx="1314450" cy="349250"/>
              </a:xfrm>
              <a:custGeom>
                <a:avLst/>
                <a:gdLst/>
                <a:ahLst/>
                <a:cxnLst/>
                <a:rect r="r" b="b" t="t" l="l"/>
                <a:pathLst>
                  <a:path w="828" h="220" stroke="true" fill="norm" extrusionOk="true">
                    <a:moveTo>
                      <a:pt x="0" y="97"/>
                    </a:moveTo>
                    <a:lnTo>
                      <a:pt x="198" y="0"/>
                    </a:lnTo>
                    <a:lnTo>
                      <a:pt x="828" y="123"/>
                    </a:lnTo>
                    <a:lnTo>
                      <a:pt x="630" y="220"/>
                    </a:lnTo>
                    <a:lnTo>
                      <a:pt x="0" y="97"/>
                    </a:lnTo>
                    <a:close/>
                  </a:path>
                </a:pathLst>
              </a:custGeom>
              <a:gradFill>
                <a:gsLst>
                  <a:gs pos="0">
                    <a:srgbClr val="C00000">
                      <a:lumMod val="75000"/>
                    </a:srgbClr>
                  </a:gs>
                  <a:gs pos="100000">
                    <a:srgbClr val="C00000"/>
                  </a:gs>
                </a:gsLst>
                <a:lin ang="10800000"/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700821">
              <a:off x="4945869" y="2638235"/>
              <a:ext cx="629019" cy="523220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28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02</a:t>
              </a:r>
              <a:endParaRPr lang="en-US" sz="1100"/>
            </a:p>
          </p:txBody>
        </p:sp>
      </p:grpSp>
      <p:grpSp>
        <p:nvGrpSpPr>
          <p:cNvPr name="Group 36" id="36"/>
          <p:cNvGrpSpPr/>
          <p:nvPr/>
        </p:nvGrpSpPr>
        <p:grpSpPr>
          <a:xfrm>
            <a:off x="10356575" y="2133254"/>
            <a:ext cx="1299385" cy="1153998"/>
            <a:chOff x="5284982" y="1653278"/>
            <a:chExt cx="1299385" cy="1153998"/>
          </a:xfrm>
        </p:grpSpPr>
        <p:grpSp>
          <p:nvGrpSpPr>
            <p:cNvPr name="Group 37" id="37"/>
            <p:cNvGrpSpPr/>
            <p:nvPr/>
          </p:nvGrpSpPr>
          <p:grpSpPr>
            <a:xfrm>
              <a:off x="5284982" y="1653278"/>
              <a:ext cx="1299385" cy="1153998"/>
              <a:chOff x="5437188" y="1700213"/>
              <a:chExt cx="1589088" cy="1411287"/>
            </a:xfrm>
          </p:grpSpPr>
          <p:sp>
            <p:nvSpPr>
              <p:cNvPr name="Freeform 38" id="38"/>
              <p:cNvSpPr/>
              <p:nvPr/>
            </p:nvSpPr>
            <p:spPr>
              <a:xfrm>
                <a:off x="5843588" y="1700213"/>
                <a:ext cx="1182688" cy="1163638"/>
              </a:xfrm>
              <a:custGeom>
                <a:avLst/>
                <a:gdLst/>
                <a:ahLst/>
                <a:cxnLst/>
                <a:rect r="r" b="b" t="t" l="l"/>
                <a:pathLst>
                  <a:path w="745" h="733" stroke="true" fill="norm" extrusionOk="true">
                    <a:moveTo>
                      <a:pt x="601" y="0"/>
                    </a:moveTo>
                    <a:lnTo>
                      <a:pt x="745" y="641"/>
                    </a:lnTo>
                    <a:lnTo>
                      <a:pt x="142" y="733"/>
                    </a:lnTo>
                    <a:lnTo>
                      <a:pt x="0" y="91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9" id="39"/>
              <p:cNvSpPr/>
              <p:nvPr/>
            </p:nvSpPr>
            <p:spPr>
              <a:xfrm>
                <a:off x="5662613" y="2717800"/>
                <a:ext cx="1363663" cy="393700"/>
              </a:xfrm>
              <a:custGeom>
                <a:avLst/>
                <a:gdLst/>
                <a:ahLst/>
                <a:cxnLst/>
                <a:rect r="r" b="b" t="t" l="l"/>
                <a:pathLst>
                  <a:path w="859" h="248" stroke="true" fill="norm" extrusionOk="true">
                    <a:moveTo>
                      <a:pt x="859" y="0"/>
                    </a:moveTo>
                    <a:lnTo>
                      <a:pt x="603" y="156"/>
                    </a:lnTo>
                    <a:lnTo>
                      <a:pt x="0" y="248"/>
                    </a:lnTo>
                    <a:lnTo>
                      <a:pt x="256" y="92"/>
                    </a:lnTo>
                    <a:lnTo>
                      <a:pt x="859" y="0"/>
                    </a:lnTo>
                    <a:close/>
                  </a:path>
                </a:pathLst>
              </a:custGeom>
              <a:gradFill>
                <a:gsLst>
                  <a:gs pos="0">
                    <a:srgbClr val="C00000">
                      <a:lumMod val="75000"/>
                    </a:srgbClr>
                  </a:gs>
                  <a:gs pos="100000">
                    <a:srgbClr val="C00000"/>
                  </a:gs>
                </a:gsLst>
                <a:lin ang="10800000"/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0" id="40"/>
              <p:cNvSpPr/>
              <p:nvPr/>
            </p:nvSpPr>
            <p:spPr>
              <a:xfrm>
                <a:off x="5437188" y="1844675"/>
                <a:ext cx="631825" cy="1266825"/>
              </a:xfrm>
              <a:custGeom>
                <a:avLst/>
                <a:gdLst/>
                <a:ahLst/>
                <a:cxnLst/>
                <a:rect r="r" b="b" t="t" l="l"/>
                <a:pathLst>
                  <a:path w="398" h="798" stroke="true" fill="norm" extrusionOk="true">
                    <a:moveTo>
                      <a:pt x="398" y="642"/>
                    </a:moveTo>
                    <a:lnTo>
                      <a:pt x="142" y="798"/>
                    </a:lnTo>
                    <a:lnTo>
                      <a:pt x="0" y="157"/>
                    </a:lnTo>
                    <a:lnTo>
                      <a:pt x="256" y="0"/>
                    </a:lnTo>
                    <a:lnTo>
                      <a:pt x="398" y="642"/>
                    </a:lnTo>
                    <a:close/>
                  </a:path>
                </a:pathLst>
              </a:custGeom>
              <a:gradFill>
                <a:gsLst>
                  <a:gs pos="39000">
                    <a:srgbClr val="C00000">
                      <a:lumMod val="75000"/>
                    </a:srgbClr>
                  </a:gs>
                  <a:gs pos="100000">
                    <a:srgbClr val="C00000"/>
                  </a:gs>
                </a:gsLst>
                <a:lin ang="10800000"/>
              </a:gra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20837784">
              <a:off x="5822906" y="1892096"/>
              <a:ext cx="629019" cy="523220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2800" baseline="0" u="none">
                  <a:solidFill>
                    <a:srgbClr val="FFFFFF"/>
                  </a:solidFill>
                  <a:latin typeface="Microsoft YaHei"/>
                  <a:ea typeface="Microsoft YaHei"/>
                </a:rPr>
                <a:t>03</a:t>
              </a:r>
              <a:endParaRPr lang="en-US" sz="1100"/>
            </a:p>
          </p:txBody>
        </p:sp>
      </p:grpSp>
      <p:sp>
        <p:nvSpPr>
          <p:cNvPr name="TextBox 42" id="42"/>
          <p:cNvSpPr txBox="true"/>
          <p:nvPr/>
        </p:nvSpPr>
        <p:spPr>
          <a:xfrm>
            <a:off x="904465" y="4587398"/>
            <a:ext cx="524152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數據完整性與治理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flipH="true">
            <a:off x="894059" y="4800033"/>
            <a:ext cx="5241529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確保數據的完整性和一致性，建立完善的數據治理架構。</a:t>
            </a:r>
          </a:p>
        </p:txBody>
      </p:sp>
      <p:sp>
        <p:nvSpPr>
          <p:cNvPr name="AutoShape 44" id="44"/>
          <p:cNvSpPr/>
          <p:nvPr/>
        </p:nvSpPr>
        <p:spPr>
          <a:xfrm>
            <a:off x="576109" y="4631416"/>
            <a:ext cx="219740" cy="2197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800" baseline="0" u="none">
                <a:solidFill>
                  <a:schemeClr val="lt1"/>
                </a:solidFill>
                <a:latin typeface="inpin heiti"/>
                <a:ea typeface="inpin heiti"/>
              </a:rPr>
              <a:t>1</a:t>
            </a:r>
          </a:p>
        </p:txBody>
      </p:sp>
      <p:sp>
        <p:nvSpPr>
          <p:cNvPr name="AutoShape 45" id="45"/>
          <p:cNvSpPr/>
          <p:nvPr/>
        </p:nvSpPr>
        <p:spPr>
          <a:xfrm>
            <a:off x="2292437" y="3069113"/>
            <a:ext cx="219740" cy="21974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2">
                <a:lumMod val="75000"/>
              </a:scheme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800" baseline="0" u="none">
                <a:solidFill>
                  <a:schemeClr val="lt1"/>
                </a:solidFill>
                <a:latin typeface="inpin heiti"/>
                <a:ea typeface="inpin heiti"/>
              </a:rPr>
              <a:t>2</a:t>
            </a:r>
          </a:p>
        </p:txBody>
      </p:sp>
      <p:sp>
        <p:nvSpPr>
          <p:cNvPr name="AutoShape 46" id="46"/>
          <p:cNvSpPr/>
          <p:nvPr/>
        </p:nvSpPr>
        <p:spPr>
          <a:xfrm>
            <a:off x="4373859" y="1342721"/>
            <a:ext cx="219740" cy="219740"/>
          </a:xfrm>
          <a:prstGeom prst="ellipse">
            <a:avLst/>
          </a:prstGeom>
          <a:solidFill>
            <a:schemeClr val="accent5"/>
          </a:solidFill>
          <a:ln w="19050" cap="flat" cmpd="sng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800" baseline="0" u="none">
                <a:solidFill>
                  <a:schemeClr val="lt1"/>
                </a:solidFill>
                <a:latin typeface="inpin heiti"/>
                <a:ea typeface="inpin heiti"/>
              </a:rPr>
              <a:t>3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2588088" y="2977873"/>
            <a:ext cx="518711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模型準確性與可解釋性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flipH="true">
            <a:off x="2577680" y="3209558"/>
            <a:ext cx="5187110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提高模型準確性，同時確保模型決策過程的可解釋性。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4605388" y="1285705"/>
            <a:ext cx="526840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反饋機制的設計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flipH="true">
            <a:off x="4594980" y="1517390"/>
            <a:ext cx="5278808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設計有效的反饋機制，收集用戶反饋，不斷優化模型。</a:t>
            </a:r>
          </a:p>
        </p:txBody>
      </p:sp>
    </p:spTree>
  </p:cSld>
  <p:clrMapOvr>
    <a:masterClrMapping/>
  </p:clrMapOvr>
  <p:transition spd="slow">
    <p:wipe dir="l"/>
  </p:transition>
  <p:timing>
    <p:tnLst>
      <p:par>
        <p:cTn id="58796" dur="indefinite" repeatCount="1000" spd="100%" accel="0%" decel="0%" restart="never" nodeType="tmRoot">
          <p:childTnLst>
            <p:seq concurrent="true" nextAc="seek">
              <p:cTn id="58797" dur="indefinite" repeatCount="1000" spd="100%" accel="0%" decel="0%" nodeType="mainSeq">
                <p:childTnLst>
                  <p:par>
                    <p:cTn id="58798" repeatCount="1000" spd="100%" accel="0%" decel="0%" fill="hold">
                      <p:stCondLst>
                        <p:cond delay="indefinite"/>
                        <p:cond evt="onBegin" delay="0">
                          <p:tn val="58797"/>
                        </p:cond>
                      </p:stCondLst>
                      <p:childTnLst>
                        <p:par>
                          <p:cTn id="5879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00" presetID="2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801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802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80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0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05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0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0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08" presetID="4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ox(out)" transition="in">
                                      <p:cBhvr>
                                        <p:cTn id="58809" dur="1000" repeatCount="1000" spd="100%" accel="0%" decel="0%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1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1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12" presetID="1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814" dur="500" repeatCount="1000" spd="100%" accel="0%" decel="0%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>
                                        <p:cTn id="58813" dur="500" repeatCount="1000" spd="100%" accel="0%" decel="0%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15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1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17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1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1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20" presetID="16" presetClass="entr" presetSubtype="2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in">
                                      <p:cBhvr>
                                        <p:cTn id="58821" dur="500" repeatCount="1000" spd="100%" accel="0%" decel="0%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22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2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24" presetID="47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826" dur="1000" repeatCount="1000" spd="100%" accel="0%" decel="0%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827" dur="1000" repeatCount="1000" spd="100%" accel="0%" decel="0%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8825" dur="1000" repeatCount="1000" spd="100%" accel="0%" decel="0%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2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2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3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3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3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33" presetID="5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835" dur="1000" repeatCount="1000" spd="100%" accel="0%" decel="0%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836" dur="1000" repeatCount="1000" spd="100%" accel="0%" decel="0%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8834" dur="1000" repeatCount="1000" spd="100%" accel="0%" decel="0%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3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3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839" presetID="4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841" dur="1000" repeatCount="1000" spd="100%" accel="0%" decel="0%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842" dur="1000" repeatCount="1000" spd="100%" accel="0%" decel="0%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8840" dur="1000" repeatCount="1000" spd="100%" accel="0%" decel="0%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4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480359" y="344800"/>
            <a:ext cx="11518931" cy="757209"/>
            <a:chOff x="478265" y="344880"/>
            <a:chExt cx="11521597" cy="757384"/>
          </a:xfrm>
        </p:grpSpPr>
        <p:grpSp>
          <p:nvGrpSpPr>
            <p:cNvPr name="Group 3" id="3"/>
            <p:cNvGrpSpPr/>
            <p:nvPr/>
          </p:nvGrpSpPr>
          <p:grpSpPr>
            <a:xfrm>
              <a:off x="478265" y="344880"/>
              <a:ext cx="714540" cy="757384"/>
              <a:chOff x="2298564" y="1784885"/>
              <a:chExt cx="3094484" cy="3280036"/>
            </a:xfrm>
          </p:grpSpPr>
          <p:grpSp>
            <p:nvGrpSpPr>
              <p:cNvPr name="Group 4" id="4"/>
              <p:cNvGrpSpPr/>
              <p:nvPr/>
            </p:nvGrpSpPr>
            <p:grpSpPr>
              <a:xfrm rot="5400000">
                <a:off x="2287916" y="1971364"/>
                <a:ext cx="3280036" cy="2907078"/>
                <a:chOff x="3385822" y="2342962"/>
                <a:chExt cx="2463822" cy="2183669"/>
              </a:xfrm>
            </p:grpSpPr>
            <p:sp>
              <p:nvSpPr>
                <p:cNvPr name="Freeform 5" id="5"/>
                <p:cNvSpPr/>
                <p:nvPr/>
              </p:nvSpPr>
              <p:spPr>
                <a:xfrm rot="10800000">
                  <a:off x="3385822" y="2342962"/>
                  <a:ext cx="2463822" cy="218366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/>
                </a:gradFill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6" id="6"/>
                <p:cNvSpPr/>
                <p:nvPr/>
              </p:nvSpPr>
              <p:spPr>
                <a:xfrm rot="10800000">
                  <a:off x="3589408" y="2523401"/>
                  <a:ext cx="2056648" cy="18227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rgbClr val="C00000"/>
                </a:solidFill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</p:grpSp>
          <p:sp>
            <p:nvSpPr>
              <p:cNvPr name="TextBox 7" id="7"/>
              <p:cNvSpPr txBox="true"/>
              <p:nvPr/>
            </p:nvSpPr>
            <p:spPr>
              <a:xfrm>
                <a:off x="2298564" y="2445999"/>
                <a:ext cx="3094484" cy="1999353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en-US" b="false" i="false" sz="2400" baseline="0" u="none">
                    <a:solidFill>
                      <a:srgbClr val="C00000"/>
                    </a:solidFill>
                    <a:latin typeface="Microsoft YaHei"/>
                    <a:ea typeface="Microsoft YaHei"/>
                  </a:rPr>
                  <a:t>01</a:t>
                </a:r>
                <a:endParaRPr lang="en-US" sz="1100"/>
              </a:p>
            </p:txBody>
          </p:sp>
        </p:grpSp>
        <p:cxnSp>
          <p:nvCxnSpPr>
            <p:cNvPr name="Connector 8" id="8"/>
            <p:cNvCxnSpPr/>
            <p:nvPr/>
          </p:nvCxnSpPr>
          <p:spPr>
            <a:xfrm>
              <a:off x="4130137" y="872255"/>
              <a:ext cx="6552728" cy="0"/>
            </a:xfrm>
            <a:prstGeom prst="line">
              <a:avLst/>
            </a:prstGeom>
            <a:ln w="12700" cap="flat" cmpd="sng">
              <a:solidFill>
                <a:srgbClr val="FFFFFF">
                  <a:lumMod val="65000"/>
                </a:srgbClr>
              </a:solidFill>
              <a:prstDash val="solid"/>
            </a:ln>
          </p:spPr>
        </p:cxnSp>
        <p:sp>
          <p:nvSpPr>
            <p:cNvPr name="TextBox 9" id="9"/>
            <p:cNvSpPr txBox="true"/>
            <p:nvPr/>
          </p:nvSpPr>
          <p:spPr>
            <a:xfrm>
              <a:off x="11063758" y="559221"/>
              <a:ext cx="936104" cy="307848"/>
            </a:xfrm>
            <a:prstGeom prst="rect">
              <a:avLst/>
            </a:prstGeom>
            <a:noFill/>
          </p:spPr>
          <p:txBody>
            <a:bodyPr anchor="t" rtlCol="false" vert="horz" wrap="square" tIns="0" lIns="0" bIns="0" rIns="0">
              <a:spAutoFit/>
            </a:bodyPr>
            <a:lstStyle/>
            <a:p>
              <a:pPr algn="l" marL="0">
                <a:defRPr/>
              </a:pPr>
              <a:r>
                <a:rPr lang="en-US" b="false" i="false" sz="2000" spc="300" baseline="0" u="none">
                  <a:solidFill>
                    <a:srgbClr val="C00000"/>
                  </a:solidFill>
                  <a:latin typeface="Microsoft YaHei"/>
                  <a:ea typeface="Microsoft YaHei"/>
                </a:rPr>
                <a:t>LOGO</a:t>
              </a:r>
              <a:endParaRPr lang="en-US" sz="1100"/>
            </a:p>
          </p:txBody>
        </p:sp>
      </p:grpSp>
      <p:sp>
        <p:nvSpPr>
          <p:cNvPr name="TextBox 10" id="10"/>
          <p:cNvSpPr txBox="true"/>
          <p:nvPr/>
        </p:nvSpPr>
        <p:spPr>
          <a:xfrm>
            <a:off x="1470875" y="425337"/>
            <a:ext cx="7945628" cy="430887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false" i="false" sz="28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最佳實踐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5652550" y="1539029"/>
            <a:ext cx="5912678" cy="2427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algn="ctr" blurRad="1270000" rotWithShape="false" sx="81000" sy="81000">
              <a:srgbClr val="000000">
                <a:alpha val="26000"/>
              </a:srgb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 flipH="true">
            <a:off x="480359" y="1966542"/>
            <a:ext cx="4996516" cy="102374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建立強有力的數據治理架構以保障數據質量，確保數據可靠性。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80359" y="1679751"/>
            <a:ext cx="499651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C00000"/>
                </a:solidFill>
                <a:latin typeface="Microsoft YaHei"/>
                <a:ea typeface="Microsoft YaHei"/>
              </a:rPr>
              <a:t>建立數據治理架構</a:t>
            </a:r>
            <a:endParaRPr lang="en-US" sz="1100"/>
          </a:p>
        </p:txBody>
      </p:sp>
      <p:grpSp>
        <p:nvGrpSpPr>
          <p:cNvPr name="Group 14" id="14"/>
          <p:cNvGrpSpPr/>
          <p:nvPr/>
        </p:nvGrpSpPr>
        <p:grpSpPr>
          <a:xfrm>
            <a:off x="7652317" y="4181811"/>
            <a:ext cx="805987" cy="820955"/>
            <a:chOff x="304800" y="673100"/>
            <a:chExt cx="4000500" cy="4000500"/>
          </a:xfrm>
        </p:grpSpPr>
        <p:sp>
          <p:nvSpPr>
            <p:cNvPr name="AutoShape 15" id="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392113" y="760411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4066879" y="4541510"/>
            <a:ext cx="805987" cy="820955"/>
            <a:chOff x="304800" y="673100"/>
            <a:chExt cx="4000500" cy="4000500"/>
          </a:xfrm>
        </p:grpSpPr>
        <p:sp>
          <p:nvSpPr>
            <p:cNvPr name="AutoShape 18" id="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FFFFF">
                    <a:lumMod val="95000"/>
                  </a:srgbClr>
                </a:gs>
                <a:gs pos="100000">
                  <a:srgbClr val="FFFFFF">
                    <a:lumMod val="65000"/>
                  </a:srgbClr>
                </a:gs>
              </a:gsLst>
              <a:lin ang="81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AutoShape 19" id="19"/>
            <p:cNvSpPr/>
            <p:nvPr/>
          </p:nvSpPr>
          <p:spPr>
            <a:xfrm>
              <a:off x="392113" y="760411"/>
              <a:ext cx="3825874" cy="382587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89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fontAlgn="auto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7852622" y="4329685"/>
            <a:ext cx="877109" cy="52520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en-US" b="false" i="false" sz="2813" baseline="0" u="none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name="AutoShape 21" id="21"/>
          <p:cNvSpPr/>
          <p:nvPr/>
        </p:nvSpPr>
        <p:spPr>
          <a:xfrm>
            <a:off x="4257852" y="4715140"/>
            <a:ext cx="1095032" cy="52520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en-US" b="false" i="false" sz="2813" baseline="0" u="none">
                <a:solidFill>
                  <a:srgbClr val="C00000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name="AutoShape 22" id="22"/>
          <p:cNvSpPr/>
          <p:nvPr/>
        </p:nvSpPr>
        <p:spPr>
          <a:xfrm flipH="true">
            <a:off x="5864948" y="1965290"/>
            <a:ext cx="5476873" cy="700576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運用多元化的數據源以強化AI推論能力，提高分析的準確性。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5876925" y="1685019"/>
            <a:ext cx="54768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id-ID" b="true" i="false" sz="1600" baseline="0" u="none">
                <a:solidFill>
                  <a:srgbClr val="000000">
                    <a:lumMod val="65000"/>
                    <a:lumOff val="35000"/>
                  </a:srgbClr>
                </a:solidFill>
                <a:latin typeface="Microsoft YaHei"/>
                <a:ea typeface="Microsoft YaHei"/>
              </a:rPr>
              <a:t>運用多元化數據源</a:t>
            </a:r>
            <a:endParaRPr lang="en-US" sz="1100"/>
          </a:p>
        </p:txBody>
      </p:sp>
    </p:spTree>
  </p:cSld>
  <p:clrMapOvr>
    <a:masterClrMapping/>
  </p:clrMapOvr>
  <p:transition spd="slow">
    <p:checker dir="horz"/>
  </p:transition>
  <p:timing>
    <p:tnLst>
      <p:par>
        <p:cTn id="60823" dur="indefinite" repeatCount="1000" spd="100%" accel="0%" decel="0%" restart="never" nodeType="tmRoot">
          <p:childTnLst>
            <p:seq concurrent="true" nextAc="seek">
              <p:cTn id="60824" dur="indefinite" repeatCount="1000" spd="100%" accel="0%" decel="0%" nodeType="mainSeq">
                <p:childTnLst>
                  <p:par>
                    <p:cTn id="60825" repeatCount="1000" spd="100%" accel="0%" decel="0%" fill="hold">
                      <p:stCondLst>
                        <p:cond delay="indefinite"/>
                        <p:cond evt="onBegin" delay="0">
                          <p:tn val="60824"/>
                        </p:cond>
                      </p:stCondLst>
                      <p:childTnLst>
                        <p:par>
                          <p:cTn id="6082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827" presetID="1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828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829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830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831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0832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3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83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3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3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837" presetID="17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838" dur="5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39" dur="5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84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4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842" presetID="12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844" dur="500" repeatCount="1000" spd="100%" accel="0%" decel="0%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>
                                        <p:cTn id="60843" dur="5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45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4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847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4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4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850" presetID="2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852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53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54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.0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55" dur="1000" repeatCount="1000" spd="100%" accel="0%" decel="0%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56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57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58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60851" dur="1000" repeatCount="1000" spd="100%" accel="0%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5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6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861" presetID="21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1)" transition="in">
                                      <p:cBhvr>
                                        <p:cTn id="60862" dur="1000" repeatCount="1000" spd="100%" accel="0%" decel="0%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6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08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應用案例分析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62904" dur="indefinite" repeatCount="1000" spd="100%" accel="0%" decel="0%" restart="never" nodeType="tmRoot">
          <p:childTnLst>
            <p:seq concurrent="true" nextAc="seek">
              <p:cTn id="62905" dur="indefinite" repeatCount="1000" spd="100%" accel="0%" decel="0%" nodeType="mainSeq">
                <p:childTnLst>
                  <p:par>
                    <p:cTn id="62906" repeatCount="1000" spd="100%" accel="0%" decel="0%" fill="hold">
                      <p:stCondLst>
                        <p:cond delay="indefinite"/>
                        <p:cond evt="onBegin" delay="0">
                          <p:tn val="62905"/>
                        </p:cond>
                      </p:stCondLst>
                      <p:childTnLst>
                        <p:par>
                          <p:cTn id="6290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2908" presetID="4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910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911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62909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91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91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2914" presetID="1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in">
                                      <p:cBhvr>
                                        <p:cTn id="62915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91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470875" y="425337"/>
            <a:ext cx="7945628" cy="43088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AWS EC2案例：成本突增</a:t>
            </a:r>
          </a:p>
        </p:txBody>
      </p:sp>
      <p:sp>
        <p:nvSpPr>
          <p:cNvPr name="Freeform 3" id="3"/>
          <p:cNvSpPr/>
          <p:nvPr/>
        </p:nvSpPr>
        <p:spPr>
          <a:xfrm>
            <a:off x="116581" y="1079262"/>
            <a:ext cx="11958837" cy="3255206"/>
          </a:xfrm>
          <a:custGeom>
            <a:avLst/>
            <a:gdLst/>
            <a:ahLst/>
            <a:cxnLst/>
            <a:rect r="r" b="b" t="t" l="l"/>
            <a:pathLst>
              <a:path w="11411436" h="3106203" stroke="true" fill="norm" extrusionOk="true">
                <a:moveTo>
                  <a:pt x="2922024" y="3094791"/>
                </a:moveTo>
                <a:lnTo>
                  <a:pt x="2999058" y="3101448"/>
                </a:lnTo>
                <a:cubicBezTo>
                  <a:pt x="2969576" y="3109056"/>
                  <a:pt x="2945324" y="3101448"/>
                  <a:pt x="2922024" y="3094791"/>
                </a:cubicBezTo>
                <a:close/>
                <a:moveTo>
                  <a:pt x="2889036" y="3086588"/>
                </a:moveTo>
                <a:cubicBezTo>
                  <a:pt x="2900032" y="3088134"/>
                  <a:pt x="2910850" y="3091462"/>
                  <a:pt x="2922024" y="3094791"/>
                </a:cubicBezTo>
                <a:lnTo>
                  <a:pt x="2854976" y="3089084"/>
                </a:lnTo>
                <a:cubicBezTo>
                  <a:pt x="2866864" y="3085280"/>
                  <a:pt x="2878039" y="3085043"/>
                  <a:pt x="2889036" y="3086588"/>
                </a:cubicBezTo>
                <a:close/>
                <a:moveTo>
                  <a:pt x="4553049" y="3042008"/>
                </a:moveTo>
                <a:cubicBezTo>
                  <a:pt x="4406114" y="3086231"/>
                  <a:pt x="4242536" y="3096217"/>
                  <a:pt x="4075629" y="3106203"/>
                </a:cubicBezTo>
                <a:close/>
                <a:moveTo>
                  <a:pt x="2052163" y="2985102"/>
                </a:moveTo>
                <a:cubicBezTo>
                  <a:pt x="2090880" y="2982985"/>
                  <a:pt x="2134212" y="3000995"/>
                  <a:pt x="2163099" y="3012051"/>
                </a:cubicBezTo>
                <a:cubicBezTo>
                  <a:pt x="2115072" y="2994932"/>
                  <a:pt x="2095575" y="3014428"/>
                  <a:pt x="2054205" y="3024414"/>
                </a:cubicBezTo>
                <a:lnTo>
                  <a:pt x="2063715" y="3007296"/>
                </a:lnTo>
                <a:lnTo>
                  <a:pt x="2015689" y="2994932"/>
                </a:lnTo>
                <a:cubicBezTo>
                  <a:pt x="2026863" y="2988750"/>
                  <a:pt x="2039257" y="2985808"/>
                  <a:pt x="2052163" y="2985102"/>
                </a:cubicBezTo>
                <a:close/>
                <a:moveTo>
                  <a:pt x="3563022" y="2982569"/>
                </a:moveTo>
                <a:lnTo>
                  <a:pt x="3592029" y="2982569"/>
                </a:lnTo>
                <a:lnTo>
                  <a:pt x="3585847" y="2994932"/>
                </a:lnTo>
                <a:close/>
                <a:moveTo>
                  <a:pt x="1929145" y="2982093"/>
                </a:moveTo>
                <a:cubicBezTo>
                  <a:pt x="1951493" y="2983044"/>
                  <a:pt x="1975746" y="2980667"/>
                  <a:pt x="1993340" y="2987324"/>
                </a:cubicBezTo>
                <a:cubicBezTo>
                  <a:pt x="1975746" y="2990652"/>
                  <a:pt x="1951019" y="2986373"/>
                  <a:pt x="1929145" y="2982093"/>
                </a:cubicBezTo>
                <a:close/>
                <a:moveTo>
                  <a:pt x="3794124" y="2964974"/>
                </a:moveTo>
                <a:lnTo>
                  <a:pt x="3845003" y="2964974"/>
                </a:lnTo>
                <a:lnTo>
                  <a:pt x="3784138" y="2970205"/>
                </a:lnTo>
                <a:close/>
                <a:moveTo>
                  <a:pt x="3140288" y="2964974"/>
                </a:moveTo>
                <a:lnTo>
                  <a:pt x="3168819" y="2982568"/>
                </a:lnTo>
                <a:lnTo>
                  <a:pt x="3130777" y="2970205"/>
                </a:lnTo>
                <a:close/>
                <a:moveTo>
                  <a:pt x="2169280" y="2923129"/>
                </a:moveTo>
                <a:lnTo>
                  <a:pt x="2169280" y="2935492"/>
                </a:lnTo>
                <a:cubicBezTo>
                  <a:pt x="2153114" y="2933115"/>
                  <a:pt x="2130765" y="2940248"/>
                  <a:pt x="2114596" y="2927884"/>
                </a:cubicBezTo>
                <a:close/>
                <a:moveTo>
                  <a:pt x="5200703" y="2917898"/>
                </a:moveTo>
                <a:cubicBezTo>
                  <a:pt x="4998608" y="2960219"/>
                  <a:pt x="4790331" y="3009673"/>
                  <a:pt x="4575873" y="3036777"/>
                </a:cubicBezTo>
                <a:cubicBezTo>
                  <a:pt x="4787478" y="2997309"/>
                  <a:pt x="4986244" y="2947856"/>
                  <a:pt x="5200703" y="2917898"/>
                </a:cubicBezTo>
                <a:close/>
                <a:moveTo>
                  <a:pt x="3280091" y="2898522"/>
                </a:moveTo>
                <a:cubicBezTo>
                  <a:pt x="3306125" y="2898522"/>
                  <a:pt x="3334062" y="2901018"/>
                  <a:pt x="3354747" y="2906010"/>
                </a:cubicBezTo>
                <a:cubicBezTo>
                  <a:pt x="3322887" y="2923129"/>
                  <a:pt x="3268203" y="2896025"/>
                  <a:pt x="3216847" y="2906010"/>
                </a:cubicBezTo>
                <a:cubicBezTo>
                  <a:pt x="3229924" y="2901018"/>
                  <a:pt x="3254056" y="2898522"/>
                  <a:pt x="3280091" y="2898522"/>
                </a:cubicBezTo>
                <a:close/>
                <a:moveTo>
                  <a:pt x="2460773" y="2898402"/>
                </a:moveTo>
                <a:cubicBezTo>
                  <a:pt x="2508802" y="2943101"/>
                  <a:pt x="2595346" y="2915521"/>
                  <a:pt x="2662868" y="2923129"/>
                </a:cubicBezTo>
                <a:cubicBezTo>
                  <a:pt x="2755594" y="2970205"/>
                  <a:pt x="2903007" y="2925506"/>
                  <a:pt x="2992877" y="2964974"/>
                </a:cubicBezTo>
                <a:cubicBezTo>
                  <a:pt x="2944851" y="2952611"/>
                  <a:pt x="2893494" y="2987324"/>
                  <a:pt x="2861636" y="2957366"/>
                </a:cubicBezTo>
                <a:cubicBezTo>
                  <a:pt x="2858307" y="2962121"/>
                  <a:pt x="2852125" y="2964974"/>
                  <a:pt x="2855454" y="2969730"/>
                </a:cubicBezTo>
                <a:cubicBezTo>
                  <a:pt x="2816938" y="2989701"/>
                  <a:pt x="2791259" y="2959744"/>
                  <a:pt x="2785076" y="2957366"/>
                </a:cubicBezTo>
                <a:cubicBezTo>
                  <a:pt x="2775566" y="2959744"/>
                  <a:pt x="2759399" y="2952611"/>
                  <a:pt x="2756070" y="2964974"/>
                </a:cubicBezTo>
                <a:cubicBezTo>
                  <a:pt x="2759399" y="2967352"/>
                  <a:pt x="2765581" y="2969730"/>
                  <a:pt x="2762252" y="2977338"/>
                </a:cubicBezTo>
                <a:lnTo>
                  <a:pt x="2739903" y="2977338"/>
                </a:lnTo>
                <a:cubicBezTo>
                  <a:pt x="2720881" y="2969730"/>
                  <a:pt x="2720881" y="2969730"/>
                  <a:pt x="2717554" y="2957366"/>
                </a:cubicBezTo>
                <a:cubicBezTo>
                  <a:pt x="2627681" y="2937394"/>
                  <a:pt x="2496438" y="2945003"/>
                  <a:pt x="2422733" y="2952611"/>
                </a:cubicBezTo>
                <a:cubicBezTo>
                  <a:pt x="2361867" y="2927884"/>
                  <a:pt x="2294819" y="2917898"/>
                  <a:pt x="2217785" y="2923129"/>
                </a:cubicBezTo>
                <a:cubicBezTo>
                  <a:pt x="2265337" y="2873675"/>
                  <a:pt x="2380887" y="2915521"/>
                  <a:pt x="2447935" y="2910765"/>
                </a:cubicBezTo>
                <a:close/>
                <a:moveTo>
                  <a:pt x="3566412" y="2893588"/>
                </a:moveTo>
                <a:cubicBezTo>
                  <a:pt x="3614261" y="2892697"/>
                  <a:pt x="3661932" y="2893885"/>
                  <a:pt x="3709484" y="2893647"/>
                </a:cubicBezTo>
                <a:cubicBezTo>
                  <a:pt x="3613903" y="2898402"/>
                  <a:pt x="3519751" y="2899353"/>
                  <a:pt x="3422270" y="2906011"/>
                </a:cubicBezTo>
                <a:cubicBezTo>
                  <a:pt x="3470535" y="2897452"/>
                  <a:pt x="3518563" y="2894480"/>
                  <a:pt x="3566412" y="2893588"/>
                </a:cubicBezTo>
                <a:close/>
                <a:moveTo>
                  <a:pt x="3877339" y="2881283"/>
                </a:moveTo>
                <a:cubicBezTo>
                  <a:pt x="3821230" y="2891269"/>
                  <a:pt x="3765594" y="2893646"/>
                  <a:pt x="3709483" y="2893646"/>
                </a:cubicBezTo>
                <a:cubicBezTo>
                  <a:pt x="3764643" y="2891269"/>
                  <a:pt x="3819803" y="2887465"/>
                  <a:pt x="3877339" y="2881283"/>
                </a:cubicBezTo>
                <a:close/>
                <a:moveTo>
                  <a:pt x="1871133" y="2868445"/>
                </a:moveTo>
                <a:cubicBezTo>
                  <a:pt x="1906320" y="2863689"/>
                  <a:pt x="1931999" y="2878430"/>
                  <a:pt x="1961006" y="2880808"/>
                </a:cubicBezTo>
                <a:cubicBezTo>
                  <a:pt x="1938657" y="2883186"/>
                  <a:pt x="1893959" y="2886039"/>
                  <a:pt x="1871133" y="2868445"/>
                </a:cubicBezTo>
                <a:close/>
                <a:moveTo>
                  <a:pt x="2206157" y="2865647"/>
                </a:moveTo>
                <a:lnTo>
                  <a:pt x="2225419" y="2866067"/>
                </a:lnTo>
                <a:cubicBezTo>
                  <a:pt x="2220662" y="2864878"/>
                  <a:pt x="2214246" y="2866067"/>
                  <a:pt x="2208243" y="2866364"/>
                </a:cubicBezTo>
                <a:close/>
                <a:moveTo>
                  <a:pt x="2667470" y="2858161"/>
                </a:moveTo>
                <a:cubicBezTo>
                  <a:pt x="2662656" y="2857270"/>
                  <a:pt x="2657901" y="2858221"/>
                  <a:pt x="2652908" y="2863689"/>
                </a:cubicBezTo>
                <a:lnTo>
                  <a:pt x="2682390" y="2863689"/>
                </a:lnTo>
                <a:cubicBezTo>
                  <a:pt x="2688096" y="2866067"/>
                  <a:pt x="2693802" y="2867493"/>
                  <a:pt x="2700935" y="2863689"/>
                </a:cubicBezTo>
                <a:lnTo>
                  <a:pt x="2682390" y="2863689"/>
                </a:lnTo>
                <a:cubicBezTo>
                  <a:pt x="2677159" y="2861787"/>
                  <a:pt x="2672285" y="2859053"/>
                  <a:pt x="2667470" y="2858161"/>
                </a:cubicBezTo>
                <a:close/>
                <a:moveTo>
                  <a:pt x="3691414" y="2851326"/>
                </a:moveTo>
                <a:lnTo>
                  <a:pt x="3739442" y="2851326"/>
                </a:lnTo>
                <a:lnTo>
                  <a:pt x="3684757" y="2858934"/>
                </a:lnTo>
                <a:close/>
                <a:moveTo>
                  <a:pt x="2569693" y="2851326"/>
                </a:moveTo>
                <a:cubicBezTo>
                  <a:pt x="2563511" y="2863689"/>
                  <a:pt x="2550672" y="2856556"/>
                  <a:pt x="2537833" y="2858934"/>
                </a:cubicBezTo>
                <a:lnTo>
                  <a:pt x="2569693" y="2863689"/>
                </a:lnTo>
                <a:close/>
                <a:moveTo>
                  <a:pt x="3492648" y="2846571"/>
                </a:moveTo>
                <a:lnTo>
                  <a:pt x="3499305" y="2858934"/>
                </a:lnTo>
                <a:lnTo>
                  <a:pt x="3393264" y="2851326"/>
                </a:lnTo>
                <a:close/>
                <a:moveTo>
                  <a:pt x="3284371" y="2838962"/>
                </a:moveTo>
                <a:lnTo>
                  <a:pt x="3306720" y="2838962"/>
                </a:lnTo>
                <a:lnTo>
                  <a:pt x="3284371" y="2851325"/>
                </a:lnTo>
                <a:close/>
                <a:moveTo>
                  <a:pt x="2630558" y="2838962"/>
                </a:moveTo>
                <a:lnTo>
                  <a:pt x="2739926" y="2851326"/>
                </a:lnTo>
                <a:lnTo>
                  <a:pt x="2662893" y="2838962"/>
                </a:lnTo>
                <a:close/>
                <a:moveTo>
                  <a:pt x="2223993" y="2834207"/>
                </a:moveTo>
                <a:cubicBezTo>
                  <a:pt x="2310536" y="2848948"/>
                  <a:pt x="2422284" y="2853703"/>
                  <a:pt x="2493135" y="2851326"/>
                </a:cubicBezTo>
                <a:cubicBezTo>
                  <a:pt x="2409921" y="2836585"/>
                  <a:pt x="2284857" y="2831830"/>
                  <a:pt x="2223993" y="2834207"/>
                </a:cubicBezTo>
                <a:close/>
                <a:moveTo>
                  <a:pt x="2058693" y="2821309"/>
                </a:moveTo>
                <a:cubicBezTo>
                  <a:pt x="2048883" y="2819823"/>
                  <a:pt x="2041158" y="2819467"/>
                  <a:pt x="2038067" y="2821844"/>
                </a:cubicBezTo>
                <a:cubicBezTo>
                  <a:pt x="2055660" y="2823270"/>
                  <a:pt x="2073732" y="2825648"/>
                  <a:pt x="2091801" y="2827550"/>
                </a:cubicBezTo>
                <a:cubicBezTo>
                  <a:pt x="2080392" y="2825410"/>
                  <a:pt x="2068504" y="2822795"/>
                  <a:pt x="2058693" y="2821309"/>
                </a:cubicBezTo>
                <a:close/>
                <a:moveTo>
                  <a:pt x="1922520" y="2816613"/>
                </a:moveTo>
                <a:cubicBezTo>
                  <a:pt x="1922520" y="2838962"/>
                  <a:pt x="2028081" y="2844193"/>
                  <a:pt x="2076107" y="2858459"/>
                </a:cubicBezTo>
                <a:cubicBezTo>
                  <a:pt x="2072780" y="2831354"/>
                  <a:pt x="2021899" y="2858459"/>
                  <a:pt x="1992895" y="2833732"/>
                </a:cubicBezTo>
                <a:lnTo>
                  <a:pt x="2009063" y="2816613"/>
                </a:lnTo>
                <a:close/>
                <a:moveTo>
                  <a:pt x="3361405" y="2809480"/>
                </a:moveTo>
                <a:lnTo>
                  <a:pt x="3393265" y="2809480"/>
                </a:lnTo>
                <a:lnTo>
                  <a:pt x="3383754" y="2821844"/>
                </a:lnTo>
                <a:cubicBezTo>
                  <a:pt x="3377572" y="2819466"/>
                  <a:pt x="3374244" y="2807102"/>
                  <a:pt x="3361405" y="2809480"/>
                </a:cubicBezTo>
                <a:close/>
                <a:moveTo>
                  <a:pt x="1819831" y="2808306"/>
                </a:moveTo>
                <a:cubicBezTo>
                  <a:pt x="1814956" y="2809629"/>
                  <a:pt x="1810766" y="2813522"/>
                  <a:pt x="1807438" y="2821368"/>
                </a:cubicBezTo>
                <a:cubicBezTo>
                  <a:pt x="1828360" y="2831354"/>
                  <a:pt x="1853091" y="2828501"/>
                  <a:pt x="1877345" y="2828501"/>
                </a:cubicBezTo>
                <a:cubicBezTo>
                  <a:pt x="1855231" y="2823509"/>
                  <a:pt x="1834454" y="2804339"/>
                  <a:pt x="1819831" y="2808306"/>
                </a:cubicBezTo>
                <a:close/>
                <a:moveTo>
                  <a:pt x="3300539" y="2804725"/>
                </a:moveTo>
                <a:lnTo>
                  <a:pt x="3284371" y="2821843"/>
                </a:lnTo>
                <a:lnTo>
                  <a:pt x="3284371" y="2809480"/>
                </a:lnTo>
                <a:cubicBezTo>
                  <a:pt x="3290553" y="2807102"/>
                  <a:pt x="3293881" y="2801872"/>
                  <a:pt x="3300539" y="2804725"/>
                </a:cubicBezTo>
                <a:close/>
                <a:moveTo>
                  <a:pt x="4322423" y="2804250"/>
                </a:moveTo>
                <a:lnTo>
                  <a:pt x="4124133" y="2828977"/>
                </a:lnTo>
                <a:lnTo>
                  <a:pt x="4130314" y="2821844"/>
                </a:lnTo>
                <a:close/>
                <a:moveTo>
                  <a:pt x="3563025" y="2791886"/>
                </a:moveTo>
                <a:cubicBezTo>
                  <a:pt x="3592032" y="2791886"/>
                  <a:pt x="3636731" y="2791886"/>
                  <a:pt x="3652898" y="2791886"/>
                </a:cubicBezTo>
                <a:cubicBezTo>
                  <a:pt x="3628171" y="2807578"/>
                  <a:pt x="3593934" y="2804725"/>
                  <a:pt x="3559221" y="2803774"/>
                </a:cubicBezTo>
                <a:cubicBezTo>
                  <a:pt x="3563025" y="2802823"/>
                  <a:pt x="3566354" y="2801872"/>
                  <a:pt x="3569207" y="2799494"/>
                </a:cubicBezTo>
                <a:close/>
                <a:moveTo>
                  <a:pt x="3976721" y="2757173"/>
                </a:moveTo>
                <a:lnTo>
                  <a:pt x="3976721" y="2769537"/>
                </a:lnTo>
                <a:cubicBezTo>
                  <a:pt x="3886850" y="2784753"/>
                  <a:pt x="3736114" y="2789508"/>
                  <a:pt x="3691415" y="2787131"/>
                </a:cubicBezTo>
                <a:close/>
                <a:moveTo>
                  <a:pt x="2031410" y="2732446"/>
                </a:moveTo>
                <a:cubicBezTo>
                  <a:pt x="2143631" y="2772390"/>
                  <a:pt x="2252525" y="2757173"/>
                  <a:pt x="2377585" y="2769537"/>
                </a:cubicBezTo>
                <a:cubicBezTo>
                  <a:pt x="2297222" y="2764782"/>
                  <a:pt x="2156471" y="2727691"/>
                  <a:pt x="2031410" y="2732446"/>
                </a:cubicBezTo>
                <a:close/>
                <a:moveTo>
                  <a:pt x="3534020" y="2729118"/>
                </a:moveTo>
                <a:cubicBezTo>
                  <a:pt x="3564453" y="2743383"/>
                  <a:pt x="3612480" y="2721510"/>
                  <a:pt x="3630551" y="2744810"/>
                </a:cubicBezTo>
                <a:lnTo>
                  <a:pt x="3515000" y="2744810"/>
                </a:lnTo>
                <a:lnTo>
                  <a:pt x="3537349" y="2732447"/>
                </a:lnTo>
                <a:close/>
                <a:moveTo>
                  <a:pt x="1909681" y="2727691"/>
                </a:moveTo>
                <a:lnTo>
                  <a:pt x="1948200" y="2740055"/>
                </a:lnTo>
                <a:lnTo>
                  <a:pt x="1970548" y="2740055"/>
                </a:lnTo>
                <a:close/>
                <a:moveTo>
                  <a:pt x="2952521" y="2727394"/>
                </a:moveTo>
                <a:cubicBezTo>
                  <a:pt x="2959356" y="2727097"/>
                  <a:pt x="2965776" y="2727691"/>
                  <a:pt x="2970531" y="2732446"/>
                </a:cubicBezTo>
                <a:cubicBezTo>
                  <a:pt x="2957692" y="2730068"/>
                  <a:pt x="2932017" y="2737677"/>
                  <a:pt x="2932017" y="2727691"/>
                </a:cubicBezTo>
                <a:cubicBezTo>
                  <a:pt x="2938433" y="2728880"/>
                  <a:pt x="2945688" y="2727691"/>
                  <a:pt x="2952521" y="2727394"/>
                </a:cubicBezTo>
                <a:close/>
                <a:moveTo>
                  <a:pt x="4177865" y="2726265"/>
                </a:moveTo>
                <a:cubicBezTo>
                  <a:pt x="4158369" y="2734349"/>
                  <a:pt x="4137921" y="2746712"/>
                  <a:pt x="4107964" y="2740055"/>
                </a:cubicBezTo>
                <a:cubicBezTo>
                  <a:pt x="4126034" y="2722936"/>
                  <a:pt x="4153138" y="2727216"/>
                  <a:pt x="4177865" y="2726265"/>
                </a:cubicBezTo>
                <a:close/>
                <a:moveTo>
                  <a:pt x="3524510" y="2720083"/>
                </a:moveTo>
                <a:lnTo>
                  <a:pt x="3534021" y="2729118"/>
                </a:lnTo>
                <a:cubicBezTo>
                  <a:pt x="3530217" y="2727216"/>
                  <a:pt x="3526413" y="2724838"/>
                  <a:pt x="3523084" y="2721509"/>
                </a:cubicBezTo>
                <a:cubicBezTo>
                  <a:pt x="3523560" y="2721034"/>
                  <a:pt x="3524035" y="2720558"/>
                  <a:pt x="3524510" y="2720083"/>
                </a:cubicBezTo>
                <a:close/>
                <a:moveTo>
                  <a:pt x="1662857" y="2710573"/>
                </a:moveTo>
                <a:lnTo>
                  <a:pt x="1640509" y="2720083"/>
                </a:lnTo>
                <a:lnTo>
                  <a:pt x="1640509" y="2715328"/>
                </a:lnTo>
                <a:close/>
                <a:moveTo>
                  <a:pt x="4876876" y="2702964"/>
                </a:moveTo>
                <a:lnTo>
                  <a:pt x="4909211" y="2702964"/>
                </a:lnTo>
                <a:lnTo>
                  <a:pt x="4870694" y="2710572"/>
                </a:lnTo>
                <a:close/>
                <a:moveTo>
                  <a:pt x="1746094" y="2702964"/>
                </a:moveTo>
                <a:lnTo>
                  <a:pt x="1777956" y="2715328"/>
                </a:lnTo>
                <a:lnTo>
                  <a:pt x="1768444" y="2702964"/>
                </a:lnTo>
                <a:close/>
                <a:moveTo>
                  <a:pt x="1586301" y="2702964"/>
                </a:moveTo>
                <a:lnTo>
                  <a:pt x="1614831" y="2715327"/>
                </a:lnTo>
                <a:lnTo>
                  <a:pt x="1601992" y="2715327"/>
                </a:lnTo>
                <a:close/>
                <a:moveTo>
                  <a:pt x="3141064" y="2697734"/>
                </a:moveTo>
                <a:cubicBezTo>
                  <a:pt x="3148256" y="2698091"/>
                  <a:pt x="3156221" y="2699398"/>
                  <a:pt x="3162641" y="2698209"/>
                </a:cubicBezTo>
                <a:lnTo>
                  <a:pt x="3162641" y="2702964"/>
                </a:lnTo>
                <a:lnTo>
                  <a:pt x="3124123" y="2702964"/>
                </a:lnTo>
                <a:cubicBezTo>
                  <a:pt x="3127453" y="2697972"/>
                  <a:pt x="3133872" y="2697378"/>
                  <a:pt x="3141064" y="2697734"/>
                </a:cubicBezTo>
                <a:close/>
                <a:moveTo>
                  <a:pt x="3223566" y="2697258"/>
                </a:moveTo>
                <a:cubicBezTo>
                  <a:pt x="3229926" y="2697258"/>
                  <a:pt x="3236346" y="2699160"/>
                  <a:pt x="3239675" y="2702964"/>
                </a:cubicBezTo>
                <a:lnTo>
                  <a:pt x="3207815" y="2702964"/>
                </a:lnTo>
                <a:cubicBezTo>
                  <a:pt x="3210907" y="2699160"/>
                  <a:pt x="3217207" y="2697258"/>
                  <a:pt x="3223566" y="2697258"/>
                </a:cubicBezTo>
                <a:close/>
                <a:moveTo>
                  <a:pt x="1986715" y="2661119"/>
                </a:moveTo>
                <a:cubicBezTo>
                  <a:pt x="2073258" y="2675860"/>
                  <a:pt x="2175492" y="2705342"/>
                  <a:pt x="2255855" y="2685846"/>
                </a:cubicBezTo>
                <a:cubicBezTo>
                  <a:pt x="2153143" y="2681091"/>
                  <a:pt x="2079443" y="2663496"/>
                  <a:pt x="1986715" y="2661119"/>
                </a:cubicBezTo>
                <a:close/>
                <a:moveTo>
                  <a:pt x="4124133" y="2651133"/>
                </a:moveTo>
                <a:lnTo>
                  <a:pt x="4124133" y="2673482"/>
                </a:lnTo>
                <a:lnTo>
                  <a:pt x="4107964" y="2661119"/>
                </a:lnTo>
                <a:cubicBezTo>
                  <a:pt x="4021420" y="2685846"/>
                  <a:pt x="3960554" y="2681091"/>
                  <a:pt x="3870681" y="2698209"/>
                </a:cubicBezTo>
                <a:lnTo>
                  <a:pt x="3909198" y="2710573"/>
                </a:lnTo>
                <a:cubicBezTo>
                  <a:pt x="3890178" y="2708195"/>
                  <a:pt x="3822660" y="2715328"/>
                  <a:pt x="3800311" y="2702964"/>
                </a:cubicBezTo>
                <a:cubicBezTo>
                  <a:pt x="3710438" y="2735300"/>
                  <a:pt x="3598216" y="2692979"/>
                  <a:pt x="3515000" y="2710573"/>
                </a:cubicBezTo>
                <a:cubicBezTo>
                  <a:pt x="3517377" y="2715328"/>
                  <a:pt x="3520230" y="2718656"/>
                  <a:pt x="3523084" y="2721985"/>
                </a:cubicBezTo>
                <a:cubicBezTo>
                  <a:pt x="3513574" y="2732446"/>
                  <a:pt x="3501685" y="2731020"/>
                  <a:pt x="3492651" y="2740530"/>
                </a:cubicBezTo>
                <a:cubicBezTo>
                  <a:pt x="3483139" y="2732922"/>
                  <a:pt x="3476482" y="2720558"/>
                  <a:pt x="3460790" y="2720558"/>
                </a:cubicBezTo>
                <a:lnTo>
                  <a:pt x="3460790" y="2745285"/>
                </a:lnTo>
                <a:lnTo>
                  <a:pt x="3454610" y="2728167"/>
                </a:lnTo>
                <a:cubicBezTo>
                  <a:pt x="3428931" y="2738153"/>
                  <a:pt x="3409910" y="2703440"/>
                  <a:pt x="3393742" y="2732922"/>
                </a:cubicBezTo>
                <a:lnTo>
                  <a:pt x="3432260" y="2745285"/>
                </a:lnTo>
                <a:cubicBezTo>
                  <a:pt x="3301016" y="2745285"/>
                  <a:pt x="3105580" y="2752894"/>
                  <a:pt x="2977189" y="2715803"/>
                </a:cubicBezTo>
                <a:lnTo>
                  <a:pt x="3031873" y="2711048"/>
                </a:lnTo>
                <a:cubicBezTo>
                  <a:pt x="3108907" y="2748139"/>
                  <a:pt x="3214473" y="2713426"/>
                  <a:pt x="3294835" y="2715803"/>
                </a:cubicBezTo>
                <a:lnTo>
                  <a:pt x="3256318" y="2698685"/>
                </a:lnTo>
                <a:cubicBezTo>
                  <a:pt x="3544006" y="2695356"/>
                  <a:pt x="3835493" y="2688223"/>
                  <a:pt x="4124133" y="2651133"/>
                </a:cubicBezTo>
                <a:close/>
                <a:moveTo>
                  <a:pt x="1378025" y="2643525"/>
                </a:moveTo>
                <a:lnTo>
                  <a:pt x="1416065" y="2643525"/>
                </a:lnTo>
                <a:lnTo>
                  <a:pt x="1422724" y="2661119"/>
                </a:lnTo>
                <a:close/>
                <a:moveTo>
                  <a:pt x="4370926" y="2579330"/>
                </a:moveTo>
                <a:lnTo>
                  <a:pt x="4383289" y="2591693"/>
                </a:lnTo>
                <a:lnTo>
                  <a:pt x="4322423" y="2596448"/>
                </a:lnTo>
                <a:close/>
                <a:moveTo>
                  <a:pt x="4293891" y="2512282"/>
                </a:moveTo>
                <a:lnTo>
                  <a:pt x="4261556" y="2524645"/>
                </a:lnTo>
                <a:lnTo>
                  <a:pt x="4261556" y="2519890"/>
                </a:lnTo>
                <a:close/>
                <a:moveTo>
                  <a:pt x="4332409" y="2507527"/>
                </a:moveTo>
                <a:lnTo>
                  <a:pt x="4354758" y="2507527"/>
                </a:lnTo>
                <a:lnTo>
                  <a:pt x="4322423" y="2512282"/>
                </a:lnTo>
                <a:close/>
                <a:moveTo>
                  <a:pt x="1230162" y="2502772"/>
                </a:moveTo>
                <a:cubicBezTo>
                  <a:pt x="1230162" y="2509904"/>
                  <a:pt x="1243000" y="2512282"/>
                  <a:pt x="1246329" y="2519890"/>
                </a:cubicBezTo>
                <a:cubicBezTo>
                  <a:pt x="1252986" y="2512282"/>
                  <a:pt x="1272007" y="2509904"/>
                  <a:pt x="1255839" y="2502772"/>
                </a:cubicBezTo>
                <a:close/>
                <a:moveTo>
                  <a:pt x="5268228" y="2477569"/>
                </a:moveTo>
                <a:lnTo>
                  <a:pt x="5262046" y="2494688"/>
                </a:lnTo>
                <a:cubicBezTo>
                  <a:pt x="5220200" y="2489933"/>
                  <a:pt x="5201180" y="2546519"/>
                  <a:pt x="5153152" y="2519415"/>
                </a:cubicBezTo>
                <a:cubicBezTo>
                  <a:pt x="5095615" y="2536533"/>
                  <a:pt x="5024762" y="2554127"/>
                  <a:pt x="4976735" y="2571246"/>
                </a:cubicBezTo>
                <a:cubicBezTo>
                  <a:pt x="4884010" y="2588365"/>
                  <a:pt x="4781297" y="2608336"/>
                  <a:pt x="4685242" y="2630686"/>
                </a:cubicBezTo>
                <a:cubicBezTo>
                  <a:pt x="4653383" y="2628308"/>
                  <a:pt x="4630559" y="2657790"/>
                  <a:pt x="4640544" y="2672531"/>
                </a:cubicBezTo>
                <a:cubicBezTo>
                  <a:pt x="4541162" y="2652559"/>
                  <a:pt x="4480295" y="2684895"/>
                  <a:pt x="4384240" y="2689650"/>
                </a:cubicBezTo>
                <a:lnTo>
                  <a:pt x="4384240" y="2680615"/>
                </a:lnTo>
                <a:lnTo>
                  <a:pt x="4408967" y="2680615"/>
                </a:lnTo>
                <a:cubicBezTo>
                  <a:pt x="4437974" y="2682993"/>
                  <a:pt x="4463176" y="2660643"/>
                  <a:pt x="4447484" y="2655888"/>
                </a:cubicBezTo>
                <a:cubicBezTo>
                  <a:pt x="4479344" y="2660643"/>
                  <a:pt x="4527846" y="2665874"/>
                  <a:pt x="4546867" y="2643525"/>
                </a:cubicBezTo>
                <a:cubicBezTo>
                  <a:pt x="4690949" y="2635916"/>
                  <a:pt x="4832178" y="2566966"/>
                  <a:pt x="4976259" y="2561736"/>
                </a:cubicBezTo>
                <a:lnTo>
                  <a:pt x="4970077" y="2554127"/>
                </a:lnTo>
                <a:cubicBezTo>
                  <a:pt x="5062803" y="2529400"/>
                  <a:pt x="5159333" y="2482324"/>
                  <a:pt x="5268228" y="2477569"/>
                </a:cubicBezTo>
                <a:close/>
                <a:moveTo>
                  <a:pt x="8143205" y="2440479"/>
                </a:moveTo>
                <a:cubicBezTo>
                  <a:pt x="8088521" y="2447612"/>
                  <a:pt x="8030032" y="2460451"/>
                  <a:pt x="7985333" y="2453318"/>
                </a:cubicBezTo>
                <a:close/>
                <a:moveTo>
                  <a:pt x="5613928" y="2423360"/>
                </a:moveTo>
                <a:cubicBezTo>
                  <a:pt x="5597761" y="2450464"/>
                  <a:pt x="5498377" y="2472814"/>
                  <a:pt x="5453679" y="2472814"/>
                </a:cubicBezTo>
                <a:close/>
                <a:moveTo>
                  <a:pt x="5200703" y="2406241"/>
                </a:moveTo>
                <a:lnTo>
                  <a:pt x="5162186" y="2413374"/>
                </a:lnTo>
                <a:lnTo>
                  <a:pt x="5152676" y="2413374"/>
                </a:lnTo>
                <a:close/>
                <a:moveTo>
                  <a:pt x="4454143" y="2383892"/>
                </a:moveTo>
                <a:cubicBezTo>
                  <a:pt x="4319571" y="2391025"/>
                  <a:pt x="4181673" y="2408619"/>
                  <a:pt x="4063268" y="2435724"/>
                </a:cubicBezTo>
                <a:cubicBezTo>
                  <a:pt x="4200692" y="2433346"/>
                  <a:pt x="4332411" y="2398633"/>
                  <a:pt x="4454143" y="2383892"/>
                </a:cubicBezTo>
                <a:close/>
                <a:moveTo>
                  <a:pt x="4652909" y="2346326"/>
                </a:moveTo>
                <a:lnTo>
                  <a:pt x="4493613" y="2380088"/>
                </a:lnTo>
                <a:cubicBezTo>
                  <a:pt x="4537836" y="2374382"/>
                  <a:pt x="4621999" y="2381039"/>
                  <a:pt x="4652909" y="2346326"/>
                </a:cubicBezTo>
                <a:close/>
                <a:moveTo>
                  <a:pt x="6261582" y="2299726"/>
                </a:moveTo>
                <a:cubicBezTo>
                  <a:pt x="6068997" y="2309712"/>
                  <a:pt x="5876888" y="2391501"/>
                  <a:pt x="5729478" y="2413375"/>
                </a:cubicBezTo>
                <a:cubicBezTo>
                  <a:pt x="5883546" y="2331586"/>
                  <a:pt x="6081837" y="2312089"/>
                  <a:pt x="6261582" y="2299726"/>
                </a:cubicBezTo>
                <a:close/>
                <a:moveTo>
                  <a:pt x="999514" y="2294970"/>
                </a:moveTo>
                <a:cubicBezTo>
                  <a:pt x="1019010" y="2289740"/>
                  <a:pt x="1035178" y="2299726"/>
                  <a:pt x="1038031" y="2304956"/>
                </a:cubicBezTo>
                <a:cubicBezTo>
                  <a:pt x="1021863" y="2309711"/>
                  <a:pt x="1012353" y="2297348"/>
                  <a:pt x="999514" y="2294970"/>
                </a:cubicBezTo>
                <a:close/>
                <a:moveTo>
                  <a:pt x="916299" y="2257880"/>
                </a:moveTo>
                <a:lnTo>
                  <a:pt x="948634" y="2270244"/>
                </a:lnTo>
                <a:lnTo>
                  <a:pt x="932467" y="2270244"/>
                </a:lnTo>
                <a:close/>
                <a:moveTo>
                  <a:pt x="7075192" y="2240286"/>
                </a:moveTo>
                <a:lnTo>
                  <a:pt x="7100871" y="2240286"/>
                </a:lnTo>
                <a:lnTo>
                  <a:pt x="7068535" y="2245517"/>
                </a:lnTo>
                <a:close/>
                <a:moveTo>
                  <a:pt x="5668613" y="2223167"/>
                </a:moveTo>
                <a:lnTo>
                  <a:pt x="5690965" y="2223167"/>
                </a:lnTo>
                <a:lnTo>
                  <a:pt x="5652449" y="2235530"/>
                </a:lnTo>
                <a:close/>
                <a:moveTo>
                  <a:pt x="7123220" y="2186077"/>
                </a:moveTo>
                <a:lnTo>
                  <a:pt x="7084703" y="2193210"/>
                </a:lnTo>
                <a:lnTo>
                  <a:pt x="7062354" y="2193210"/>
                </a:lnTo>
                <a:close/>
                <a:moveTo>
                  <a:pt x="6892594" y="2181322"/>
                </a:moveTo>
                <a:lnTo>
                  <a:pt x="6892594" y="2186077"/>
                </a:lnTo>
                <a:lnTo>
                  <a:pt x="6815560" y="2193686"/>
                </a:lnTo>
                <a:cubicBezTo>
                  <a:pt x="6834580" y="2181322"/>
                  <a:pt x="6870244" y="2193686"/>
                  <a:pt x="6892594" y="2181322"/>
                </a:cubicBezTo>
                <a:close/>
                <a:moveTo>
                  <a:pt x="823574" y="2168958"/>
                </a:moveTo>
                <a:lnTo>
                  <a:pt x="855434" y="2168958"/>
                </a:lnTo>
                <a:cubicBezTo>
                  <a:pt x="849252" y="2190832"/>
                  <a:pt x="881112" y="2188454"/>
                  <a:pt x="893951" y="2198440"/>
                </a:cubicBezTo>
                <a:lnTo>
                  <a:pt x="884440" y="2206048"/>
                </a:lnTo>
                <a:close/>
                <a:moveTo>
                  <a:pt x="6959642" y="2168482"/>
                </a:moveTo>
                <a:lnTo>
                  <a:pt x="6959642" y="2180846"/>
                </a:lnTo>
                <a:lnTo>
                  <a:pt x="6908286" y="2180846"/>
                </a:lnTo>
                <a:cubicBezTo>
                  <a:pt x="6924453" y="2176091"/>
                  <a:pt x="6937293" y="2163727"/>
                  <a:pt x="6959642" y="2168482"/>
                </a:cubicBezTo>
                <a:close/>
                <a:moveTo>
                  <a:pt x="7315329" y="2156119"/>
                </a:moveTo>
                <a:cubicBezTo>
                  <a:pt x="7280141" y="2180846"/>
                  <a:pt x="7215946" y="2188454"/>
                  <a:pt x="7167919" y="2180846"/>
                </a:cubicBezTo>
                <a:close/>
                <a:moveTo>
                  <a:pt x="7062354" y="2156119"/>
                </a:moveTo>
                <a:cubicBezTo>
                  <a:pt x="7059025" y="2176091"/>
                  <a:pt x="7014326" y="2168482"/>
                  <a:pt x="7008145" y="2163727"/>
                </a:cubicBezTo>
                <a:close/>
                <a:moveTo>
                  <a:pt x="937327" y="2124742"/>
                </a:moveTo>
                <a:cubicBezTo>
                  <a:pt x="956987" y="2127974"/>
                  <a:pt x="970629" y="2145182"/>
                  <a:pt x="961000" y="2163727"/>
                </a:cubicBezTo>
                <a:cubicBezTo>
                  <a:pt x="941979" y="2156119"/>
                  <a:pt x="919154" y="2139000"/>
                  <a:pt x="916301" y="2126637"/>
                </a:cubicBezTo>
                <a:cubicBezTo>
                  <a:pt x="923552" y="2124141"/>
                  <a:pt x="930774" y="2123665"/>
                  <a:pt x="937327" y="2124742"/>
                </a:cubicBezTo>
                <a:close/>
                <a:moveTo>
                  <a:pt x="6512181" y="2003954"/>
                </a:moveTo>
                <a:cubicBezTo>
                  <a:pt x="6449888" y="2008709"/>
                  <a:pt x="6392350" y="2015366"/>
                  <a:pt x="6331960" y="2020121"/>
                </a:cubicBezTo>
                <a:cubicBezTo>
                  <a:pt x="6391875" y="2048177"/>
                  <a:pt x="6454644" y="2010611"/>
                  <a:pt x="6512181" y="2003954"/>
                </a:cubicBezTo>
                <a:close/>
                <a:moveTo>
                  <a:pt x="10573767" y="1994117"/>
                </a:moveTo>
                <a:cubicBezTo>
                  <a:pt x="10579250" y="1993314"/>
                  <a:pt x="10584630" y="1996583"/>
                  <a:pt x="10590217" y="2007758"/>
                </a:cubicBezTo>
                <a:cubicBezTo>
                  <a:pt x="10561211" y="2005380"/>
                  <a:pt x="10538861" y="2030107"/>
                  <a:pt x="10513183" y="2015366"/>
                </a:cubicBezTo>
                <a:lnTo>
                  <a:pt x="10513183" y="2007758"/>
                </a:lnTo>
                <a:cubicBezTo>
                  <a:pt x="10539931" y="2035576"/>
                  <a:pt x="10557317" y="1996524"/>
                  <a:pt x="10573767" y="1994117"/>
                </a:cubicBezTo>
                <a:close/>
                <a:moveTo>
                  <a:pt x="6706667" y="1931200"/>
                </a:moveTo>
                <a:cubicBezTo>
                  <a:pt x="6709996" y="1935955"/>
                  <a:pt x="6703814" y="1938808"/>
                  <a:pt x="6700486" y="1943563"/>
                </a:cubicBezTo>
                <a:lnTo>
                  <a:pt x="6745185" y="1931200"/>
                </a:lnTo>
                <a:close/>
                <a:moveTo>
                  <a:pt x="6898777" y="1918836"/>
                </a:moveTo>
                <a:lnTo>
                  <a:pt x="6777044" y="1926444"/>
                </a:lnTo>
                <a:lnTo>
                  <a:pt x="6767534" y="1931200"/>
                </a:lnTo>
                <a:close/>
                <a:moveTo>
                  <a:pt x="7772301" y="1895060"/>
                </a:moveTo>
                <a:lnTo>
                  <a:pt x="7745197" y="1901242"/>
                </a:lnTo>
                <a:cubicBezTo>
                  <a:pt x="7751378" y="1895060"/>
                  <a:pt x="7761840" y="1895060"/>
                  <a:pt x="7772301" y="1895060"/>
                </a:cubicBezTo>
                <a:close/>
                <a:moveTo>
                  <a:pt x="7799406" y="1888879"/>
                </a:moveTo>
                <a:cubicBezTo>
                  <a:pt x="7792749" y="1895061"/>
                  <a:pt x="7782287" y="1895061"/>
                  <a:pt x="7772301" y="1895061"/>
                </a:cubicBezTo>
                <a:close/>
                <a:moveTo>
                  <a:pt x="6985320" y="1888879"/>
                </a:moveTo>
                <a:cubicBezTo>
                  <a:pt x="6979139" y="1891256"/>
                  <a:pt x="6962971" y="1911228"/>
                  <a:pt x="6953461" y="1896487"/>
                </a:cubicBezTo>
                <a:cubicBezTo>
                  <a:pt x="6943951" y="1916458"/>
                  <a:pt x="6985320" y="1896487"/>
                  <a:pt x="6991502" y="1901242"/>
                </a:cubicBezTo>
                <a:close/>
                <a:moveTo>
                  <a:pt x="10138476" y="1866529"/>
                </a:moveTo>
                <a:cubicBezTo>
                  <a:pt x="9981556" y="1876515"/>
                  <a:pt x="9837474" y="1916458"/>
                  <a:pt x="9677224" y="1908850"/>
                </a:cubicBezTo>
                <a:cubicBezTo>
                  <a:pt x="9821306" y="1876515"/>
                  <a:pt x="9978227" y="1871760"/>
                  <a:pt x="10138476" y="1866529"/>
                </a:cubicBezTo>
                <a:close/>
                <a:moveTo>
                  <a:pt x="7584472" y="1795202"/>
                </a:moveTo>
                <a:cubicBezTo>
                  <a:pt x="7603492" y="1807565"/>
                  <a:pt x="7639156" y="1795202"/>
                  <a:pt x="7661506" y="1807565"/>
                </a:cubicBezTo>
                <a:cubicBezTo>
                  <a:pt x="7639156" y="1814698"/>
                  <a:pt x="7597311" y="1819929"/>
                  <a:pt x="7584472" y="1795202"/>
                </a:cubicBezTo>
                <a:close/>
                <a:moveTo>
                  <a:pt x="8126139" y="1777415"/>
                </a:moveTo>
                <a:cubicBezTo>
                  <a:pt x="8130010" y="1776598"/>
                  <a:pt x="8134171" y="1776420"/>
                  <a:pt x="8138926" y="1777608"/>
                </a:cubicBezTo>
                <a:lnTo>
                  <a:pt x="8138926" y="1789971"/>
                </a:lnTo>
                <a:cubicBezTo>
                  <a:pt x="8122758" y="1787594"/>
                  <a:pt x="8094227" y="1794727"/>
                  <a:pt x="8090898" y="1782363"/>
                </a:cubicBezTo>
                <a:cubicBezTo>
                  <a:pt x="8105520" y="1788069"/>
                  <a:pt x="8114525" y="1779867"/>
                  <a:pt x="8126139" y="1777415"/>
                </a:cubicBezTo>
                <a:close/>
                <a:moveTo>
                  <a:pt x="9713987" y="1769866"/>
                </a:moveTo>
                <a:cubicBezTo>
                  <a:pt x="9755149" y="1769138"/>
                  <a:pt x="9794795" y="1769167"/>
                  <a:pt x="9830816" y="1770475"/>
                </a:cubicBezTo>
                <a:cubicBezTo>
                  <a:pt x="9692915" y="1792825"/>
                  <a:pt x="9516974" y="1780461"/>
                  <a:pt x="9359578" y="1782839"/>
                </a:cubicBezTo>
                <a:cubicBezTo>
                  <a:pt x="9453374" y="1781056"/>
                  <a:pt x="9590501" y="1772050"/>
                  <a:pt x="9713987" y="1769866"/>
                </a:cubicBezTo>
                <a:close/>
                <a:moveTo>
                  <a:pt x="8337691" y="1765244"/>
                </a:moveTo>
                <a:lnTo>
                  <a:pt x="8420907" y="1765244"/>
                </a:lnTo>
                <a:lnTo>
                  <a:pt x="8331510" y="1770475"/>
                </a:lnTo>
                <a:close/>
                <a:moveTo>
                  <a:pt x="8574975" y="1748125"/>
                </a:moveTo>
                <a:lnTo>
                  <a:pt x="8584485" y="1752880"/>
                </a:lnTo>
                <a:lnTo>
                  <a:pt x="8552150" y="1752880"/>
                </a:lnTo>
                <a:close/>
                <a:moveTo>
                  <a:pt x="8661043" y="1711036"/>
                </a:moveTo>
                <a:cubicBezTo>
                  <a:pt x="8571170" y="1715791"/>
                  <a:pt x="8491283" y="1728154"/>
                  <a:pt x="8398557" y="1723399"/>
                </a:cubicBezTo>
                <a:cubicBezTo>
                  <a:pt x="8485102" y="1721021"/>
                  <a:pt x="8577827" y="1706280"/>
                  <a:pt x="8661043" y="1711036"/>
                </a:cubicBezTo>
                <a:close/>
                <a:moveTo>
                  <a:pt x="8677211" y="1693916"/>
                </a:moveTo>
                <a:lnTo>
                  <a:pt x="8760426" y="1711035"/>
                </a:lnTo>
                <a:lnTo>
                  <a:pt x="8738077" y="1711035"/>
                </a:lnTo>
                <a:cubicBezTo>
                  <a:pt x="8712399" y="1715790"/>
                  <a:pt x="8667701" y="1708657"/>
                  <a:pt x="8677211" y="1693916"/>
                </a:cubicBezTo>
                <a:close/>
                <a:moveTo>
                  <a:pt x="9090911" y="1681077"/>
                </a:moveTo>
                <a:lnTo>
                  <a:pt x="9090911" y="1688685"/>
                </a:lnTo>
                <a:lnTo>
                  <a:pt x="8953011" y="1693441"/>
                </a:lnTo>
                <a:cubicBezTo>
                  <a:pt x="8978689" y="1666336"/>
                  <a:pt x="9042884" y="1701049"/>
                  <a:pt x="9090911" y="1681077"/>
                </a:cubicBezTo>
                <a:close/>
                <a:moveTo>
                  <a:pt x="486929" y="1664434"/>
                </a:moveTo>
                <a:cubicBezTo>
                  <a:pt x="573473" y="1758111"/>
                  <a:pt x="740379" y="1775705"/>
                  <a:pt x="845944" y="1829914"/>
                </a:cubicBezTo>
                <a:lnTo>
                  <a:pt x="862111" y="1829914"/>
                </a:lnTo>
                <a:lnTo>
                  <a:pt x="862111" y="1807565"/>
                </a:lnTo>
                <a:cubicBezTo>
                  <a:pt x="737050" y="1762866"/>
                  <a:pt x="634339" y="1678700"/>
                  <a:pt x="486929" y="1664434"/>
                </a:cubicBezTo>
                <a:close/>
                <a:moveTo>
                  <a:pt x="9683406" y="1659204"/>
                </a:moveTo>
                <a:lnTo>
                  <a:pt x="9683406" y="1671568"/>
                </a:lnTo>
                <a:cubicBezTo>
                  <a:pt x="9628721" y="1679176"/>
                  <a:pt x="9590204" y="1673945"/>
                  <a:pt x="9535995" y="1688686"/>
                </a:cubicBezTo>
                <a:cubicBezTo>
                  <a:pt x="9535995" y="1715791"/>
                  <a:pt x="9571183" y="1678700"/>
                  <a:pt x="9574512" y="1701050"/>
                </a:cubicBezTo>
                <a:cubicBezTo>
                  <a:pt x="9312027" y="1693441"/>
                  <a:pt x="9049065" y="1733385"/>
                  <a:pt x="8815111" y="1735762"/>
                </a:cubicBezTo>
                <a:cubicBezTo>
                  <a:pt x="9093764" y="1706280"/>
                  <a:pt x="9398095" y="1693917"/>
                  <a:pt x="9683406" y="1659204"/>
                </a:cubicBezTo>
                <a:close/>
                <a:moveTo>
                  <a:pt x="9710748" y="1651714"/>
                </a:moveTo>
                <a:cubicBezTo>
                  <a:pt x="9715503" y="1651714"/>
                  <a:pt x="9720258" y="1654211"/>
                  <a:pt x="9721922" y="1659203"/>
                </a:cubicBezTo>
                <a:lnTo>
                  <a:pt x="9699573" y="1659203"/>
                </a:lnTo>
                <a:cubicBezTo>
                  <a:pt x="9701237" y="1654211"/>
                  <a:pt x="9705993" y="1651714"/>
                  <a:pt x="9710748" y="1651714"/>
                </a:cubicBezTo>
                <a:close/>
                <a:moveTo>
                  <a:pt x="9545506" y="1634477"/>
                </a:moveTo>
                <a:lnTo>
                  <a:pt x="9552163" y="1646841"/>
                </a:lnTo>
                <a:lnTo>
                  <a:pt x="9414263" y="1651596"/>
                </a:lnTo>
                <a:close/>
                <a:moveTo>
                  <a:pt x="9869333" y="1634001"/>
                </a:moveTo>
                <a:lnTo>
                  <a:pt x="9869333" y="1646364"/>
                </a:lnTo>
                <a:cubicBezTo>
                  <a:pt x="9856494" y="1643987"/>
                  <a:pt x="9830816" y="1651595"/>
                  <a:pt x="9830816" y="1641609"/>
                </a:cubicBezTo>
                <a:close/>
                <a:moveTo>
                  <a:pt x="9728105" y="1612128"/>
                </a:moveTo>
                <a:cubicBezTo>
                  <a:pt x="9721923" y="1614506"/>
                  <a:pt x="9699573" y="1641610"/>
                  <a:pt x="9683406" y="1622114"/>
                </a:cubicBezTo>
                <a:close/>
                <a:moveTo>
                  <a:pt x="11189369" y="1562674"/>
                </a:moveTo>
                <a:lnTo>
                  <a:pt x="11221705" y="1569807"/>
                </a:lnTo>
                <a:lnTo>
                  <a:pt x="11128503" y="1569807"/>
                </a:lnTo>
                <a:close/>
                <a:moveTo>
                  <a:pt x="10737627" y="1545080"/>
                </a:moveTo>
                <a:lnTo>
                  <a:pt x="10759977" y="1545080"/>
                </a:lnTo>
                <a:lnTo>
                  <a:pt x="10728117" y="1552688"/>
                </a:lnTo>
                <a:close/>
                <a:moveTo>
                  <a:pt x="608661" y="1545080"/>
                </a:moveTo>
                <a:lnTo>
                  <a:pt x="756071" y="1592156"/>
                </a:lnTo>
                <a:lnTo>
                  <a:pt x="624829" y="1545080"/>
                </a:lnTo>
                <a:close/>
                <a:moveTo>
                  <a:pt x="7767071" y="1540324"/>
                </a:moveTo>
                <a:cubicBezTo>
                  <a:pt x="7690512" y="1560296"/>
                  <a:pt x="7591129" y="1545079"/>
                  <a:pt x="7552612" y="1575037"/>
                </a:cubicBezTo>
                <a:cubicBezTo>
                  <a:pt x="7507914" y="1560296"/>
                  <a:pt x="7418041" y="1582645"/>
                  <a:pt x="7414712" y="1575037"/>
                </a:cubicBezTo>
                <a:cubicBezTo>
                  <a:pt x="7526934" y="1555065"/>
                  <a:pt x="7654848" y="1542702"/>
                  <a:pt x="7767071" y="1540324"/>
                </a:cubicBezTo>
                <a:close/>
                <a:moveTo>
                  <a:pt x="7574962" y="1532716"/>
                </a:moveTo>
                <a:cubicBezTo>
                  <a:pt x="7562123" y="1546981"/>
                  <a:pt x="7545004" y="1539849"/>
                  <a:pt x="7535494" y="1539373"/>
                </a:cubicBezTo>
                <a:close/>
                <a:moveTo>
                  <a:pt x="7821756" y="1527961"/>
                </a:moveTo>
                <a:lnTo>
                  <a:pt x="7831266" y="1532716"/>
                </a:lnTo>
                <a:lnTo>
                  <a:pt x="7792749" y="1532716"/>
                </a:lnTo>
                <a:close/>
                <a:moveTo>
                  <a:pt x="776667" y="1527426"/>
                </a:moveTo>
                <a:cubicBezTo>
                  <a:pt x="769505" y="1527515"/>
                  <a:pt x="762491" y="1529031"/>
                  <a:pt x="756071" y="1532716"/>
                </a:cubicBezTo>
                <a:cubicBezTo>
                  <a:pt x="775567" y="1545080"/>
                  <a:pt x="810755" y="1532716"/>
                  <a:pt x="833105" y="1545080"/>
                </a:cubicBezTo>
                <a:cubicBezTo>
                  <a:pt x="820979" y="1539731"/>
                  <a:pt x="798154" y="1527159"/>
                  <a:pt x="776667" y="1527426"/>
                </a:cubicBezTo>
                <a:close/>
                <a:moveTo>
                  <a:pt x="10523169" y="1523206"/>
                </a:moveTo>
                <a:lnTo>
                  <a:pt x="10561686" y="1523206"/>
                </a:lnTo>
                <a:cubicBezTo>
                  <a:pt x="10564539" y="1540325"/>
                  <a:pt x="10516512" y="1540325"/>
                  <a:pt x="10523169" y="1523206"/>
                </a:cubicBezTo>
                <a:close/>
                <a:moveTo>
                  <a:pt x="9452780" y="1503234"/>
                </a:moveTo>
                <a:lnTo>
                  <a:pt x="8574975" y="1557443"/>
                </a:lnTo>
                <a:lnTo>
                  <a:pt x="8584485" y="1569806"/>
                </a:lnTo>
                <a:cubicBezTo>
                  <a:pt x="8891670" y="1560296"/>
                  <a:pt x="9212168" y="1515597"/>
                  <a:pt x="9497479" y="1515597"/>
                </a:cubicBezTo>
                <a:close/>
                <a:moveTo>
                  <a:pt x="9869333" y="1480885"/>
                </a:moveTo>
                <a:cubicBezTo>
                  <a:pt x="9747601" y="1513220"/>
                  <a:pt x="9638707" y="1463766"/>
                  <a:pt x="9523157" y="1503234"/>
                </a:cubicBezTo>
                <a:cubicBezTo>
                  <a:pt x="9600190" y="1540324"/>
                  <a:pt x="9677224" y="1486115"/>
                  <a:pt x="9753782" y="1503234"/>
                </a:cubicBezTo>
                <a:cubicBezTo>
                  <a:pt x="9782789" y="1493248"/>
                  <a:pt x="9840327" y="1498003"/>
                  <a:pt x="9869333" y="1480885"/>
                </a:cubicBezTo>
                <a:close/>
                <a:moveTo>
                  <a:pt x="10522694" y="1468521"/>
                </a:moveTo>
                <a:lnTo>
                  <a:pt x="10490834" y="1473276"/>
                </a:lnTo>
                <a:lnTo>
                  <a:pt x="10513184" y="1473276"/>
                </a:lnTo>
                <a:close/>
                <a:moveTo>
                  <a:pt x="10836952" y="1438446"/>
                </a:moveTo>
                <a:cubicBezTo>
                  <a:pt x="10849018" y="1438446"/>
                  <a:pt x="10861025" y="1440229"/>
                  <a:pt x="10868871" y="1443795"/>
                </a:cubicBezTo>
                <a:lnTo>
                  <a:pt x="10804676" y="1443795"/>
                </a:lnTo>
                <a:cubicBezTo>
                  <a:pt x="10812759" y="1440229"/>
                  <a:pt x="10824885" y="1438446"/>
                  <a:pt x="10836952" y="1438446"/>
                </a:cubicBezTo>
                <a:close/>
                <a:moveTo>
                  <a:pt x="7590655" y="1426200"/>
                </a:moveTo>
                <a:lnTo>
                  <a:pt x="7584473" y="1433808"/>
                </a:lnTo>
                <a:lnTo>
                  <a:pt x="7613004" y="1426200"/>
                </a:lnTo>
                <a:close/>
                <a:moveTo>
                  <a:pt x="8943575" y="1416437"/>
                </a:moveTo>
                <a:cubicBezTo>
                  <a:pt x="8941628" y="1416958"/>
                  <a:pt x="8939578" y="1418473"/>
                  <a:pt x="8937319" y="1421445"/>
                </a:cubicBezTo>
                <a:cubicBezTo>
                  <a:pt x="8937319" y="1428102"/>
                  <a:pt x="8949207" y="1427151"/>
                  <a:pt x="8961095" y="1426200"/>
                </a:cubicBezTo>
                <a:cubicBezTo>
                  <a:pt x="8954319" y="1422277"/>
                  <a:pt x="8949415" y="1414877"/>
                  <a:pt x="8943575" y="1416437"/>
                </a:cubicBezTo>
                <a:close/>
                <a:moveTo>
                  <a:pt x="9754258" y="1404326"/>
                </a:moveTo>
                <a:lnTo>
                  <a:pt x="9754258" y="1409081"/>
                </a:lnTo>
                <a:lnTo>
                  <a:pt x="9715741" y="1409081"/>
                </a:lnTo>
                <a:close/>
                <a:moveTo>
                  <a:pt x="8844118" y="1391963"/>
                </a:moveTo>
                <a:cubicBezTo>
                  <a:pt x="8846971" y="1439039"/>
                  <a:pt x="8779923" y="1401949"/>
                  <a:pt x="8744734" y="1409082"/>
                </a:cubicBezTo>
                <a:lnTo>
                  <a:pt x="8744734" y="1396718"/>
                </a:lnTo>
                <a:close/>
                <a:moveTo>
                  <a:pt x="9259422" y="1385068"/>
                </a:moveTo>
                <a:cubicBezTo>
                  <a:pt x="9280642" y="1385663"/>
                  <a:pt x="9302278" y="1389348"/>
                  <a:pt x="9321536" y="1396718"/>
                </a:cubicBezTo>
                <a:cubicBezTo>
                  <a:pt x="9286348" y="1386733"/>
                  <a:pt x="9234993" y="1416690"/>
                  <a:pt x="9199804" y="1391963"/>
                </a:cubicBezTo>
                <a:cubicBezTo>
                  <a:pt x="9217399" y="1386970"/>
                  <a:pt x="9238203" y="1384474"/>
                  <a:pt x="9259422" y="1385068"/>
                </a:cubicBezTo>
                <a:close/>
                <a:moveTo>
                  <a:pt x="7921138" y="1379599"/>
                </a:moveTo>
                <a:lnTo>
                  <a:pt x="7952998" y="1396718"/>
                </a:lnTo>
                <a:lnTo>
                  <a:pt x="7946816" y="1396718"/>
                </a:lnTo>
                <a:close/>
                <a:moveTo>
                  <a:pt x="10006758" y="1374845"/>
                </a:moveTo>
                <a:cubicBezTo>
                  <a:pt x="9997723" y="1374369"/>
                  <a:pt x="9933528" y="1421445"/>
                  <a:pt x="9914032" y="1379600"/>
                </a:cubicBezTo>
                <a:close/>
                <a:moveTo>
                  <a:pt x="10145133" y="1367236"/>
                </a:moveTo>
                <a:lnTo>
                  <a:pt x="10222167" y="1367236"/>
                </a:lnTo>
                <a:cubicBezTo>
                  <a:pt x="10208852" y="1391963"/>
                  <a:pt x="10160824" y="1371991"/>
                  <a:pt x="10145133" y="1367236"/>
                </a:cubicBezTo>
                <a:close/>
                <a:moveTo>
                  <a:pt x="9292530" y="1354873"/>
                </a:moveTo>
                <a:lnTo>
                  <a:pt x="9343886" y="1354873"/>
                </a:lnTo>
                <a:lnTo>
                  <a:pt x="9369564" y="1362006"/>
                </a:lnTo>
                <a:close/>
                <a:moveTo>
                  <a:pt x="8337691" y="1349642"/>
                </a:moveTo>
                <a:cubicBezTo>
                  <a:pt x="8228798" y="1374369"/>
                  <a:pt x="8167932" y="1379124"/>
                  <a:pt x="8052381" y="1366761"/>
                </a:cubicBezTo>
                <a:close/>
                <a:moveTo>
                  <a:pt x="10206000" y="1337278"/>
                </a:moveTo>
                <a:lnTo>
                  <a:pt x="10215510" y="1344886"/>
                </a:lnTo>
                <a:lnTo>
                  <a:pt x="10122308" y="1344886"/>
                </a:lnTo>
                <a:close/>
                <a:moveTo>
                  <a:pt x="8885963" y="1324439"/>
                </a:moveTo>
                <a:lnTo>
                  <a:pt x="8844118" y="1332523"/>
                </a:lnTo>
                <a:cubicBezTo>
                  <a:pt x="8856481" y="1326341"/>
                  <a:pt x="8871698" y="1325865"/>
                  <a:pt x="8885963" y="1324439"/>
                </a:cubicBezTo>
                <a:close/>
                <a:moveTo>
                  <a:pt x="10391926" y="1315405"/>
                </a:moveTo>
                <a:lnTo>
                  <a:pt x="10408094" y="1337754"/>
                </a:lnTo>
                <a:cubicBezTo>
                  <a:pt x="10398583" y="1337754"/>
                  <a:pt x="10389073" y="1340132"/>
                  <a:pt x="10382416" y="1332999"/>
                </a:cubicBezTo>
                <a:cubicBezTo>
                  <a:pt x="10376235" y="1337754"/>
                  <a:pt x="10363395" y="1345363"/>
                  <a:pt x="10369577" y="1355348"/>
                </a:cubicBezTo>
                <a:lnTo>
                  <a:pt x="10292543" y="1355348"/>
                </a:lnTo>
                <a:lnTo>
                  <a:pt x="10292543" y="1354873"/>
                </a:lnTo>
                <a:cubicBezTo>
                  <a:pt x="10311564" y="1352495"/>
                  <a:pt x="10347228" y="1342509"/>
                  <a:pt x="10343899" y="1320160"/>
                </a:cubicBezTo>
                <a:cubicBezTo>
                  <a:pt x="10360066" y="1320160"/>
                  <a:pt x="10379088" y="1322538"/>
                  <a:pt x="10391926" y="1315405"/>
                </a:cubicBezTo>
                <a:close/>
                <a:moveTo>
                  <a:pt x="9843654" y="1137086"/>
                </a:moveTo>
                <a:lnTo>
                  <a:pt x="9882172" y="1137086"/>
                </a:lnTo>
                <a:lnTo>
                  <a:pt x="9837473" y="1141841"/>
                </a:lnTo>
                <a:close/>
                <a:moveTo>
                  <a:pt x="3987186" y="1102848"/>
                </a:moveTo>
                <a:cubicBezTo>
                  <a:pt x="3857845" y="1129953"/>
                  <a:pt x="3726632" y="1152778"/>
                  <a:pt x="3592060" y="1171798"/>
                </a:cubicBezTo>
                <a:cubicBezTo>
                  <a:pt x="3732338" y="1164666"/>
                  <a:pt x="3861173" y="1132806"/>
                  <a:pt x="3987186" y="1102848"/>
                </a:cubicBezTo>
                <a:close/>
                <a:moveTo>
                  <a:pt x="823594" y="1070513"/>
                </a:moveTo>
                <a:cubicBezTo>
                  <a:pt x="807427" y="1092862"/>
                  <a:pt x="785077" y="1053394"/>
                  <a:pt x="768910" y="1082877"/>
                </a:cubicBezTo>
                <a:cubicBezTo>
                  <a:pt x="794588" y="1107604"/>
                  <a:pt x="845944" y="1080499"/>
                  <a:pt x="871621" y="1107604"/>
                </a:cubicBezTo>
                <a:cubicBezTo>
                  <a:pt x="884460" y="1077646"/>
                  <a:pt x="836433" y="1092387"/>
                  <a:pt x="823594" y="1070513"/>
                </a:cubicBezTo>
                <a:close/>
                <a:moveTo>
                  <a:pt x="3163720" y="1064153"/>
                </a:moveTo>
                <a:cubicBezTo>
                  <a:pt x="3173587" y="1063261"/>
                  <a:pt x="3183097" y="1064569"/>
                  <a:pt x="3191655" y="1070037"/>
                </a:cubicBezTo>
                <a:cubicBezTo>
                  <a:pt x="3172634" y="1071939"/>
                  <a:pt x="3152189" y="1068611"/>
                  <a:pt x="3133643" y="1071464"/>
                </a:cubicBezTo>
                <a:cubicBezTo>
                  <a:pt x="3143629" y="1068135"/>
                  <a:pt x="3153853" y="1065044"/>
                  <a:pt x="3163720" y="1064153"/>
                </a:cubicBezTo>
                <a:close/>
                <a:moveTo>
                  <a:pt x="3268215" y="1058150"/>
                </a:moveTo>
                <a:lnTo>
                  <a:pt x="3268215" y="1065283"/>
                </a:lnTo>
                <a:lnTo>
                  <a:pt x="3229697" y="1065283"/>
                </a:lnTo>
                <a:close/>
                <a:moveTo>
                  <a:pt x="2999088" y="1035801"/>
                </a:moveTo>
                <a:cubicBezTo>
                  <a:pt x="3004792" y="1034850"/>
                  <a:pt x="3010497" y="1035801"/>
                  <a:pt x="3015730" y="1035801"/>
                </a:cubicBezTo>
                <a:cubicBezTo>
                  <a:pt x="3010023" y="1037703"/>
                  <a:pt x="3004318" y="1040080"/>
                  <a:pt x="2999088" y="1041031"/>
                </a:cubicBezTo>
                <a:close/>
                <a:moveTo>
                  <a:pt x="3563036" y="1023437"/>
                </a:moveTo>
                <a:lnTo>
                  <a:pt x="3563036" y="1035800"/>
                </a:lnTo>
                <a:lnTo>
                  <a:pt x="3486478" y="1035800"/>
                </a:lnTo>
                <a:close/>
                <a:moveTo>
                  <a:pt x="1640534" y="1011073"/>
                </a:moveTo>
                <a:cubicBezTo>
                  <a:pt x="1704729" y="1018206"/>
                  <a:pt x="1781759" y="1018206"/>
                  <a:pt x="1832643" y="1035800"/>
                </a:cubicBezTo>
                <a:cubicBezTo>
                  <a:pt x="1858322" y="1011073"/>
                  <a:pt x="1903499" y="1052919"/>
                  <a:pt x="1948200" y="1048164"/>
                </a:cubicBezTo>
                <a:cubicBezTo>
                  <a:pt x="1944872" y="1040555"/>
                  <a:pt x="1951054" y="1038178"/>
                  <a:pt x="1954380" y="1035800"/>
                </a:cubicBezTo>
                <a:cubicBezTo>
                  <a:pt x="1854993" y="1018682"/>
                  <a:pt x="1743239" y="1018682"/>
                  <a:pt x="1640534" y="1011073"/>
                </a:cubicBezTo>
                <a:close/>
                <a:moveTo>
                  <a:pt x="1993371" y="1005843"/>
                </a:moveTo>
                <a:cubicBezTo>
                  <a:pt x="2001930" y="1013926"/>
                  <a:pt x="2013341" y="1015353"/>
                  <a:pt x="2024278" y="1014878"/>
                </a:cubicBezTo>
                <a:cubicBezTo>
                  <a:pt x="2037117" y="1017731"/>
                  <a:pt x="2050905" y="1018682"/>
                  <a:pt x="2063745" y="1011073"/>
                </a:cubicBezTo>
                <a:cubicBezTo>
                  <a:pt x="2057565" y="1007745"/>
                  <a:pt x="2041397" y="1013926"/>
                  <a:pt x="2024278" y="1014878"/>
                </a:cubicBezTo>
                <a:cubicBezTo>
                  <a:pt x="2012390" y="1012024"/>
                  <a:pt x="2001455" y="1007269"/>
                  <a:pt x="1993371" y="1005843"/>
                </a:cubicBezTo>
                <a:close/>
                <a:moveTo>
                  <a:pt x="1514520" y="993004"/>
                </a:moveTo>
                <a:cubicBezTo>
                  <a:pt x="1518326" y="993955"/>
                  <a:pt x="1521178" y="996332"/>
                  <a:pt x="1525457" y="998234"/>
                </a:cubicBezTo>
                <a:cubicBezTo>
                  <a:pt x="1509289" y="1010598"/>
                  <a:pt x="1489794" y="1003465"/>
                  <a:pt x="1470773" y="1005843"/>
                </a:cubicBezTo>
                <a:cubicBezTo>
                  <a:pt x="1509289" y="1020584"/>
                  <a:pt x="1566828" y="1025814"/>
                  <a:pt x="1614856" y="1028192"/>
                </a:cubicBezTo>
                <a:cubicBezTo>
                  <a:pt x="1612003" y="1025814"/>
                  <a:pt x="1605345" y="1022961"/>
                  <a:pt x="1608673" y="1018206"/>
                </a:cubicBezTo>
                <a:lnTo>
                  <a:pt x="1614856" y="1010598"/>
                </a:lnTo>
                <a:cubicBezTo>
                  <a:pt x="1602492" y="1001087"/>
                  <a:pt x="1563500" y="989200"/>
                  <a:pt x="1514520" y="993004"/>
                </a:cubicBezTo>
                <a:close/>
                <a:moveTo>
                  <a:pt x="4469836" y="968752"/>
                </a:moveTo>
                <a:cubicBezTo>
                  <a:pt x="4450813" y="961620"/>
                  <a:pt x="4373781" y="991102"/>
                  <a:pt x="4322424" y="993479"/>
                </a:cubicBezTo>
                <a:cubicBezTo>
                  <a:pt x="4377109" y="995857"/>
                  <a:pt x="4412296" y="981116"/>
                  <a:pt x="4469836" y="968752"/>
                </a:cubicBezTo>
                <a:close/>
                <a:moveTo>
                  <a:pt x="10491310" y="946879"/>
                </a:moveTo>
                <a:cubicBezTo>
                  <a:pt x="10465632" y="944025"/>
                  <a:pt x="10443283" y="956389"/>
                  <a:pt x="10414276" y="951634"/>
                </a:cubicBezTo>
                <a:cubicBezTo>
                  <a:pt x="10439478" y="966375"/>
                  <a:pt x="10465157" y="949256"/>
                  <a:pt x="10491310" y="946879"/>
                </a:cubicBezTo>
                <a:close/>
                <a:moveTo>
                  <a:pt x="1124596" y="934040"/>
                </a:moveTo>
                <a:cubicBezTo>
                  <a:pt x="1185462" y="954011"/>
                  <a:pt x="1243000" y="939270"/>
                  <a:pt x="1293880" y="968277"/>
                </a:cubicBezTo>
                <a:cubicBezTo>
                  <a:pt x="1287223" y="975885"/>
                  <a:pt x="1277712" y="975885"/>
                  <a:pt x="1268202" y="975885"/>
                </a:cubicBezTo>
                <a:cubicBezTo>
                  <a:pt x="1291027" y="993479"/>
                  <a:pt x="1322887" y="990626"/>
                  <a:pt x="1345237" y="998234"/>
                </a:cubicBezTo>
                <a:cubicBezTo>
                  <a:pt x="1368062" y="990626"/>
                  <a:pt x="1412759" y="993004"/>
                  <a:pt x="1438438" y="975885"/>
                </a:cubicBezTo>
                <a:cubicBezTo>
                  <a:pt x="1345712" y="944025"/>
                  <a:pt x="1223980" y="938795"/>
                  <a:pt x="1124596" y="934040"/>
                </a:cubicBezTo>
                <a:close/>
                <a:moveTo>
                  <a:pt x="822205" y="931685"/>
                </a:moveTo>
                <a:cubicBezTo>
                  <a:pt x="814084" y="930058"/>
                  <a:pt x="805049" y="930355"/>
                  <a:pt x="794588" y="934040"/>
                </a:cubicBezTo>
                <a:cubicBezTo>
                  <a:pt x="807427" y="929284"/>
                  <a:pt x="817412" y="938795"/>
                  <a:pt x="823594" y="946403"/>
                </a:cubicBezTo>
                <a:cubicBezTo>
                  <a:pt x="817412" y="948781"/>
                  <a:pt x="814084" y="958766"/>
                  <a:pt x="801245" y="958766"/>
                </a:cubicBezTo>
                <a:lnTo>
                  <a:pt x="884460" y="958766"/>
                </a:lnTo>
                <a:cubicBezTo>
                  <a:pt x="862706" y="958766"/>
                  <a:pt x="846568" y="936566"/>
                  <a:pt x="822205" y="931685"/>
                </a:cubicBezTo>
                <a:close/>
                <a:moveTo>
                  <a:pt x="10933125" y="926907"/>
                </a:moveTo>
                <a:cubicBezTo>
                  <a:pt x="10941149" y="926907"/>
                  <a:pt x="10949233" y="929285"/>
                  <a:pt x="10952562" y="934040"/>
                </a:cubicBezTo>
                <a:lnTo>
                  <a:pt x="10914045" y="934040"/>
                </a:lnTo>
                <a:cubicBezTo>
                  <a:pt x="10917136" y="929285"/>
                  <a:pt x="10925100" y="926907"/>
                  <a:pt x="10933125" y="926907"/>
                </a:cubicBezTo>
                <a:close/>
                <a:moveTo>
                  <a:pt x="11036253" y="905509"/>
                </a:moveTo>
                <a:cubicBezTo>
                  <a:pt x="11029834" y="904320"/>
                  <a:pt x="11021037" y="905509"/>
                  <a:pt x="11012656" y="905806"/>
                </a:cubicBezTo>
                <a:lnTo>
                  <a:pt x="11011594" y="905552"/>
                </a:lnTo>
                <a:close/>
                <a:moveTo>
                  <a:pt x="1017129" y="871866"/>
                </a:moveTo>
                <a:cubicBezTo>
                  <a:pt x="983487" y="872222"/>
                  <a:pt x="948180" y="878404"/>
                  <a:pt x="922502" y="886963"/>
                </a:cubicBezTo>
                <a:lnTo>
                  <a:pt x="921347" y="889271"/>
                </a:lnTo>
                <a:lnTo>
                  <a:pt x="920600" y="889341"/>
                </a:lnTo>
                <a:lnTo>
                  <a:pt x="917830" y="890105"/>
                </a:lnTo>
                <a:lnTo>
                  <a:pt x="902829" y="891439"/>
                </a:lnTo>
                <a:lnTo>
                  <a:pt x="899201" y="891243"/>
                </a:lnTo>
                <a:cubicBezTo>
                  <a:pt x="897775" y="891719"/>
                  <a:pt x="895873" y="892194"/>
                  <a:pt x="893971" y="892194"/>
                </a:cubicBezTo>
                <a:cubicBezTo>
                  <a:pt x="895873" y="891719"/>
                  <a:pt x="897775" y="891719"/>
                  <a:pt x="899677" y="891719"/>
                </a:cubicBezTo>
                <a:lnTo>
                  <a:pt x="902829" y="891439"/>
                </a:lnTo>
                <a:lnTo>
                  <a:pt x="911327" y="891897"/>
                </a:lnTo>
                <a:lnTo>
                  <a:pt x="917830" y="890105"/>
                </a:lnTo>
                <a:lnTo>
                  <a:pt x="921075" y="889816"/>
                </a:lnTo>
                <a:lnTo>
                  <a:pt x="921347" y="889271"/>
                </a:lnTo>
                <a:lnTo>
                  <a:pt x="1011007" y="880901"/>
                </a:lnTo>
                <a:cubicBezTo>
                  <a:pt x="1040192" y="879831"/>
                  <a:pt x="1069437" y="881971"/>
                  <a:pt x="1101772" y="891719"/>
                </a:cubicBezTo>
                <a:cubicBezTo>
                  <a:pt x="1082751" y="876978"/>
                  <a:pt x="1050772" y="871509"/>
                  <a:pt x="1017129" y="871866"/>
                </a:cubicBezTo>
                <a:close/>
                <a:moveTo>
                  <a:pt x="4630084" y="862712"/>
                </a:moveTo>
                <a:lnTo>
                  <a:pt x="4629521" y="863308"/>
                </a:lnTo>
                <a:lnTo>
                  <a:pt x="4628640" y="863376"/>
                </a:lnTo>
                <a:close/>
                <a:moveTo>
                  <a:pt x="679499" y="815636"/>
                </a:moveTo>
                <a:lnTo>
                  <a:pt x="708030" y="815636"/>
                </a:lnTo>
                <a:lnTo>
                  <a:pt x="669513" y="820391"/>
                </a:lnTo>
                <a:close/>
                <a:moveTo>
                  <a:pt x="3515026" y="815160"/>
                </a:moveTo>
                <a:lnTo>
                  <a:pt x="3447978" y="820391"/>
                </a:lnTo>
                <a:lnTo>
                  <a:pt x="3393292" y="840363"/>
                </a:lnTo>
                <a:close/>
                <a:moveTo>
                  <a:pt x="3662437" y="790909"/>
                </a:moveTo>
                <a:cubicBezTo>
                  <a:pt x="3640088" y="793286"/>
                  <a:pt x="3592060" y="786154"/>
                  <a:pt x="3569711" y="803272"/>
                </a:cubicBezTo>
                <a:close/>
                <a:moveTo>
                  <a:pt x="1262496" y="790909"/>
                </a:moveTo>
                <a:lnTo>
                  <a:pt x="1256315" y="798517"/>
                </a:lnTo>
                <a:lnTo>
                  <a:pt x="1278663" y="803272"/>
                </a:lnTo>
                <a:close/>
                <a:moveTo>
                  <a:pt x="473126" y="754190"/>
                </a:moveTo>
                <a:cubicBezTo>
                  <a:pt x="490066" y="755751"/>
                  <a:pt x="503797" y="777238"/>
                  <a:pt x="515922" y="773315"/>
                </a:cubicBezTo>
                <a:cubicBezTo>
                  <a:pt x="490244" y="783301"/>
                  <a:pt x="467895" y="750965"/>
                  <a:pt x="455056" y="760951"/>
                </a:cubicBezTo>
                <a:cubicBezTo>
                  <a:pt x="461475" y="755364"/>
                  <a:pt x="467479" y="753670"/>
                  <a:pt x="473126" y="754190"/>
                </a:cubicBezTo>
                <a:close/>
                <a:moveTo>
                  <a:pt x="10700597" y="738602"/>
                </a:moveTo>
                <a:cubicBezTo>
                  <a:pt x="10706601" y="738245"/>
                  <a:pt x="10712188" y="738840"/>
                  <a:pt x="10715279" y="743832"/>
                </a:cubicBezTo>
                <a:lnTo>
                  <a:pt x="10683419" y="743832"/>
                </a:lnTo>
                <a:lnTo>
                  <a:pt x="10683419" y="739077"/>
                </a:lnTo>
                <a:cubicBezTo>
                  <a:pt x="10688174" y="740266"/>
                  <a:pt x="10694594" y="738959"/>
                  <a:pt x="10700597" y="738602"/>
                </a:cubicBezTo>
                <a:close/>
                <a:moveTo>
                  <a:pt x="2806978" y="713875"/>
                </a:moveTo>
                <a:cubicBezTo>
                  <a:pt x="2825523" y="726239"/>
                  <a:pt x="2859287" y="720057"/>
                  <a:pt x="2868324" y="722910"/>
                </a:cubicBezTo>
                <a:cubicBezTo>
                  <a:pt x="2854533" y="706267"/>
                  <a:pt x="2827902" y="718630"/>
                  <a:pt x="2806978" y="713875"/>
                </a:cubicBezTo>
                <a:close/>
                <a:moveTo>
                  <a:pt x="1461264" y="701987"/>
                </a:moveTo>
                <a:cubicBezTo>
                  <a:pt x="1631024" y="751441"/>
                  <a:pt x="1842627" y="756196"/>
                  <a:pt x="2038067" y="768560"/>
                </a:cubicBezTo>
                <a:cubicBezTo>
                  <a:pt x="1845482" y="746210"/>
                  <a:pt x="1653373" y="689148"/>
                  <a:pt x="1461264" y="701987"/>
                </a:cubicBezTo>
                <a:close/>
                <a:moveTo>
                  <a:pt x="5591580" y="701512"/>
                </a:moveTo>
                <a:lnTo>
                  <a:pt x="5601092" y="709120"/>
                </a:lnTo>
                <a:cubicBezTo>
                  <a:pt x="5600618" y="709596"/>
                  <a:pt x="5600140" y="709596"/>
                  <a:pt x="5599666" y="710071"/>
                </a:cubicBezTo>
                <a:cubicBezTo>
                  <a:pt x="5596812" y="707694"/>
                  <a:pt x="5593959" y="704841"/>
                  <a:pt x="5591580" y="701512"/>
                </a:cubicBezTo>
                <a:close/>
                <a:moveTo>
                  <a:pt x="6353239" y="700204"/>
                </a:moveTo>
                <a:cubicBezTo>
                  <a:pt x="6348484" y="701036"/>
                  <a:pt x="6344561" y="702939"/>
                  <a:pt x="6341470" y="705316"/>
                </a:cubicBezTo>
                <a:lnTo>
                  <a:pt x="6317669" y="708677"/>
                </a:lnTo>
                <a:lnTo>
                  <a:pt x="6314841" y="708169"/>
                </a:lnTo>
                <a:lnTo>
                  <a:pt x="6293439" y="712099"/>
                </a:lnTo>
                <a:lnTo>
                  <a:pt x="6076309" y="742763"/>
                </a:lnTo>
                <a:cubicBezTo>
                  <a:pt x="5989468" y="757147"/>
                  <a:pt x="5904469" y="774504"/>
                  <a:pt x="5822205" y="798042"/>
                </a:cubicBezTo>
                <a:cubicBezTo>
                  <a:pt x="5905421" y="785678"/>
                  <a:pt x="5953448" y="800419"/>
                  <a:pt x="6023349" y="760000"/>
                </a:cubicBezTo>
                <a:cubicBezTo>
                  <a:pt x="6071376" y="771888"/>
                  <a:pt x="6170760" y="767133"/>
                  <a:pt x="6215458" y="730043"/>
                </a:cubicBezTo>
                <a:cubicBezTo>
                  <a:pt x="6225444" y="735273"/>
                  <a:pt x="6222116" y="742406"/>
                  <a:pt x="6222116" y="750014"/>
                </a:cubicBezTo>
                <a:cubicBezTo>
                  <a:pt x="6222116" y="732896"/>
                  <a:pt x="6236500" y="724336"/>
                  <a:pt x="6255283" y="719106"/>
                </a:cubicBezTo>
                <a:lnTo>
                  <a:pt x="6293439" y="712099"/>
                </a:lnTo>
                <a:lnTo>
                  <a:pt x="6317669" y="708677"/>
                </a:lnTo>
                <a:lnTo>
                  <a:pt x="6324767" y="709952"/>
                </a:lnTo>
                <a:cubicBezTo>
                  <a:pt x="6327680" y="711735"/>
                  <a:pt x="6330295" y="714351"/>
                  <a:pt x="6332910" y="716728"/>
                </a:cubicBezTo>
                <a:cubicBezTo>
                  <a:pt x="6332910" y="718630"/>
                  <a:pt x="6332910" y="720532"/>
                  <a:pt x="6333386" y="721959"/>
                </a:cubicBezTo>
                <a:cubicBezTo>
                  <a:pt x="6322450" y="725763"/>
                  <a:pt x="6313415" y="734798"/>
                  <a:pt x="6299149" y="730518"/>
                </a:cubicBezTo>
                <a:cubicBezTo>
                  <a:pt x="6311988" y="750490"/>
                  <a:pt x="6321498" y="723385"/>
                  <a:pt x="6337666" y="725763"/>
                </a:cubicBezTo>
                <a:cubicBezTo>
                  <a:pt x="6335288" y="725287"/>
                  <a:pt x="6334338" y="723861"/>
                  <a:pt x="6333386" y="721959"/>
                </a:cubicBezTo>
                <a:cubicBezTo>
                  <a:pt x="6334813" y="721483"/>
                  <a:pt x="6336239" y="721008"/>
                  <a:pt x="6337666" y="721008"/>
                </a:cubicBezTo>
                <a:cubicBezTo>
                  <a:pt x="6336239" y="720057"/>
                  <a:pt x="6334813" y="718630"/>
                  <a:pt x="6333386" y="717204"/>
                </a:cubicBezTo>
                <a:cubicBezTo>
                  <a:pt x="6334338" y="713400"/>
                  <a:pt x="6336715" y="708644"/>
                  <a:pt x="6341470" y="705316"/>
                </a:cubicBezTo>
                <a:cubicBezTo>
                  <a:pt x="6350980" y="703889"/>
                  <a:pt x="6360491" y="702938"/>
                  <a:pt x="6370001" y="701512"/>
                </a:cubicBezTo>
                <a:cubicBezTo>
                  <a:pt x="6363581" y="699610"/>
                  <a:pt x="6357994" y="699372"/>
                  <a:pt x="6353239" y="700204"/>
                </a:cubicBezTo>
                <a:close/>
                <a:moveTo>
                  <a:pt x="11354329" y="696118"/>
                </a:moveTo>
                <a:cubicBezTo>
                  <a:pt x="11375237" y="692596"/>
                  <a:pt x="11389324" y="713281"/>
                  <a:pt x="11411436" y="720057"/>
                </a:cubicBezTo>
                <a:cubicBezTo>
                  <a:pt x="11384332" y="720532"/>
                  <a:pt x="11349618" y="723385"/>
                  <a:pt x="11330598" y="709120"/>
                </a:cubicBezTo>
                <a:cubicBezTo>
                  <a:pt x="11339633" y="701155"/>
                  <a:pt x="11347360" y="697292"/>
                  <a:pt x="11354329" y="696118"/>
                </a:cubicBezTo>
                <a:close/>
                <a:moveTo>
                  <a:pt x="10946239" y="696081"/>
                </a:moveTo>
                <a:cubicBezTo>
                  <a:pt x="10978893" y="695479"/>
                  <a:pt x="11011883" y="706980"/>
                  <a:pt x="11035777" y="709120"/>
                </a:cubicBezTo>
                <a:cubicBezTo>
                  <a:pt x="10991079" y="713876"/>
                  <a:pt x="10949233" y="696757"/>
                  <a:pt x="10914045" y="701512"/>
                </a:cubicBezTo>
                <a:cubicBezTo>
                  <a:pt x="10924506" y="697827"/>
                  <a:pt x="10935354" y="696281"/>
                  <a:pt x="10946239" y="696081"/>
                </a:cubicBezTo>
                <a:close/>
                <a:moveTo>
                  <a:pt x="1470773" y="672030"/>
                </a:moveTo>
                <a:lnTo>
                  <a:pt x="1509289" y="679638"/>
                </a:lnTo>
                <a:lnTo>
                  <a:pt x="1499779" y="672030"/>
                </a:lnTo>
                <a:close/>
                <a:moveTo>
                  <a:pt x="1255839" y="672030"/>
                </a:moveTo>
                <a:cubicBezTo>
                  <a:pt x="1268677" y="679638"/>
                  <a:pt x="1326216" y="689148"/>
                  <a:pt x="1355223" y="696756"/>
                </a:cubicBezTo>
                <a:cubicBezTo>
                  <a:pt x="1349040" y="679638"/>
                  <a:pt x="1278663" y="682015"/>
                  <a:pt x="1255839" y="672030"/>
                </a:cubicBezTo>
                <a:close/>
                <a:moveTo>
                  <a:pt x="862098" y="672030"/>
                </a:moveTo>
                <a:lnTo>
                  <a:pt x="910125" y="691526"/>
                </a:lnTo>
                <a:lnTo>
                  <a:pt x="884447" y="691526"/>
                </a:lnTo>
                <a:close/>
                <a:moveTo>
                  <a:pt x="5613932" y="649680"/>
                </a:moveTo>
                <a:lnTo>
                  <a:pt x="5607752" y="672029"/>
                </a:lnTo>
                <a:lnTo>
                  <a:pt x="5591580" y="662043"/>
                </a:lnTo>
                <a:close/>
                <a:moveTo>
                  <a:pt x="1201631" y="642547"/>
                </a:moveTo>
                <a:lnTo>
                  <a:pt x="1217798" y="654911"/>
                </a:lnTo>
                <a:lnTo>
                  <a:pt x="1240146" y="654911"/>
                </a:lnTo>
                <a:close/>
                <a:moveTo>
                  <a:pt x="10830829" y="624953"/>
                </a:moveTo>
                <a:lnTo>
                  <a:pt x="10936394" y="624953"/>
                </a:lnTo>
                <a:cubicBezTo>
                  <a:pt x="10952561" y="639694"/>
                  <a:pt x="10904534" y="642072"/>
                  <a:pt x="10930212" y="662043"/>
                </a:cubicBezTo>
                <a:cubicBezTo>
                  <a:pt x="10888366" y="662043"/>
                  <a:pt x="10853178" y="639694"/>
                  <a:pt x="10830829" y="624953"/>
                </a:cubicBezTo>
                <a:close/>
                <a:moveTo>
                  <a:pt x="4075631" y="624953"/>
                </a:moveTo>
                <a:lnTo>
                  <a:pt x="4091796" y="624953"/>
                </a:lnTo>
                <a:lnTo>
                  <a:pt x="4063268" y="637316"/>
                </a:lnTo>
                <a:close/>
                <a:moveTo>
                  <a:pt x="1047563" y="612590"/>
                </a:moveTo>
                <a:lnTo>
                  <a:pt x="1146946" y="642072"/>
                </a:lnTo>
                <a:cubicBezTo>
                  <a:pt x="1146946" y="620198"/>
                  <a:pt x="1089408" y="622576"/>
                  <a:pt x="1047563" y="612590"/>
                </a:cubicBezTo>
                <a:close/>
                <a:moveTo>
                  <a:pt x="5282900" y="611498"/>
                </a:moveTo>
                <a:cubicBezTo>
                  <a:pt x="5289863" y="610094"/>
                  <a:pt x="5297472" y="610094"/>
                  <a:pt x="5306269" y="612590"/>
                </a:cubicBezTo>
                <a:cubicBezTo>
                  <a:pt x="5283920" y="627331"/>
                  <a:pt x="5245402" y="634939"/>
                  <a:pt x="5223052" y="632562"/>
                </a:cubicBezTo>
                <a:cubicBezTo>
                  <a:pt x="5246949" y="632562"/>
                  <a:pt x="5262017" y="615711"/>
                  <a:pt x="5282900" y="611498"/>
                </a:cubicBezTo>
                <a:close/>
                <a:moveTo>
                  <a:pt x="915725" y="588933"/>
                </a:moveTo>
                <a:cubicBezTo>
                  <a:pt x="887670" y="588933"/>
                  <a:pt x="858783" y="591430"/>
                  <a:pt x="833105" y="590241"/>
                </a:cubicBezTo>
                <a:cubicBezTo>
                  <a:pt x="836433" y="620198"/>
                  <a:pt x="868293" y="595471"/>
                  <a:pt x="893971" y="612590"/>
                </a:cubicBezTo>
                <a:cubicBezTo>
                  <a:pt x="897299" y="607359"/>
                  <a:pt x="890642" y="604982"/>
                  <a:pt x="884460" y="602604"/>
                </a:cubicBezTo>
                <a:cubicBezTo>
                  <a:pt x="922977" y="565514"/>
                  <a:pt x="948655" y="619723"/>
                  <a:pt x="993354" y="602604"/>
                </a:cubicBezTo>
                <a:cubicBezTo>
                  <a:pt x="971004" y="591430"/>
                  <a:pt x="943781" y="588933"/>
                  <a:pt x="915725" y="588933"/>
                </a:cubicBezTo>
                <a:close/>
                <a:moveTo>
                  <a:pt x="9681444" y="557608"/>
                </a:moveTo>
                <a:cubicBezTo>
                  <a:pt x="9696245" y="556360"/>
                  <a:pt x="9710748" y="556954"/>
                  <a:pt x="9715741" y="565513"/>
                </a:cubicBezTo>
                <a:cubicBezTo>
                  <a:pt x="9690063" y="565513"/>
                  <a:pt x="9664385" y="567891"/>
                  <a:pt x="9645364" y="560758"/>
                </a:cubicBezTo>
                <a:cubicBezTo>
                  <a:pt x="9651546" y="561947"/>
                  <a:pt x="9666644" y="558856"/>
                  <a:pt x="9681444" y="557608"/>
                </a:cubicBezTo>
                <a:close/>
                <a:moveTo>
                  <a:pt x="6370001" y="543164"/>
                </a:moveTo>
                <a:lnTo>
                  <a:pt x="6331959" y="565513"/>
                </a:lnTo>
                <a:lnTo>
                  <a:pt x="6331959" y="548395"/>
                </a:lnTo>
                <a:close/>
                <a:moveTo>
                  <a:pt x="7587184" y="542169"/>
                </a:moveTo>
                <a:cubicBezTo>
                  <a:pt x="7543430" y="537934"/>
                  <a:pt x="7480215" y="551486"/>
                  <a:pt x="7437062" y="560758"/>
                </a:cubicBezTo>
                <a:lnTo>
                  <a:pt x="7437062" y="565514"/>
                </a:lnTo>
                <a:lnTo>
                  <a:pt x="7392364" y="573122"/>
                </a:lnTo>
                <a:cubicBezTo>
                  <a:pt x="7462740" y="592618"/>
                  <a:pt x="7546431" y="560758"/>
                  <a:pt x="7622989" y="553150"/>
                </a:cubicBezTo>
                <a:cubicBezTo>
                  <a:pt x="7614192" y="546968"/>
                  <a:pt x="7601769" y="543580"/>
                  <a:pt x="7587184" y="542169"/>
                </a:cubicBezTo>
                <a:close/>
                <a:moveTo>
                  <a:pt x="6046649" y="536032"/>
                </a:moveTo>
                <a:lnTo>
                  <a:pt x="6085165" y="536032"/>
                </a:lnTo>
                <a:lnTo>
                  <a:pt x="6037138" y="543165"/>
                </a:lnTo>
                <a:close/>
                <a:moveTo>
                  <a:pt x="9952549" y="518437"/>
                </a:moveTo>
                <a:lnTo>
                  <a:pt x="9997723" y="518437"/>
                </a:lnTo>
                <a:lnTo>
                  <a:pt x="9946367" y="523668"/>
                </a:lnTo>
                <a:close/>
                <a:moveTo>
                  <a:pt x="9869333" y="518437"/>
                </a:moveTo>
                <a:lnTo>
                  <a:pt x="9869333" y="523668"/>
                </a:lnTo>
                <a:lnTo>
                  <a:pt x="9821305" y="523668"/>
                </a:lnTo>
                <a:close/>
                <a:moveTo>
                  <a:pt x="4130315" y="518437"/>
                </a:moveTo>
                <a:cubicBezTo>
                  <a:pt x="3982906" y="557905"/>
                  <a:pt x="3819345" y="607359"/>
                  <a:pt x="3668605" y="612589"/>
                </a:cubicBezTo>
                <a:cubicBezTo>
                  <a:pt x="3822673" y="580254"/>
                  <a:pt x="3982906" y="560758"/>
                  <a:pt x="4130315" y="518437"/>
                </a:cubicBezTo>
                <a:close/>
                <a:moveTo>
                  <a:pt x="10084029" y="517962"/>
                </a:moveTo>
                <a:cubicBezTo>
                  <a:pt x="10090448" y="517962"/>
                  <a:pt x="10096868" y="519864"/>
                  <a:pt x="10099959" y="523668"/>
                </a:cubicBezTo>
                <a:lnTo>
                  <a:pt x="10068099" y="523668"/>
                </a:lnTo>
                <a:cubicBezTo>
                  <a:pt x="10071190" y="519864"/>
                  <a:pt x="10077609" y="517962"/>
                  <a:pt x="10084029" y="517962"/>
                </a:cubicBezTo>
                <a:close/>
                <a:moveTo>
                  <a:pt x="6261107" y="501319"/>
                </a:moveTo>
                <a:lnTo>
                  <a:pt x="6261107" y="506074"/>
                </a:lnTo>
                <a:lnTo>
                  <a:pt x="6229247" y="506074"/>
                </a:lnTo>
                <a:close/>
                <a:moveTo>
                  <a:pt x="2784617" y="494662"/>
                </a:moveTo>
                <a:cubicBezTo>
                  <a:pt x="2815528" y="498466"/>
                  <a:pt x="2851193" y="496089"/>
                  <a:pt x="2877345" y="506074"/>
                </a:cubicBezTo>
                <a:lnTo>
                  <a:pt x="2784617" y="506074"/>
                </a:lnTo>
                <a:cubicBezTo>
                  <a:pt x="2784617" y="501795"/>
                  <a:pt x="2785567" y="497991"/>
                  <a:pt x="2784617" y="494662"/>
                </a:cubicBezTo>
                <a:close/>
                <a:moveTo>
                  <a:pt x="3063270" y="493711"/>
                </a:moveTo>
                <a:lnTo>
                  <a:pt x="3063270" y="501319"/>
                </a:lnTo>
                <a:lnTo>
                  <a:pt x="2992895" y="501319"/>
                </a:lnTo>
                <a:close/>
                <a:moveTo>
                  <a:pt x="2932031" y="493711"/>
                </a:moveTo>
                <a:lnTo>
                  <a:pt x="2932031" y="506074"/>
                </a:lnTo>
                <a:cubicBezTo>
                  <a:pt x="2915861" y="508928"/>
                  <a:pt x="2906351" y="503697"/>
                  <a:pt x="2893510" y="501319"/>
                </a:cubicBezTo>
                <a:cubicBezTo>
                  <a:pt x="2899694" y="488956"/>
                  <a:pt x="2919190" y="496564"/>
                  <a:pt x="2932031" y="493711"/>
                </a:cubicBezTo>
                <a:close/>
                <a:moveTo>
                  <a:pt x="2777957" y="488955"/>
                </a:moveTo>
                <a:cubicBezTo>
                  <a:pt x="2782239" y="489906"/>
                  <a:pt x="2783666" y="492284"/>
                  <a:pt x="2784141" y="494661"/>
                </a:cubicBezTo>
                <a:cubicBezTo>
                  <a:pt x="2780813" y="494186"/>
                  <a:pt x="2777009" y="493710"/>
                  <a:pt x="2773679" y="493235"/>
                </a:cubicBezTo>
                <a:close/>
                <a:moveTo>
                  <a:pt x="3245869" y="484200"/>
                </a:moveTo>
                <a:lnTo>
                  <a:pt x="3268218" y="488955"/>
                </a:lnTo>
                <a:lnTo>
                  <a:pt x="3239687" y="488955"/>
                </a:lnTo>
                <a:close/>
                <a:moveTo>
                  <a:pt x="9215972" y="471361"/>
                </a:moveTo>
                <a:lnTo>
                  <a:pt x="9228811" y="483724"/>
                </a:lnTo>
                <a:cubicBezTo>
                  <a:pt x="9013877" y="496563"/>
                  <a:pt x="8811782" y="508927"/>
                  <a:pt x="8600652" y="493710"/>
                </a:cubicBezTo>
                <a:close/>
                <a:moveTo>
                  <a:pt x="9590680" y="464228"/>
                </a:moveTo>
                <a:cubicBezTo>
                  <a:pt x="9491297" y="476591"/>
                  <a:pt x="9353397" y="491332"/>
                  <a:pt x="9260671" y="476591"/>
                </a:cubicBezTo>
                <a:close/>
                <a:moveTo>
                  <a:pt x="2307199" y="464228"/>
                </a:moveTo>
                <a:cubicBezTo>
                  <a:pt x="2326221" y="464228"/>
                  <a:pt x="2339060" y="471836"/>
                  <a:pt x="2355227" y="476591"/>
                </a:cubicBezTo>
                <a:cubicBezTo>
                  <a:pt x="2476959" y="491332"/>
                  <a:pt x="2618186" y="468983"/>
                  <a:pt x="2729932" y="501318"/>
                </a:cubicBezTo>
                <a:cubicBezTo>
                  <a:pt x="2736588" y="493710"/>
                  <a:pt x="2748952" y="491332"/>
                  <a:pt x="2746099" y="484200"/>
                </a:cubicBezTo>
                <a:cubicBezTo>
                  <a:pt x="2754182" y="488955"/>
                  <a:pt x="2764169" y="491808"/>
                  <a:pt x="2774155" y="493710"/>
                </a:cubicBezTo>
                <a:lnTo>
                  <a:pt x="2762266" y="506549"/>
                </a:lnTo>
                <a:cubicBezTo>
                  <a:pt x="2627697" y="498941"/>
                  <a:pt x="2470775" y="498941"/>
                  <a:pt x="2332878" y="484200"/>
                </a:cubicBezTo>
                <a:cubicBezTo>
                  <a:pt x="2320040" y="484200"/>
                  <a:pt x="2307199" y="474214"/>
                  <a:pt x="2307199" y="464228"/>
                </a:cubicBezTo>
                <a:close/>
                <a:moveTo>
                  <a:pt x="10277862" y="451746"/>
                </a:moveTo>
                <a:cubicBezTo>
                  <a:pt x="10338787" y="451390"/>
                  <a:pt x="10398108" y="455670"/>
                  <a:pt x="10446135" y="471837"/>
                </a:cubicBezTo>
                <a:lnTo>
                  <a:pt x="10099958" y="459473"/>
                </a:lnTo>
                <a:cubicBezTo>
                  <a:pt x="10154405" y="457096"/>
                  <a:pt x="10216936" y="452103"/>
                  <a:pt x="10277862" y="451746"/>
                </a:cubicBezTo>
                <a:close/>
                <a:moveTo>
                  <a:pt x="2070870" y="451657"/>
                </a:moveTo>
                <a:cubicBezTo>
                  <a:pt x="2116520" y="455847"/>
                  <a:pt x="2162171" y="475284"/>
                  <a:pt x="2207819" y="464228"/>
                </a:cubicBezTo>
                <a:lnTo>
                  <a:pt x="2207819" y="476591"/>
                </a:lnTo>
                <a:lnTo>
                  <a:pt x="2025222" y="454242"/>
                </a:lnTo>
                <a:cubicBezTo>
                  <a:pt x="2040436" y="450557"/>
                  <a:pt x="2055651" y="450260"/>
                  <a:pt x="2070870" y="451657"/>
                </a:cubicBezTo>
                <a:close/>
                <a:moveTo>
                  <a:pt x="3183162" y="449607"/>
                </a:moveTo>
                <a:cubicBezTo>
                  <a:pt x="3189997" y="450201"/>
                  <a:pt x="3196417" y="453292"/>
                  <a:pt x="3201172" y="459473"/>
                </a:cubicBezTo>
                <a:cubicBezTo>
                  <a:pt x="3188334" y="457096"/>
                  <a:pt x="3169313" y="464228"/>
                  <a:pt x="3162656" y="454718"/>
                </a:cubicBezTo>
                <a:cubicBezTo>
                  <a:pt x="3169075" y="450914"/>
                  <a:pt x="3176327" y="449012"/>
                  <a:pt x="3183162" y="449607"/>
                </a:cubicBezTo>
                <a:close/>
                <a:moveTo>
                  <a:pt x="8107066" y="434746"/>
                </a:moveTo>
                <a:cubicBezTo>
                  <a:pt x="8107066" y="441879"/>
                  <a:pt x="8119905" y="447110"/>
                  <a:pt x="8129416" y="447110"/>
                </a:cubicBezTo>
                <a:lnTo>
                  <a:pt x="8138926" y="442355"/>
                </a:lnTo>
                <a:cubicBezTo>
                  <a:pt x="8123234" y="444732"/>
                  <a:pt x="8119905" y="434746"/>
                  <a:pt x="8107066" y="434746"/>
                </a:cubicBezTo>
                <a:close/>
                <a:moveTo>
                  <a:pt x="7491746" y="434746"/>
                </a:moveTo>
                <a:lnTo>
                  <a:pt x="7497928" y="441879"/>
                </a:lnTo>
                <a:lnTo>
                  <a:pt x="7469397" y="441879"/>
                </a:lnTo>
                <a:close/>
                <a:moveTo>
                  <a:pt x="1720887" y="434390"/>
                </a:moveTo>
                <a:cubicBezTo>
                  <a:pt x="1733722" y="434390"/>
                  <a:pt x="1746561" y="436887"/>
                  <a:pt x="1756072" y="441879"/>
                </a:cubicBezTo>
                <a:lnTo>
                  <a:pt x="1717559" y="441879"/>
                </a:lnTo>
                <a:lnTo>
                  <a:pt x="1717559" y="454243"/>
                </a:lnTo>
                <a:lnTo>
                  <a:pt x="1685699" y="441879"/>
                </a:lnTo>
                <a:cubicBezTo>
                  <a:pt x="1695209" y="436887"/>
                  <a:pt x="1708048" y="434390"/>
                  <a:pt x="1720887" y="434390"/>
                </a:cubicBezTo>
                <a:close/>
                <a:moveTo>
                  <a:pt x="9389417" y="416736"/>
                </a:moveTo>
                <a:cubicBezTo>
                  <a:pt x="9432690" y="416439"/>
                  <a:pt x="9475130" y="418341"/>
                  <a:pt x="9506989" y="429516"/>
                </a:cubicBezTo>
                <a:cubicBezTo>
                  <a:pt x="9446123" y="427138"/>
                  <a:pt x="9331047" y="437124"/>
                  <a:pt x="9266853" y="417152"/>
                </a:cubicBezTo>
                <a:cubicBezTo>
                  <a:pt x="9302041" y="419530"/>
                  <a:pt x="9346145" y="417033"/>
                  <a:pt x="9389417" y="416736"/>
                </a:cubicBezTo>
                <a:close/>
                <a:moveTo>
                  <a:pt x="7382853" y="412397"/>
                </a:moveTo>
                <a:lnTo>
                  <a:pt x="7382853" y="429516"/>
                </a:lnTo>
                <a:cubicBezTo>
                  <a:pt x="7321986" y="414775"/>
                  <a:pt x="7264449" y="459473"/>
                  <a:pt x="7200254" y="434746"/>
                </a:cubicBezTo>
                <a:close/>
                <a:moveTo>
                  <a:pt x="8376208" y="404789"/>
                </a:moveTo>
                <a:lnTo>
                  <a:pt x="8414726" y="404789"/>
                </a:lnTo>
                <a:lnTo>
                  <a:pt x="8369551" y="412397"/>
                </a:lnTo>
                <a:close/>
                <a:moveTo>
                  <a:pt x="6793211" y="404789"/>
                </a:moveTo>
                <a:lnTo>
                  <a:pt x="6783700" y="412397"/>
                </a:lnTo>
                <a:lnTo>
                  <a:pt x="6767533" y="412397"/>
                </a:lnTo>
                <a:close/>
                <a:moveTo>
                  <a:pt x="7523606" y="400034"/>
                </a:moveTo>
                <a:cubicBezTo>
                  <a:pt x="7507438" y="429516"/>
                  <a:pt x="7446572" y="417153"/>
                  <a:pt x="7414712" y="412397"/>
                </a:cubicBezTo>
                <a:cubicBezTo>
                  <a:pt x="7456558" y="400034"/>
                  <a:pt x="7478907" y="410020"/>
                  <a:pt x="7523606" y="400034"/>
                </a:cubicBezTo>
                <a:close/>
                <a:moveTo>
                  <a:pt x="7699821" y="381830"/>
                </a:moveTo>
                <a:cubicBezTo>
                  <a:pt x="7712593" y="381993"/>
                  <a:pt x="7725343" y="383509"/>
                  <a:pt x="7738063" y="387194"/>
                </a:cubicBezTo>
                <a:cubicBezTo>
                  <a:pt x="7690036" y="401935"/>
                  <a:pt x="7654848" y="381964"/>
                  <a:pt x="7613003" y="404313"/>
                </a:cubicBezTo>
                <a:cubicBezTo>
                  <a:pt x="7600639" y="404789"/>
                  <a:pt x="7581619" y="407166"/>
                  <a:pt x="7584472" y="394803"/>
                </a:cubicBezTo>
                <a:cubicBezTo>
                  <a:pt x="7622989" y="393020"/>
                  <a:pt x="7661505" y="381340"/>
                  <a:pt x="7699821" y="381830"/>
                </a:cubicBezTo>
                <a:close/>
                <a:moveTo>
                  <a:pt x="7876440" y="375307"/>
                </a:moveTo>
                <a:lnTo>
                  <a:pt x="7882622" y="382440"/>
                </a:lnTo>
                <a:lnTo>
                  <a:pt x="7799406" y="382440"/>
                </a:lnTo>
                <a:close/>
                <a:moveTo>
                  <a:pt x="8282561" y="371087"/>
                </a:moveTo>
                <a:cubicBezTo>
                  <a:pt x="8300482" y="366183"/>
                  <a:pt x="8324021" y="378398"/>
                  <a:pt x="8331510" y="387670"/>
                </a:cubicBezTo>
                <a:lnTo>
                  <a:pt x="8267315" y="382439"/>
                </a:lnTo>
                <a:cubicBezTo>
                  <a:pt x="8271238" y="376258"/>
                  <a:pt x="8276588" y="372721"/>
                  <a:pt x="8282561" y="371087"/>
                </a:cubicBezTo>
                <a:close/>
                <a:moveTo>
                  <a:pt x="4216857" y="365321"/>
                </a:moveTo>
                <a:lnTo>
                  <a:pt x="4239208" y="365321"/>
                </a:lnTo>
                <a:lnTo>
                  <a:pt x="4207347" y="370076"/>
                </a:lnTo>
                <a:close/>
                <a:moveTo>
                  <a:pt x="8002733" y="363538"/>
                </a:moveTo>
                <a:cubicBezTo>
                  <a:pt x="8011367" y="363122"/>
                  <a:pt x="8020402" y="363538"/>
                  <a:pt x="8030031" y="365321"/>
                </a:cubicBezTo>
                <a:lnTo>
                  <a:pt x="8030031" y="387670"/>
                </a:lnTo>
                <a:lnTo>
                  <a:pt x="8023850" y="387670"/>
                </a:lnTo>
                <a:cubicBezTo>
                  <a:pt x="8007682" y="350580"/>
                  <a:pt x="7956326" y="387670"/>
                  <a:pt x="7930648" y="375307"/>
                </a:cubicBezTo>
                <a:cubicBezTo>
                  <a:pt x="7954543" y="373524"/>
                  <a:pt x="7976832" y="364786"/>
                  <a:pt x="8002733" y="363538"/>
                </a:cubicBezTo>
                <a:close/>
                <a:moveTo>
                  <a:pt x="8089754" y="363271"/>
                </a:moveTo>
                <a:lnTo>
                  <a:pt x="8090253" y="363330"/>
                </a:lnTo>
                <a:lnTo>
                  <a:pt x="8061891" y="365321"/>
                </a:lnTo>
                <a:cubicBezTo>
                  <a:pt x="8071520" y="363419"/>
                  <a:pt x="8080763" y="362914"/>
                  <a:pt x="8089754" y="363271"/>
                </a:cubicBezTo>
                <a:close/>
                <a:moveTo>
                  <a:pt x="9622539" y="357713"/>
                </a:moveTo>
                <a:lnTo>
                  <a:pt x="9622539" y="365321"/>
                </a:lnTo>
                <a:lnTo>
                  <a:pt x="9513646" y="365321"/>
                </a:lnTo>
                <a:close/>
                <a:moveTo>
                  <a:pt x="8266840" y="357713"/>
                </a:moveTo>
                <a:cubicBezTo>
                  <a:pt x="8272546" y="396230"/>
                  <a:pt x="8202644" y="379111"/>
                  <a:pt x="8161275" y="380538"/>
                </a:cubicBezTo>
                <a:cubicBezTo>
                  <a:pt x="8163652" y="379587"/>
                  <a:pt x="8166029" y="378160"/>
                  <a:pt x="8167456" y="375307"/>
                </a:cubicBezTo>
                <a:cubicBezTo>
                  <a:pt x="8150100" y="373881"/>
                  <a:pt x="8133338" y="369482"/>
                  <a:pt x="8116100" y="366391"/>
                </a:cubicBezTo>
                <a:lnTo>
                  <a:pt x="8090253" y="363330"/>
                </a:lnTo>
                <a:lnTo>
                  <a:pt x="8166862" y="357951"/>
                </a:lnTo>
                <a:cubicBezTo>
                  <a:pt x="8202882" y="357951"/>
                  <a:pt x="8238071" y="359140"/>
                  <a:pt x="8266840" y="357713"/>
                </a:cubicBezTo>
                <a:close/>
                <a:moveTo>
                  <a:pt x="5431331" y="352957"/>
                </a:moveTo>
                <a:lnTo>
                  <a:pt x="5476028" y="352957"/>
                </a:lnTo>
                <a:lnTo>
                  <a:pt x="5399471" y="370076"/>
                </a:lnTo>
                <a:close/>
                <a:moveTo>
                  <a:pt x="9944040" y="346739"/>
                </a:moveTo>
                <a:cubicBezTo>
                  <a:pt x="9951329" y="344666"/>
                  <a:pt x="9959086" y="352958"/>
                  <a:pt x="9968716" y="352958"/>
                </a:cubicBezTo>
                <a:lnTo>
                  <a:pt x="9936856" y="352958"/>
                </a:lnTo>
                <a:cubicBezTo>
                  <a:pt x="9939233" y="349273"/>
                  <a:pt x="9941611" y="347430"/>
                  <a:pt x="9944040" y="346739"/>
                </a:cubicBezTo>
                <a:close/>
                <a:moveTo>
                  <a:pt x="862104" y="345349"/>
                </a:moveTo>
                <a:cubicBezTo>
                  <a:pt x="881125" y="360090"/>
                  <a:pt x="926299" y="340594"/>
                  <a:pt x="932481" y="365321"/>
                </a:cubicBezTo>
                <a:cubicBezTo>
                  <a:pt x="906803" y="360090"/>
                  <a:pt x="871614" y="365321"/>
                  <a:pt x="862104" y="345349"/>
                </a:cubicBezTo>
                <a:close/>
                <a:moveTo>
                  <a:pt x="10228349" y="340594"/>
                </a:moveTo>
                <a:lnTo>
                  <a:pt x="10061442" y="352957"/>
                </a:lnTo>
                <a:lnTo>
                  <a:pt x="10068099" y="345349"/>
                </a:lnTo>
                <a:close/>
                <a:moveTo>
                  <a:pt x="778890" y="328230"/>
                </a:moveTo>
                <a:lnTo>
                  <a:pt x="794582" y="328230"/>
                </a:lnTo>
                <a:lnTo>
                  <a:pt x="807421" y="335363"/>
                </a:lnTo>
                <a:close/>
                <a:moveTo>
                  <a:pt x="604145" y="327814"/>
                </a:moveTo>
                <a:cubicBezTo>
                  <a:pt x="630202" y="329241"/>
                  <a:pt x="653115" y="351531"/>
                  <a:pt x="679507" y="340118"/>
                </a:cubicBezTo>
                <a:lnTo>
                  <a:pt x="653829" y="357237"/>
                </a:lnTo>
                <a:lnTo>
                  <a:pt x="708038" y="382439"/>
                </a:lnTo>
                <a:cubicBezTo>
                  <a:pt x="672849" y="372453"/>
                  <a:pt x="605326" y="365321"/>
                  <a:pt x="576795" y="335363"/>
                </a:cubicBezTo>
                <a:cubicBezTo>
                  <a:pt x="586425" y="329181"/>
                  <a:pt x="595459" y="327339"/>
                  <a:pt x="604145" y="327814"/>
                </a:cubicBezTo>
                <a:close/>
                <a:moveTo>
                  <a:pt x="5569231" y="323000"/>
                </a:moveTo>
                <a:cubicBezTo>
                  <a:pt x="5572558" y="340594"/>
                  <a:pt x="5543551" y="332986"/>
                  <a:pt x="5530712" y="335364"/>
                </a:cubicBezTo>
                <a:cubicBezTo>
                  <a:pt x="5540223" y="323000"/>
                  <a:pt x="5553063" y="320623"/>
                  <a:pt x="5569231" y="323000"/>
                </a:cubicBezTo>
                <a:close/>
                <a:moveTo>
                  <a:pt x="1076564" y="315867"/>
                </a:moveTo>
                <a:cubicBezTo>
                  <a:pt x="1111752" y="325853"/>
                  <a:pt x="1153597" y="313489"/>
                  <a:pt x="1179276" y="340594"/>
                </a:cubicBezTo>
                <a:cubicBezTo>
                  <a:pt x="1144087" y="332986"/>
                  <a:pt x="1098913" y="332986"/>
                  <a:pt x="1076564" y="315867"/>
                </a:cubicBezTo>
                <a:close/>
                <a:moveTo>
                  <a:pt x="4514535" y="311112"/>
                </a:moveTo>
                <a:cubicBezTo>
                  <a:pt x="4495514" y="325853"/>
                  <a:pt x="4441303" y="330608"/>
                  <a:pt x="4421807" y="328231"/>
                </a:cubicBezTo>
                <a:close/>
                <a:moveTo>
                  <a:pt x="9715742" y="305881"/>
                </a:moveTo>
                <a:lnTo>
                  <a:pt x="9584023" y="315867"/>
                </a:lnTo>
                <a:lnTo>
                  <a:pt x="9590680" y="310636"/>
                </a:lnTo>
                <a:close/>
                <a:moveTo>
                  <a:pt x="9744272" y="298273"/>
                </a:moveTo>
                <a:lnTo>
                  <a:pt x="9920689" y="310636"/>
                </a:lnTo>
                <a:lnTo>
                  <a:pt x="9738090" y="305881"/>
                </a:lnTo>
                <a:close/>
                <a:moveTo>
                  <a:pt x="5678125" y="298273"/>
                </a:moveTo>
                <a:cubicBezTo>
                  <a:pt x="5684306" y="305881"/>
                  <a:pt x="5692396" y="309210"/>
                  <a:pt x="5700952" y="309685"/>
                </a:cubicBezTo>
                <a:cubicBezTo>
                  <a:pt x="5678601" y="316343"/>
                  <a:pt x="5650544" y="329182"/>
                  <a:pt x="5630100" y="323000"/>
                </a:cubicBezTo>
                <a:cubicBezTo>
                  <a:pt x="5646264" y="315392"/>
                  <a:pt x="5678125" y="313014"/>
                  <a:pt x="5678125" y="298273"/>
                </a:cubicBezTo>
                <a:close/>
                <a:moveTo>
                  <a:pt x="4723284" y="276399"/>
                </a:moveTo>
                <a:lnTo>
                  <a:pt x="4652432" y="285909"/>
                </a:lnTo>
                <a:lnTo>
                  <a:pt x="4662418" y="281154"/>
                </a:lnTo>
                <a:close/>
                <a:moveTo>
                  <a:pt x="6668150" y="275924"/>
                </a:moveTo>
                <a:cubicBezTo>
                  <a:pt x="6655787" y="280679"/>
                  <a:pt x="6640570" y="281154"/>
                  <a:pt x="6631060" y="292091"/>
                </a:cubicBezTo>
                <a:cubicBezTo>
                  <a:pt x="6630109" y="292091"/>
                  <a:pt x="6628682" y="292091"/>
                  <a:pt x="6627732" y="292091"/>
                </a:cubicBezTo>
                <a:cubicBezTo>
                  <a:pt x="6624403" y="288762"/>
                  <a:pt x="6619172" y="284007"/>
                  <a:pt x="6613466" y="286385"/>
                </a:cubicBezTo>
                <a:cubicBezTo>
                  <a:pt x="6617270" y="289714"/>
                  <a:pt x="6622025" y="291616"/>
                  <a:pt x="6627732" y="292091"/>
                </a:cubicBezTo>
                <a:cubicBezTo>
                  <a:pt x="6628682" y="292567"/>
                  <a:pt x="6629158" y="293042"/>
                  <a:pt x="6629634" y="293518"/>
                </a:cubicBezTo>
                <a:cubicBezTo>
                  <a:pt x="6630109" y="293042"/>
                  <a:pt x="6630585" y="292567"/>
                  <a:pt x="6631060" y="292091"/>
                </a:cubicBezTo>
                <a:cubicBezTo>
                  <a:pt x="6645326" y="292091"/>
                  <a:pt x="6661493" y="285909"/>
                  <a:pt x="6668150" y="275924"/>
                </a:cubicBezTo>
                <a:close/>
                <a:moveTo>
                  <a:pt x="6717664" y="275864"/>
                </a:moveTo>
                <a:cubicBezTo>
                  <a:pt x="6714157" y="276875"/>
                  <a:pt x="6710709" y="279728"/>
                  <a:pt x="6706667" y="281630"/>
                </a:cubicBezTo>
                <a:cubicBezTo>
                  <a:pt x="6698108" y="282105"/>
                  <a:pt x="6689548" y="281630"/>
                  <a:pt x="6684318" y="276399"/>
                </a:cubicBezTo>
                <a:lnTo>
                  <a:pt x="6690500" y="281154"/>
                </a:lnTo>
                <a:cubicBezTo>
                  <a:pt x="6697157" y="284958"/>
                  <a:pt x="6702388" y="283532"/>
                  <a:pt x="6706667" y="281630"/>
                </a:cubicBezTo>
                <a:cubicBezTo>
                  <a:pt x="6714752" y="281154"/>
                  <a:pt x="6722835" y="280203"/>
                  <a:pt x="6729017" y="281154"/>
                </a:cubicBezTo>
                <a:cubicBezTo>
                  <a:pt x="6724737" y="275686"/>
                  <a:pt x="6721171" y="274854"/>
                  <a:pt x="6717664" y="275864"/>
                </a:cubicBezTo>
                <a:close/>
                <a:moveTo>
                  <a:pt x="5826722" y="268033"/>
                </a:moveTo>
                <a:cubicBezTo>
                  <a:pt x="5838609" y="267750"/>
                  <a:pt x="5850260" y="271287"/>
                  <a:pt x="5860721" y="281154"/>
                </a:cubicBezTo>
                <a:lnTo>
                  <a:pt x="5738989" y="305881"/>
                </a:lnTo>
                <a:cubicBezTo>
                  <a:pt x="5753254" y="304098"/>
                  <a:pt x="5791058" y="268880"/>
                  <a:pt x="5826722" y="268033"/>
                </a:cubicBezTo>
                <a:close/>
                <a:moveTo>
                  <a:pt x="6822218" y="246917"/>
                </a:moveTo>
                <a:lnTo>
                  <a:pt x="6761352" y="276399"/>
                </a:lnTo>
                <a:cubicBezTo>
                  <a:pt x="6764205" y="278777"/>
                  <a:pt x="6815561" y="271168"/>
                  <a:pt x="6822218" y="246917"/>
                </a:cubicBezTo>
                <a:close/>
                <a:moveTo>
                  <a:pt x="5959629" y="246917"/>
                </a:moveTo>
                <a:cubicBezTo>
                  <a:pt x="5969615" y="271168"/>
                  <a:pt x="5931098" y="261183"/>
                  <a:pt x="5914930" y="264036"/>
                </a:cubicBezTo>
                <a:close/>
                <a:moveTo>
                  <a:pt x="9104760" y="239190"/>
                </a:moveTo>
                <a:cubicBezTo>
                  <a:pt x="9111596" y="239190"/>
                  <a:pt x="9118016" y="240498"/>
                  <a:pt x="9122771" y="246917"/>
                </a:cubicBezTo>
                <a:cubicBezTo>
                  <a:pt x="9109931" y="244064"/>
                  <a:pt x="9084253" y="251672"/>
                  <a:pt x="9084253" y="239309"/>
                </a:cubicBezTo>
                <a:cubicBezTo>
                  <a:pt x="9090672" y="240498"/>
                  <a:pt x="9097924" y="239190"/>
                  <a:pt x="9104760" y="239190"/>
                </a:cubicBezTo>
                <a:close/>
                <a:moveTo>
                  <a:pt x="5261570" y="204596"/>
                </a:moveTo>
                <a:lnTo>
                  <a:pt x="5267752" y="216959"/>
                </a:lnTo>
                <a:cubicBezTo>
                  <a:pt x="5252059" y="216959"/>
                  <a:pt x="5229235" y="209351"/>
                  <a:pt x="5216871" y="221715"/>
                </a:cubicBezTo>
                <a:cubicBezTo>
                  <a:pt x="5223053" y="201743"/>
                  <a:pt x="5248733" y="216959"/>
                  <a:pt x="5261570" y="204596"/>
                </a:cubicBezTo>
                <a:close/>
                <a:moveTo>
                  <a:pt x="5410408" y="185575"/>
                </a:moveTo>
                <a:cubicBezTo>
                  <a:pt x="5412309" y="185575"/>
                  <a:pt x="5414687" y="185575"/>
                  <a:pt x="5416589" y="185575"/>
                </a:cubicBezTo>
                <a:cubicBezTo>
                  <a:pt x="5416113" y="186051"/>
                  <a:pt x="5415638" y="186526"/>
                  <a:pt x="5415162" y="187002"/>
                </a:cubicBezTo>
                <a:close/>
                <a:moveTo>
                  <a:pt x="5431330" y="167030"/>
                </a:moveTo>
                <a:lnTo>
                  <a:pt x="5469846" y="167030"/>
                </a:lnTo>
                <a:cubicBezTo>
                  <a:pt x="5457007" y="178918"/>
                  <a:pt x="5435133" y="185575"/>
                  <a:pt x="5416589" y="185575"/>
                </a:cubicBezTo>
                <a:cubicBezTo>
                  <a:pt x="5421344" y="179393"/>
                  <a:pt x="5434183" y="176540"/>
                  <a:pt x="5431330" y="167030"/>
                </a:cubicBezTo>
                <a:close/>
                <a:moveTo>
                  <a:pt x="6388367" y="144087"/>
                </a:moveTo>
                <a:cubicBezTo>
                  <a:pt x="6408161" y="145632"/>
                  <a:pt x="6428964" y="152051"/>
                  <a:pt x="6450838" y="149911"/>
                </a:cubicBezTo>
                <a:cubicBezTo>
                  <a:pt x="6382364" y="172736"/>
                  <a:pt x="6298197" y="193184"/>
                  <a:pt x="6216408" y="196988"/>
                </a:cubicBezTo>
                <a:cubicBezTo>
                  <a:pt x="6254925" y="187002"/>
                  <a:pt x="6286785" y="169883"/>
                  <a:pt x="6331959" y="167506"/>
                </a:cubicBezTo>
                <a:cubicBezTo>
                  <a:pt x="6349791" y="145870"/>
                  <a:pt x="6368574" y="142541"/>
                  <a:pt x="6388367" y="144087"/>
                </a:cubicBezTo>
                <a:close/>
                <a:moveTo>
                  <a:pt x="5652449" y="132793"/>
                </a:moveTo>
                <a:lnTo>
                  <a:pt x="5623445" y="145156"/>
                </a:lnTo>
                <a:lnTo>
                  <a:pt x="5623445" y="137548"/>
                </a:lnTo>
                <a:close/>
                <a:moveTo>
                  <a:pt x="6546418" y="127562"/>
                </a:moveTo>
                <a:lnTo>
                  <a:pt x="6514558" y="137548"/>
                </a:lnTo>
                <a:lnTo>
                  <a:pt x="6514558" y="132793"/>
                </a:lnTo>
                <a:close/>
                <a:moveTo>
                  <a:pt x="1330671" y="107650"/>
                </a:moveTo>
                <a:cubicBezTo>
                  <a:pt x="1343094" y="107353"/>
                  <a:pt x="1353558" y="109255"/>
                  <a:pt x="1355220" y="120430"/>
                </a:cubicBezTo>
                <a:cubicBezTo>
                  <a:pt x="1336199" y="110444"/>
                  <a:pt x="1304339" y="120430"/>
                  <a:pt x="1294353" y="108066"/>
                </a:cubicBezTo>
                <a:cubicBezTo>
                  <a:pt x="1303863" y="110444"/>
                  <a:pt x="1318248" y="107947"/>
                  <a:pt x="1330671" y="107650"/>
                </a:cubicBezTo>
                <a:close/>
                <a:moveTo>
                  <a:pt x="7975348" y="98080"/>
                </a:moveTo>
                <a:cubicBezTo>
                  <a:pt x="7936831" y="90947"/>
                  <a:pt x="7930649" y="132793"/>
                  <a:pt x="7892132" y="108066"/>
                </a:cubicBezTo>
                <a:cubicBezTo>
                  <a:pt x="7715715" y="152764"/>
                  <a:pt x="7475579" y="142779"/>
                  <a:pt x="7267303" y="187477"/>
                </a:cubicBezTo>
                <a:cubicBezTo>
                  <a:pt x="7174577" y="204596"/>
                  <a:pt x="7081375" y="224568"/>
                  <a:pt x="6998160" y="216959"/>
                </a:cubicBezTo>
                <a:cubicBezTo>
                  <a:pt x="6988649" y="221715"/>
                  <a:pt x="6981992" y="234078"/>
                  <a:pt x="6969153" y="234078"/>
                </a:cubicBezTo>
                <a:cubicBezTo>
                  <a:pt x="6946804" y="216484"/>
                  <a:pt x="6952986" y="216484"/>
                  <a:pt x="6930636" y="226470"/>
                </a:cubicBezTo>
                <a:cubicBezTo>
                  <a:pt x="6935867" y="240260"/>
                  <a:pt x="6921126" y="245015"/>
                  <a:pt x="6902105" y="247868"/>
                </a:cubicBezTo>
                <a:cubicBezTo>
                  <a:pt x="7253988" y="196988"/>
                  <a:pt x="7601591" y="150387"/>
                  <a:pt x="7968691" y="115674"/>
                </a:cubicBezTo>
                <a:cubicBezTo>
                  <a:pt x="7959180" y="115674"/>
                  <a:pt x="7949670" y="115674"/>
                  <a:pt x="7946341" y="108066"/>
                </a:cubicBezTo>
                <a:close/>
                <a:moveTo>
                  <a:pt x="6758022" y="83815"/>
                </a:moveTo>
                <a:cubicBezTo>
                  <a:pt x="6727589" y="99983"/>
                  <a:pt x="6680513" y="118528"/>
                  <a:pt x="6645800" y="102836"/>
                </a:cubicBezTo>
                <a:cubicBezTo>
                  <a:pt x="6668149" y="82864"/>
                  <a:pt x="6690499" y="117577"/>
                  <a:pt x="6716177" y="98081"/>
                </a:cubicBezTo>
                <a:lnTo>
                  <a:pt x="6716177" y="85717"/>
                </a:lnTo>
                <a:cubicBezTo>
                  <a:pt x="6728540" y="83815"/>
                  <a:pt x="6745184" y="87619"/>
                  <a:pt x="6758022" y="83815"/>
                </a:cubicBezTo>
                <a:close/>
                <a:moveTo>
                  <a:pt x="5998622" y="73353"/>
                </a:moveTo>
                <a:lnTo>
                  <a:pt x="5991964" y="85716"/>
                </a:lnTo>
                <a:lnTo>
                  <a:pt x="5969615" y="78108"/>
                </a:lnTo>
                <a:close/>
                <a:moveTo>
                  <a:pt x="8244966" y="68122"/>
                </a:moveTo>
                <a:lnTo>
                  <a:pt x="8244966" y="85716"/>
                </a:lnTo>
                <a:cubicBezTo>
                  <a:pt x="8232127" y="83339"/>
                  <a:pt x="8206449" y="90471"/>
                  <a:pt x="8206449" y="78108"/>
                </a:cubicBezTo>
                <a:close/>
                <a:moveTo>
                  <a:pt x="9369564" y="60990"/>
                </a:moveTo>
                <a:lnTo>
                  <a:pt x="9369564" y="73353"/>
                </a:lnTo>
                <a:lnTo>
                  <a:pt x="9446599" y="73353"/>
                </a:lnTo>
                <a:close/>
                <a:moveTo>
                  <a:pt x="9252706" y="57067"/>
                </a:moveTo>
                <a:cubicBezTo>
                  <a:pt x="9221917" y="54333"/>
                  <a:pt x="9191484" y="56235"/>
                  <a:pt x="9176980" y="68598"/>
                </a:cubicBezTo>
                <a:cubicBezTo>
                  <a:pt x="9222154" y="78108"/>
                  <a:pt x="9289202" y="70975"/>
                  <a:pt x="9330572" y="73353"/>
                </a:cubicBezTo>
                <a:cubicBezTo>
                  <a:pt x="9314643" y="67172"/>
                  <a:pt x="9283496" y="59801"/>
                  <a:pt x="9252706" y="57067"/>
                </a:cubicBezTo>
                <a:close/>
                <a:moveTo>
                  <a:pt x="9107079" y="56235"/>
                </a:moveTo>
                <a:cubicBezTo>
                  <a:pt x="9108506" y="58613"/>
                  <a:pt x="9109932" y="60515"/>
                  <a:pt x="9111359" y="61941"/>
                </a:cubicBezTo>
                <a:cubicBezTo>
                  <a:pt x="9104701" y="60990"/>
                  <a:pt x="9098044" y="62892"/>
                  <a:pt x="9090911" y="68598"/>
                </a:cubicBezTo>
                <a:close/>
                <a:moveTo>
                  <a:pt x="10099958" y="43872"/>
                </a:moveTo>
                <a:cubicBezTo>
                  <a:pt x="10112797" y="40543"/>
                  <a:pt x="10119930" y="45774"/>
                  <a:pt x="10128965" y="48627"/>
                </a:cubicBezTo>
                <a:cubicBezTo>
                  <a:pt x="10115650" y="49102"/>
                  <a:pt x="10102336" y="50529"/>
                  <a:pt x="10099958" y="43872"/>
                </a:cubicBezTo>
                <a:close/>
                <a:moveTo>
                  <a:pt x="9782788" y="26277"/>
                </a:moveTo>
                <a:lnTo>
                  <a:pt x="9792298" y="31508"/>
                </a:lnTo>
                <a:lnTo>
                  <a:pt x="9622539" y="31508"/>
                </a:lnTo>
                <a:close/>
                <a:moveTo>
                  <a:pt x="9019465" y="23186"/>
                </a:moveTo>
                <a:cubicBezTo>
                  <a:pt x="9142029" y="23186"/>
                  <a:pt x="9261384" y="28179"/>
                  <a:pt x="9381452" y="38165"/>
                </a:cubicBezTo>
                <a:cubicBezTo>
                  <a:pt x="9435661" y="75255"/>
                  <a:pt x="9483689" y="60514"/>
                  <a:pt x="9551212" y="72878"/>
                </a:cubicBezTo>
                <a:cubicBezTo>
                  <a:pt x="9609225" y="75731"/>
                  <a:pt x="9679602" y="95227"/>
                  <a:pt x="9727630" y="78108"/>
                </a:cubicBezTo>
                <a:lnTo>
                  <a:pt x="9727630" y="90947"/>
                </a:lnTo>
                <a:cubicBezTo>
                  <a:pt x="9823684" y="105688"/>
                  <a:pt x="9938759" y="85717"/>
                  <a:pt x="10028631" y="108066"/>
                </a:cubicBezTo>
                <a:cubicBezTo>
                  <a:pt x="9954927" y="118052"/>
                  <a:pt x="9830341" y="90947"/>
                  <a:pt x="9727630" y="108066"/>
                </a:cubicBezTo>
                <a:cubicBezTo>
                  <a:pt x="9730958" y="120905"/>
                  <a:pt x="9724776" y="128038"/>
                  <a:pt x="9721448" y="138023"/>
                </a:cubicBezTo>
                <a:cubicBezTo>
                  <a:pt x="9532192" y="118527"/>
                  <a:pt x="9369089" y="155618"/>
                  <a:pt x="9189343" y="133268"/>
                </a:cubicBezTo>
                <a:cubicBezTo>
                  <a:pt x="9144645" y="150387"/>
                  <a:pt x="9112785" y="98556"/>
                  <a:pt x="9083779" y="133268"/>
                </a:cubicBezTo>
                <a:cubicBezTo>
                  <a:pt x="8872649" y="123282"/>
                  <a:pt x="8622527" y="150387"/>
                  <a:pt x="8414250" y="145632"/>
                </a:cubicBezTo>
                <a:cubicBezTo>
                  <a:pt x="8324853" y="145632"/>
                  <a:pt x="8238309" y="165128"/>
                  <a:pt x="8161275" y="175114"/>
                </a:cubicBezTo>
                <a:cubicBezTo>
                  <a:pt x="7593983" y="187477"/>
                  <a:pt x="6994831" y="279252"/>
                  <a:pt x="6459874" y="370551"/>
                </a:cubicBezTo>
                <a:cubicBezTo>
                  <a:pt x="6344798" y="397656"/>
                  <a:pt x="6210228" y="385293"/>
                  <a:pt x="6107516" y="434746"/>
                </a:cubicBezTo>
                <a:cubicBezTo>
                  <a:pt x="6020972" y="407642"/>
                  <a:pt x="5962958" y="484200"/>
                  <a:pt x="5883071" y="471837"/>
                </a:cubicBezTo>
                <a:cubicBezTo>
                  <a:pt x="5803184" y="498941"/>
                  <a:pt x="5678128" y="461851"/>
                  <a:pt x="5630100" y="523668"/>
                </a:cubicBezTo>
                <a:cubicBezTo>
                  <a:pt x="5607752" y="538885"/>
                  <a:pt x="5534042" y="541262"/>
                  <a:pt x="5537370" y="531276"/>
                </a:cubicBezTo>
                <a:cubicBezTo>
                  <a:pt x="5422296" y="558381"/>
                  <a:pt x="5284395" y="593094"/>
                  <a:pt x="5162664" y="637792"/>
                </a:cubicBezTo>
                <a:cubicBezTo>
                  <a:pt x="5165992" y="644925"/>
                  <a:pt x="5175502" y="642547"/>
                  <a:pt x="5185013" y="642547"/>
                </a:cubicBezTo>
                <a:lnTo>
                  <a:pt x="5140313" y="654911"/>
                </a:lnTo>
                <a:lnTo>
                  <a:pt x="5162664" y="642547"/>
                </a:lnTo>
                <a:cubicBezTo>
                  <a:pt x="5136985" y="634939"/>
                  <a:pt x="5101797" y="644925"/>
                  <a:pt x="5076120" y="654911"/>
                </a:cubicBezTo>
                <a:cubicBezTo>
                  <a:pt x="5082302" y="667274"/>
                  <a:pt x="5120818" y="660142"/>
                  <a:pt x="5107980" y="662519"/>
                </a:cubicBezTo>
                <a:lnTo>
                  <a:pt x="5047116" y="679638"/>
                </a:lnTo>
                <a:lnTo>
                  <a:pt x="5053296" y="662519"/>
                </a:lnTo>
                <a:cubicBezTo>
                  <a:pt x="4559706" y="781399"/>
                  <a:pt x="4040444" y="905033"/>
                  <a:pt x="3515026" y="969228"/>
                </a:cubicBezTo>
                <a:cubicBezTo>
                  <a:pt x="3486494" y="978738"/>
                  <a:pt x="3438466" y="971605"/>
                  <a:pt x="3422299" y="998710"/>
                </a:cubicBezTo>
                <a:lnTo>
                  <a:pt x="3378075" y="992528"/>
                </a:lnTo>
                <a:cubicBezTo>
                  <a:pt x="3297712" y="1031996"/>
                  <a:pt x="3179307" y="1004892"/>
                  <a:pt x="3092765" y="1022010"/>
                </a:cubicBezTo>
                <a:lnTo>
                  <a:pt x="3092765" y="1031996"/>
                </a:lnTo>
                <a:cubicBezTo>
                  <a:pt x="3071841" y="1020584"/>
                  <a:pt x="3049967" y="1027241"/>
                  <a:pt x="3029994" y="1034374"/>
                </a:cubicBezTo>
                <a:cubicBezTo>
                  <a:pt x="3030946" y="1033898"/>
                  <a:pt x="3031421" y="1032947"/>
                  <a:pt x="3031896" y="1031996"/>
                </a:cubicBezTo>
                <a:cubicBezTo>
                  <a:pt x="3022387" y="1022010"/>
                  <a:pt x="3009548" y="1019633"/>
                  <a:pt x="2993380" y="1022010"/>
                </a:cubicBezTo>
                <a:cubicBezTo>
                  <a:pt x="2973884" y="1019633"/>
                  <a:pt x="2977214" y="1034374"/>
                  <a:pt x="2977214" y="1044360"/>
                </a:cubicBezTo>
                <a:cubicBezTo>
                  <a:pt x="2791284" y="1029619"/>
                  <a:pt x="2560658" y="1051968"/>
                  <a:pt x="2400412" y="1027241"/>
                </a:cubicBezTo>
                <a:cubicBezTo>
                  <a:pt x="2380915" y="1054345"/>
                  <a:pt x="2336215" y="1012500"/>
                  <a:pt x="2307206" y="1027241"/>
                </a:cubicBezTo>
                <a:cubicBezTo>
                  <a:pt x="2240162" y="1024863"/>
                  <a:pt x="2144105" y="1005367"/>
                  <a:pt x="2076586" y="1022486"/>
                </a:cubicBezTo>
                <a:cubicBezTo>
                  <a:pt x="2086098" y="1037227"/>
                  <a:pt x="2105591" y="1032472"/>
                  <a:pt x="2124611" y="1032472"/>
                </a:cubicBezTo>
                <a:lnTo>
                  <a:pt x="2115101" y="1061954"/>
                </a:lnTo>
                <a:cubicBezTo>
                  <a:pt x="2131267" y="1076695"/>
                  <a:pt x="2182144" y="1059576"/>
                  <a:pt x="2163131" y="1086681"/>
                </a:cubicBezTo>
                <a:cubicBezTo>
                  <a:pt x="2175967" y="1079072"/>
                  <a:pt x="2192132" y="1079072"/>
                  <a:pt x="2201645" y="1091436"/>
                </a:cubicBezTo>
                <a:cubicBezTo>
                  <a:pt x="2217813" y="1051968"/>
                  <a:pt x="2282006" y="1093813"/>
                  <a:pt x="2301025" y="1081450"/>
                </a:cubicBezTo>
                <a:cubicBezTo>
                  <a:pt x="2467934" y="1123771"/>
                  <a:pt x="2705214" y="1096191"/>
                  <a:pt x="2833135" y="1103799"/>
                </a:cubicBezTo>
                <a:lnTo>
                  <a:pt x="2801271" y="1116163"/>
                </a:lnTo>
                <a:cubicBezTo>
                  <a:pt x="3185966" y="1106177"/>
                  <a:pt x="3544983" y="1071464"/>
                  <a:pt x="3910150" y="1009647"/>
                </a:cubicBezTo>
                <a:cubicBezTo>
                  <a:pt x="3814129" y="997283"/>
                  <a:pt x="3701905" y="1029143"/>
                  <a:pt x="3593011" y="1026765"/>
                </a:cubicBezTo>
                <a:lnTo>
                  <a:pt x="3593011" y="1022010"/>
                </a:lnTo>
                <a:cubicBezTo>
                  <a:pt x="3682409" y="1019633"/>
                  <a:pt x="3788450" y="1000137"/>
                  <a:pt x="3871635" y="992528"/>
                </a:cubicBezTo>
                <a:cubicBezTo>
                  <a:pt x="4067071" y="963046"/>
                  <a:pt x="4275349" y="908362"/>
                  <a:pt x="4470786" y="878880"/>
                </a:cubicBezTo>
                <a:cubicBezTo>
                  <a:pt x="4498842" y="874006"/>
                  <a:pt x="4527908" y="871123"/>
                  <a:pt x="4557226" y="868805"/>
                </a:cubicBezTo>
                <a:lnTo>
                  <a:pt x="4628640" y="863376"/>
                </a:lnTo>
                <a:lnTo>
                  <a:pt x="4598202" y="877349"/>
                </a:lnTo>
                <a:cubicBezTo>
                  <a:pt x="4565325" y="887112"/>
                  <a:pt x="4529038" y="884705"/>
                  <a:pt x="4485528" y="892194"/>
                </a:cubicBezTo>
                <a:lnTo>
                  <a:pt x="4479006" y="902722"/>
                </a:lnTo>
                <a:lnTo>
                  <a:pt x="4476847" y="903088"/>
                </a:lnTo>
                <a:lnTo>
                  <a:pt x="4466269" y="901051"/>
                </a:lnTo>
                <a:cubicBezTo>
                  <a:pt x="4457470" y="897663"/>
                  <a:pt x="4448673" y="893383"/>
                  <a:pt x="4447009" y="904558"/>
                </a:cubicBezTo>
                <a:cubicBezTo>
                  <a:pt x="4280580" y="936417"/>
                  <a:pt x="4146010" y="946403"/>
                  <a:pt x="3985759" y="993479"/>
                </a:cubicBezTo>
                <a:cubicBezTo>
                  <a:pt x="4083477" y="969941"/>
                  <a:pt x="4192491" y="950802"/>
                  <a:pt x="4301086" y="932910"/>
                </a:cubicBezTo>
                <a:lnTo>
                  <a:pt x="4476847" y="903088"/>
                </a:lnTo>
                <a:lnTo>
                  <a:pt x="4478573" y="903421"/>
                </a:lnTo>
                <a:lnTo>
                  <a:pt x="4479006" y="902722"/>
                </a:lnTo>
                <a:lnTo>
                  <a:pt x="4613916" y="879831"/>
                </a:lnTo>
                <a:lnTo>
                  <a:pt x="4629521" y="863308"/>
                </a:lnTo>
                <a:lnTo>
                  <a:pt x="4645183" y="862118"/>
                </a:lnTo>
                <a:cubicBezTo>
                  <a:pt x="4703314" y="856887"/>
                  <a:pt x="4759426" y="848209"/>
                  <a:pt x="4807451" y="824671"/>
                </a:cubicBezTo>
                <a:cubicBezTo>
                  <a:pt x="4858809" y="841789"/>
                  <a:pt x="4923003" y="794713"/>
                  <a:pt x="4961519" y="819440"/>
                </a:cubicBezTo>
                <a:lnTo>
                  <a:pt x="4977687" y="802321"/>
                </a:lnTo>
                <a:cubicBezTo>
                  <a:pt x="5022863" y="772839"/>
                  <a:pt x="5035701" y="831803"/>
                  <a:pt x="5070891" y="802321"/>
                </a:cubicBezTo>
                <a:lnTo>
                  <a:pt x="5064232" y="794713"/>
                </a:lnTo>
                <a:cubicBezTo>
                  <a:pt x="5105602" y="742882"/>
                  <a:pt x="5192147" y="794713"/>
                  <a:pt x="5246830" y="755245"/>
                </a:cubicBezTo>
                <a:cubicBezTo>
                  <a:pt x="5282017" y="728141"/>
                  <a:pt x="5384730" y="760476"/>
                  <a:pt x="5371891" y="713400"/>
                </a:cubicBezTo>
                <a:lnTo>
                  <a:pt x="5384730" y="725763"/>
                </a:lnTo>
                <a:cubicBezTo>
                  <a:pt x="5410408" y="725763"/>
                  <a:pt x="5432757" y="722910"/>
                  <a:pt x="5448925" y="705791"/>
                </a:cubicBezTo>
                <a:cubicBezTo>
                  <a:pt x="5442743" y="695805"/>
                  <a:pt x="5426576" y="703414"/>
                  <a:pt x="5417065" y="701036"/>
                </a:cubicBezTo>
                <a:cubicBezTo>
                  <a:pt x="5471750" y="691050"/>
                  <a:pt x="5519776" y="671078"/>
                  <a:pt x="5577317" y="671078"/>
                </a:cubicBezTo>
                <a:lnTo>
                  <a:pt x="5455582" y="701036"/>
                </a:lnTo>
                <a:cubicBezTo>
                  <a:pt x="5468421" y="718630"/>
                  <a:pt x="5519776" y="711022"/>
                  <a:pt x="5510266" y="735749"/>
                </a:cubicBezTo>
                <a:cubicBezTo>
                  <a:pt x="5538322" y="728616"/>
                  <a:pt x="5573037" y="730518"/>
                  <a:pt x="5601571" y="714351"/>
                </a:cubicBezTo>
                <a:cubicBezTo>
                  <a:pt x="5633906" y="740980"/>
                  <a:pt x="5680030" y="702938"/>
                  <a:pt x="5718542" y="725763"/>
                </a:cubicBezTo>
                <a:cubicBezTo>
                  <a:pt x="5753731" y="721008"/>
                  <a:pt x="5757059" y="688673"/>
                  <a:pt x="5801758" y="701036"/>
                </a:cubicBezTo>
                <a:cubicBezTo>
                  <a:pt x="5843128" y="663946"/>
                  <a:pt x="5923490" y="681064"/>
                  <a:pt x="5971518" y="676309"/>
                </a:cubicBezTo>
                <a:cubicBezTo>
                  <a:pt x="5981028" y="661568"/>
                  <a:pt x="6016216" y="683917"/>
                  <a:pt x="6016216" y="659191"/>
                </a:cubicBezTo>
                <a:cubicBezTo>
                  <a:pt x="6057586" y="651582"/>
                  <a:pt x="6105613" y="666799"/>
                  <a:pt x="6147459" y="646827"/>
                </a:cubicBezTo>
                <a:cubicBezTo>
                  <a:pt x="6166479" y="629233"/>
                  <a:pt x="6195486" y="659191"/>
                  <a:pt x="6208325" y="636841"/>
                </a:cubicBezTo>
                <a:cubicBezTo>
                  <a:pt x="6461776" y="624478"/>
                  <a:pt x="6718080" y="540311"/>
                  <a:pt x="6971055" y="547919"/>
                </a:cubicBezTo>
                <a:lnTo>
                  <a:pt x="6993405" y="527948"/>
                </a:lnTo>
                <a:cubicBezTo>
                  <a:pt x="7448475" y="463277"/>
                  <a:pt x="7910202" y="441404"/>
                  <a:pt x="8345776" y="409068"/>
                </a:cubicBezTo>
                <a:lnTo>
                  <a:pt x="8332937" y="429040"/>
                </a:lnTo>
                <a:cubicBezTo>
                  <a:pt x="8387146" y="441404"/>
                  <a:pt x="8448012" y="429040"/>
                  <a:pt x="8499368" y="416677"/>
                </a:cubicBezTo>
                <a:cubicBezTo>
                  <a:pt x="8496514" y="409068"/>
                  <a:pt x="8486529" y="409068"/>
                  <a:pt x="8477019" y="409068"/>
                </a:cubicBezTo>
                <a:cubicBezTo>
                  <a:pt x="8483676" y="406691"/>
                  <a:pt x="8534556" y="419054"/>
                  <a:pt x="8563562" y="399083"/>
                </a:cubicBezTo>
                <a:lnTo>
                  <a:pt x="8393803" y="391474"/>
                </a:lnTo>
                <a:cubicBezTo>
                  <a:pt x="8409971" y="361517"/>
                  <a:pt x="8361944" y="373880"/>
                  <a:pt x="8345776" y="361517"/>
                </a:cubicBezTo>
                <a:cubicBezTo>
                  <a:pt x="8419481" y="356761"/>
                  <a:pt x="8525046" y="356761"/>
                  <a:pt x="8602079" y="373880"/>
                </a:cubicBezTo>
                <a:cubicBezTo>
                  <a:pt x="8589241" y="376258"/>
                  <a:pt x="8569744" y="368649"/>
                  <a:pt x="8563562" y="378635"/>
                </a:cubicBezTo>
                <a:cubicBezTo>
                  <a:pt x="8669127" y="410970"/>
                  <a:pt x="8816538" y="368649"/>
                  <a:pt x="8932088" y="390999"/>
                </a:cubicBezTo>
                <a:cubicBezTo>
                  <a:pt x="9002941" y="408117"/>
                  <a:pt x="9150351" y="381013"/>
                  <a:pt x="9217399" y="415726"/>
                </a:cubicBezTo>
                <a:cubicBezTo>
                  <a:pt x="9163190" y="410970"/>
                  <a:pt x="9098995" y="422858"/>
                  <a:pt x="9038129" y="428089"/>
                </a:cubicBezTo>
                <a:lnTo>
                  <a:pt x="9038129" y="432844"/>
                </a:lnTo>
                <a:lnTo>
                  <a:pt x="8547870" y="449963"/>
                </a:lnTo>
                <a:cubicBezTo>
                  <a:pt x="8525521" y="452816"/>
                  <a:pt x="8451816" y="445208"/>
                  <a:pt x="8422810" y="457571"/>
                </a:cubicBezTo>
                <a:cubicBezTo>
                  <a:pt x="8409971" y="459949"/>
                  <a:pt x="8403313" y="449963"/>
                  <a:pt x="8393803" y="449963"/>
                </a:cubicBezTo>
                <a:cubicBezTo>
                  <a:pt x="8322951" y="474690"/>
                  <a:pt x="8217386" y="479445"/>
                  <a:pt x="8130842" y="467081"/>
                </a:cubicBezTo>
                <a:cubicBezTo>
                  <a:pt x="8053808" y="499417"/>
                  <a:pt x="7976774" y="481823"/>
                  <a:pt x="7893559" y="504172"/>
                </a:cubicBezTo>
                <a:cubicBezTo>
                  <a:pt x="7896412" y="506549"/>
                  <a:pt x="7903069" y="508927"/>
                  <a:pt x="7899741" y="516535"/>
                </a:cubicBezTo>
                <a:cubicBezTo>
                  <a:pt x="7864552" y="523668"/>
                  <a:pt x="7836021" y="496564"/>
                  <a:pt x="7807014" y="508927"/>
                </a:cubicBezTo>
                <a:cubicBezTo>
                  <a:pt x="7813196" y="513682"/>
                  <a:pt x="7819854" y="516535"/>
                  <a:pt x="7816525" y="521290"/>
                </a:cubicBezTo>
                <a:lnTo>
                  <a:pt x="7630598" y="526046"/>
                </a:lnTo>
                <a:lnTo>
                  <a:pt x="7614430" y="538409"/>
                </a:lnTo>
                <a:lnTo>
                  <a:pt x="7662457" y="563136"/>
                </a:lnTo>
                <a:cubicBezTo>
                  <a:pt x="7793700" y="553626"/>
                  <a:pt x="7998649" y="533654"/>
                  <a:pt x="8162226" y="533654"/>
                </a:cubicBezTo>
                <a:lnTo>
                  <a:pt x="8152716" y="526046"/>
                </a:lnTo>
                <a:cubicBezTo>
                  <a:pt x="8274448" y="530801"/>
                  <a:pt x="8431369" y="543164"/>
                  <a:pt x="8575450" y="538409"/>
                </a:cubicBezTo>
                <a:lnTo>
                  <a:pt x="8498417" y="555528"/>
                </a:lnTo>
                <a:cubicBezTo>
                  <a:pt x="8924480" y="607359"/>
                  <a:pt x="9353873" y="557905"/>
                  <a:pt x="9767097" y="585010"/>
                </a:cubicBezTo>
                <a:lnTo>
                  <a:pt x="9821782" y="604982"/>
                </a:lnTo>
                <a:cubicBezTo>
                  <a:pt x="9828439" y="597373"/>
                  <a:pt x="9841278" y="594996"/>
                  <a:pt x="9837949" y="585010"/>
                </a:cubicBezTo>
                <a:lnTo>
                  <a:pt x="9869809" y="585010"/>
                </a:lnTo>
                <a:cubicBezTo>
                  <a:pt x="9869809" y="592618"/>
                  <a:pt x="9866481" y="600226"/>
                  <a:pt x="9875991" y="604982"/>
                </a:cubicBezTo>
                <a:cubicBezTo>
                  <a:pt x="9888830" y="602128"/>
                  <a:pt x="9908326" y="609737"/>
                  <a:pt x="9914507" y="597373"/>
                </a:cubicBezTo>
                <a:lnTo>
                  <a:pt x="9908326" y="592618"/>
                </a:lnTo>
                <a:cubicBezTo>
                  <a:pt x="9927822" y="592618"/>
                  <a:pt x="9937332" y="590241"/>
                  <a:pt x="9937332" y="604982"/>
                </a:cubicBezTo>
                <a:cubicBezTo>
                  <a:pt x="9975849" y="592618"/>
                  <a:pt x="9982031" y="607359"/>
                  <a:pt x="10007709" y="585010"/>
                </a:cubicBezTo>
                <a:cubicBezTo>
                  <a:pt x="10030058" y="582632"/>
                  <a:pt x="10055736" y="587863"/>
                  <a:pt x="10046226" y="604982"/>
                </a:cubicBezTo>
                <a:cubicBezTo>
                  <a:pt x="10270670" y="582632"/>
                  <a:pt x="10469436" y="642072"/>
                  <a:pt x="10677713" y="622100"/>
                </a:cubicBezTo>
                <a:cubicBezTo>
                  <a:pt x="10668203" y="624478"/>
                  <a:pt x="10668203" y="631611"/>
                  <a:pt x="10668203" y="639219"/>
                </a:cubicBezTo>
                <a:lnTo>
                  <a:pt x="10370053" y="651582"/>
                </a:lnTo>
                <a:lnTo>
                  <a:pt x="10331536" y="673932"/>
                </a:lnTo>
                <a:lnTo>
                  <a:pt x="10453269" y="693428"/>
                </a:lnTo>
                <a:cubicBezTo>
                  <a:pt x="10427590" y="698658"/>
                  <a:pt x="10392403" y="693428"/>
                  <a:pt x="10370053" y="703414"/>
                </a:cubicBezTo>
                <a:cubicBezTo>
                  <a:pt x="10542666" y="740504"/>
                  <a:pt x="10735250" y="686295"/>
                  <a:pt x="10892171" y="703414"/>
                </a:cubicBezTo>
                <a:cubicBezTo>
                  <a:pt x="10808956" y="715777"/>
                  <a:pt x="10712901" y="700561"/>
                  <a:pt x="10645377" y="745259"/>
                </a:cubicBezTo>
                <a:cubicBezTo>
                  <a:pt x="10626357" y="752392"/>
                  <a:pt x="10651559" y="754770"/>
                  <a:pt x="10645377" y="762378"/>
                </a:cubicBezTo>
                <a:cubicBezTo>
                  <a:pt x="10635867" y="762378"/>
                  <a:pt x="10626357" y="762378"/>
                  <a:pt x="10623028" y="769986"/>
                </a:cubicBezTo>
                <a:cubicBezTo>
                  <a:pt x="10625406" y="771413"/>
                  <a:pt x="10627784" y="774266"/>
                  <a:pt x="10632063" y="775217"/>
                </a:cubicBezTo>
                <a:lnTo>
                  <a:pt x="10305858" y="792335"/>
                </a:lnTo>
                <a:cubicBezTo>
                  <a:pt x="10379563" y="812307"/>
                  <a:pt x="10491786" y="797566"/>
                  <a:pt x="10575001" y="812307"/>
                </a:cubicBezTo>
                <a:lnTo>
                  <a:pt x="10437101" y="829426"/>
                </a:lnTo>
                <a:lnTo>
                  <a:pt x="10529827" y="841789"/>
                </a:lnTo>
                <a:cubicBezTo>
                  <a:pt x="10424262" y="846544"/>
                  <a:pt x="10305858" y="826573"/>
                  <a:pt x="10215985" y="858908"/>
                </a:cubicBezTo>
                <a:cubicBezTo>
                  <a:pt x="10376235" y="878404"/>
                  <a:pt x="10571673" y="843691"/>
                  <a:pt x="10754271" y="863663"/>
                </a:cubicBezTo>
                <a:cubicBezTo>
                  <a:pt x="10827977" y="880782"/>
                  <a:pt x="10911668" y="878404"/>
                  <a:pt x="10991554" y="888390"/>
                </a:cubicBezTo>
                <a:lnTo>
                  <a:pt x="10991554" y="900753"/>
                </a:lnTo>
                <a:lnTo>
                  <a:pt x="11011594" y="905552"/>
                </a:lnTo>
                <a:lnTo>
                  <a:pt x="10959078" y="905643"/>
                </a:lnTo>
                <a:cubicBezTo>
                  <a:pt x="10875736" y="903547"/>
                  <a:pt x="10778285" y="898376"/>
                  <a:pt x="10706244" y="922627"/>
                </a:cubicBezTo>
                <a:cubicBezTo>
                  <a:pt x="10754271" y="925480"/>
                  <a:pt x="10846997" y="917872"/>
                  <a:pt x="10876004" y="930235"/>
                </a:cubicBezTo>
                <a:cubicBezTo>
                  <a:pt x="10773292" y="949732"/>
                  <a:pt x="10648230" y="934991"/>
                  <a:pt x="10529827" y="947354"/>
                </a:cubicBezTo>
                <a:lnTo>
                  <a:pt x="10523170" y="969703"/>
                </a:lnTo>
                <a:lnTo>
                  <a:pt x="10798970" y="977312"/>
                </a:lnTo>
                <a:lnTo>
                  <a:pt x="10798970" y="989675"/>
                </a:lnTo>
                <a:cubicBezTo>
                  <a:pt x="10773292" y="976836"/>
                  <a:pt x="10725265" y="982067"/>
                  <a:pt x="10721936" y="1006794"/>
                </a:cubicBezTo>
                <a:cubicBezTo>
                  <a:pt x="10571197" y="1009171"/>
                  <a:pt x="10430444" y="1049115"/>
                  <a:pt x="10283033" y="1041506"/>
                </a:cubicBezTo>
                <a:cubicBezTo>
                  <a:pt x="10283033" y="1066233"/>
                  <a:pt x="10324879" y="1043884"/>
                  <a:pt x="10331060" y="1058625"/>
                </a:cubicBezTo>
                <a:cubicBezTo>
                  <a:pt x="10318222" y="1061478"/>
                  <a:pt x="10305383" y="1053870"/>
                  <a:pt x="10299201" y="1066233"/>
                </a:cubicBezTo>
                <a:lnTo>
                  <a:pt x="10337718" y="1078597"/>
                </a:lnTo>
                <a:cubicBezTo>
                  <a:pt x="10299201" y="1078597"/>
                  <a:pt x="10257831" y="1046262"/>
                  <a:pt x="10215985" y="1070989"/>
                </a:cubicBezTo>
                <a:lnTo>
                  <a:pt x="10238335" y="1083352"/>
                </a:lnTo>
                <a:cubicBezTo>
                  <a:pt x="10196965" y="1108079"/>
                  <a:pt x="10110420" y="1083352"/>
                  <a:pt x="10084743" y="1108079"/>
                </a:cubicBezTo>
                <a:cubicBezTo>
                  <a:pt x="10059064" y="1090485"/>
                  <a:pt x="10033387" y="1110457"/>
                  <a:pt x="10007709" y="1112834"/>
                </a:cubicBezTo>
                <a:lnTo>
                  <a:pt x="10052407" y="1129953"/>
                </a:lnTo>
                <a:cubicBezTo>
                  <a:pt x="10023401" y="1149925"/>
                  <a:pt x="9965863" y="1142316"/>
                  <a:pt x="9936857" y="1137561"/>
                </a:cubicBezTo>
                <a:cubicBezTo>
                  <a:pt x="9959682" y="1139939"/>
                  <a:pt x="9985360" y="1132330"/>
                  <a:pt x="9991541" y="1117589"/>
                </a:cubicBezTo>
                <a:cubicBezTo>
                  <a:pt x="9969192" y="1119967"/>
                  <a:pt x="9908326" y="1119967"/>
                  <a:pt x="9914507" y="1095240"/>
                </a:cubicBezTo>
                <a:cubicBezTo>
                  <a:pt x="9844131" y="1122345"/>
                  <a:pt x="9760916" y="1117114"/>
                  <a:pt x="9683881" y="1124722"/>
                </a:cubicBezTo>
                <a:cubicBezTo>
                  <a:pt x="9699573" y="1142316"/>
                  <a:pt x="9750929" y="1134708"/>
                  <a:pt x="9767097" y="1154680"/>
                </a:cubicBezTo>
                <a:lnTo>
                  <a:pt x="9639183" y="1167043"/>
                </a:lnTo>
                <a:lnTo>
                  <a:pt x="9744747" y="1184162"/>
                </a:lnTo>
                <a:cubicBezTo>
                  <a:pt x="9610177" y="1186539"/>
                  <a:pt x="9495101" y="1174176"/>
                  <a:pt x="9370040" y="1196525"/>
                </a:cubicBezTo>
                <a:cubicBezTo>
                  <a:pt x="9549786" y="1218874"/>
                  <a:pt x="9719545" y="1199378"/>
                  <a:pt x="9914983" y="1214119"/>
                </a:cubicBezTo>
                <a:lnTo>
                  <a:pt x="9937332" y="1236469"/>
                </a:lnTo>
                <a:lnTo>
                  <a:pt x="9946842" y="1219350"/>
                </a:lnTo>
                <a:cubicBezTo>
                  <a:pt x="10030058" y="1244077"/>
                  <a:pt x="10167483" y="1221728"/>
                  <a:pt x="10260684" y="1236469"/>
                </a:cubicBezTo>
                <a:cubicBezTo>
                  <a:pt x="10109945" y="1263573"/>
                  <a:pt x="9962534" y="1231238"/>
                  <a:pt x="9805614" y="1265951"/>
                </a:cubicBezTo>
                <a:cubicBezTo>
                  <a:pt x="10020548" y="1288300"/>
                  <a:pt x="10199818" y="1278314"/>
                  <a:pt x="10420933" y="1265951"/>
                </a:cubicBezTo>
                <a:cubicBezTo>
                  <a:pt x="10465632" y="1235993"/>
                  <a:pt x="10555505" y="1248357"/>
                  <a:pt x="10613043" y="1255965"/>
                </a:cubicBezTo>
                <a:lnTo>
                  <a:pt x="10600203" y="1273084"/>
                </a:lnTo>
                <a:cubicBezTo>
                  <a:pt x="10375759" y="1277839"/>
                  <a:pt x="10113273" y="1310174"/>
                  <a:pt x="9875991" y="1290202"/>
                </a:cubicBezTo>
                <a:cubicBezTo>
                  <a:pt x="9821782" y="1309698"/>
                  <a:pt x="9744747" y="1302566"/>
                  <a:pt x="9683881" y="1294957"/>
                </a:cubicBezTo>
                <a:lnTo>
                  <a:pt x="9690063" y="1290202"/>
                </a:lnTo>
                <a:cubicBezTo>
                  <a:pt x="9440417" y="1260245"/>
                  <a:pt x="9184113" y="1297335"/>
                  <a:pt x="8946829" y="1294957"/>
                </a:cubicBezTo>
                <a:cubicBezTo>
                  <a:pt x="8296322" y="1334425"/>
                  <a:pt x="7575438" y="1366760"/>
                  <a:pt x="6947280" y="1480409"/>
                </a:cubicBezTo>
                <a:cubicBezTo>
                  <a:pt x="7133206" y="1488017"/>
                  <a:pt x="7312477" y="1440941"/>
                  <a:pt x="7498404" y="1433333"/>
                </a:cubicBezTo>
                <a:lnTo>
                  <a:pt x="7498404" y="1420969"/>
                </a:lnTo>
                <a:lnTo>
                  <a:pt x="7623465" y="1413361"/>
                </a:lnTo>
                <a:cubicBezTo>
                  <a:pt x="7719995" y="1448074"/>
                  <a:pt x="7841728" y="1400998"/>
                  <a:pt x="7947293" y="1413361"/>
                </a:cubicBezTo>
                <a:cubicBezTo>
                  <a:pt x="8127038" y="1410984"/>
                  <a:pt x="8380013" y="1346313"/>
                  <a:pt x="8562612" y="1378648"/>
                </a:cubicBezTo>
                <a:lnTo>
                  <a:pt x="8536934" y="1361530"/>
                </a:lnTo>
                <a:lnTo>
                  <a:pt x="8562612" y="1361530"/>
                </a:lnTo>
                <a:cubicBezTo>
                  <a:pt x="8629659" y="1319684"/>
                  <a:pt x="8700512" y="1339656"/>
                  <a:pt x="8783727" y="1332048"/>
                </a:cubicBezTo>
                <a:lnTo>
                  <a:pt x="8783727" y="1344411"/>
                </a:lnTo>
                <a:lnTo>
                  <a:pt x="8700512" y="1349166"/>
                </a:lnTo>
                <a:lnTo>
                  <a:pt x="8716679" y="1373893"/>
                </a:lnTo>
                <a:cubicBezTo>
                  <a:pt x="8684820" y="1373893"/>
                  <a:pt x="8639646" y="1363907"/>
                  <a:pt x="8630135" y="1391012"/>
                </a:cubicBezTo>
                <a:cubicBezTo>
                  <a:pt x="8457047" y="1418116"/>
                  <a:pt x="8219764" y="1381026"/>
                  <a:pt x="8037165" y="1442843"/>
                </a:cubicBezTo>
                <a:cubicBezTo>
                  <a:pt x="8021473" y="1428102"/>
                  <a:pt x="8005306" y="1445221"/>
                  <a:pt x="7992467" y="1455207"/>
                </a:cubicBezTo>
                <a:lnTo>
                  <a:pt x="8075682" y="1472325"/>
                </a:lnTo>
                <a:cubicBezTo>
                  <a:pt x="8001977" y="1479934"/>
                  <a:pt x="7918761" y="1484689"/>
                  <a:pt x="7854566" y="1492297"/>
                </a:cubicBezTo>
                <a:cubicBezTo>
                  <a:pt x="7562598" y="1507038"/>
                  <a:pt x="7283945" y="1549359"/>
                  <a:pt x="7014803" y="1591205"/>
                </a:cubicBezTo>
                <a:cubicBezTo>
                  <a:pt x="7104676" y="1618309"/>
                  <a:pt x="7226408" y="1591205"/>
                  <a:pt x="7300113" y="1591205"/>
                </a:cubicBezTo>
                <a:cubicBezTo>
                  <a:pt x="7258268" y="1611176"/>
                  <a:pt x="7197401" y="1603568"/>
                  <a:pt x="7162213" y="1621162"/>
                </a:cubicBezTo>
                <a:cubicBezTo>
                  <a:pt x="7273960" y="1631148"/>
                  <a:pt x="7370490" y="1606421"/>
                  <a:pt x="7476055" y="1598813"/>
                </a:cubicBezTo>
                <a:lnTo>
                  <a:pt x="7485565" y="1615932"/>
                </a:lnTo>
                <a:cubicBezTo>
                  <a:pt x="7495551" y="1613554"/>
                  <a:pt x="7508389" y="1621162"/>
                  <a:pt x="7514571" y="1611176"/>
                </a:cubicBezTo>
                <a:lnTo>
                  <a:pt x="7498404" y="1598813"/>
                </a:lnTo>
                <a:cubicBezTo>
                  <a:pt x="7520753" y="1603568"/>
                  <a:pt x="7584948" y="1583596"/>
                  <a:pt x="7562598" y="1615932"/>
                </a:cubicBezTo>
                <a:cubicBezTo>
                  <a:pt x="7828888" y="1606421"/>
                  <a:pt x="8104213" y="1561723"/>
                  <a:pt x="8376685" y="1561723"/>
                </a:cubicBezTo>
                <a:lnTo>
                  <a:pt x="8376685" y="1556492"/>
                </a:lnTo>
                <a:lnTo>
                  <a:pt x="9062380" y="1502283"/>
                </a:lnTo>
                <a:cubicBezTo>
                  <a:pt x="8809405" y="1487542"/>
                  <a:pt x="8543116" y="1534618"/>
                  <a:pt x="8277302" y="1509891"/>
                </a:cubicBezTo>
                <a:lnTo>
                  <a:pt x="8254952" y="1497528"/>
                </a:lnTo>
                <a:lnTo>
                  <a:pt x="8238784" y="1514646"/>
                </a:lnTo>
                <a:lnTo>
                  <a:pt x="8052857" y="1509891"/>
                </a:lnTo>
                <a:cubicBezTo>
                  <a:pt x="8016718" y="1533667"/>
                  <a:pt x="7985333" y="1512269"/>
                  <a:pt x="7952523" y="1512744"/>
                </a:cubicBezTo>
                <a:cubicBezTo>
                  <a:pt x="8084241" y="1495150"/>
                  <a:pt x="8240211" y="1492297"/>
                  <a:pt x="8360517" y="1485164"/>
                </a:cubicBezTo>
                <a:lnTo>
                  <a:pt x="8382866" y="1468046"/>
                </a:lnTo>
                <a:cubicBezTo>
                  <a:pt x="8543116" y="1465668"/>
                  <a:pt x="8719532" y="1423823"/>
                  <a:pt x="8876453" y="1438564"/>
                </a:cubicBezTo>
                <a:cubicBezTo>
                  <a:pt x="8885963" y="1420969"/>
                  <a:pt x="8921152" y="1435710"/>
                  <a:pt x="8914970" y="1408606"/>
                </a:cubicBezTo>
                <a:cubicBezTo>
                  <a:pt x="8908789" y="1401473"/>
                  <a:pt x="8899278" y="1403851"/>
                  <a:pt x="8892620" y="1403851"/>
                </a:cubicBezTo>
                <a:lnTo>
                  <a:pt x="8892620" y="1383879"/>
                </a:lnTo>
                <a:cubicBezTo>
                  <a:pt x="8905460" y="1386732"/>
                  <a:pt x="8918299" y="1381501"/>
                  <a:pt x="8931138" y="1379124"/>
                </a:cubicBezTo>
                <a:cubicBezTo>
                  <a:pt x="8956816" y="1403851"/>
                  <a:pt x="9008171" y="1399096"/>
                  <a:pt x="9052870" y="1391487"/>
                </a:cubicBezTo>
                <a:cubicBezTo>
                  <a:pt x="9023864" y="1403851"/>
                  <a:pt x="9062380" y="1428578"/>
                  <a:pt x="9014353" y="1420969"/>
                </a:cubicBezTo>
                <a:lnTo>
                  <a:pt x="9014353" y="1413361"/>
                </a:lnTo>
                <a:cubicBezTo>
                  <a:pt x="9023864" y="1413361"/>
                  <a:pt x="9033374" y="1416214"/>
                  <a:pt x="9036702" y="1408606"/>
                </a:cubicBezTo>
                <a:cubicBezTo>
                  <a:pt x="9023864" y="1381501"/>
                  <a:pt x="9001514" y="1408606"/>
                  <a:pt x="8985347" y="1408606"/>
                </a:cubicBezTo>
                <a:cubicBezTo>
                  <a:pt x="9023388" y="1413837"/>
                  <a:pt x="8969179" y="1420969"/>
                  <a:pt x="8991528" y="1433333"/>
                </a:cubicBezTo>
                <a:cubicBezTo>
                  <a:pt x="9222154" y="1418592"/>
                  <a:pt x="9484640" y="1411459"/>
                  <a:pt x="9699573" y="1413837"/>
                </a:cubicBezTo>
                <a:cubicBezTo>
                  <a:pt x="9686735" y="1416690"/>
                  <a:pt x="9673896" y="1409081"/>
                  <a:pt x="9667714" y="1421445"/>
                </a:cubicBezTo>
                <a:cubicBezTo>
                  <a:pt x="9696720" y="1451403"/>
                  <a:pt x="9744747" y="1409081"/>
                  <a:pt x="9767097" y="1439039"/>
                </a:cubicBezTo>
                <a:cubicBezTo>
                  <a:pt x="9741419" y="1441417"/>
                  <a:pt x="9706231" y="1429053"/>
                  <a:pt x="9690063" y="1451403"/>
                </a:cubicBezTo>
                <a:cubicBezTo>
                  <a:pt x="9814649" y="1486115"/>
                  <a:pt x="9981556" y="1434284"/>
                  <a:pt x="10112798" y="1451403"/>
                </a:cubicBezTo>
                <a:lnTo>
                  <a:pt x="10112798" y="1443794"/>
                </a:lnTo>
                <a:cubicBezTo>
                  <a:pt x="10225020" y="1433808"/>
                  <a:pt x="10356263" y="1436186"/>
                  <a:pt x="10458975" y="1443794"/>
                </a:cubicBezTo>
                <a:cubicBezTo>
                  <a:pt x="10436150" y="1448549"/>
                  <a:pt x="10404291" y="1433808"/>
                  <a:pt x="10391451" y="1456158"/>
                </a:cubicBezTo>
                <a:cubicBezTo>
                  <a:pt x="10433297" y="1446647"/>
                  <a:pt x="10487506" y="1478507"/>
                  <a:pt x="10529351" y="1451403"/>
                </a:cubicBezTo>
                <a:lnTo>
                  <a:pt x="10507002" y="1434284"/>
                </a:lnTo>
                <a:lnTo>
                  <a:pt x="10612567" y="1439515"/>
                </a:lnTo>
                <a:cubicBezTo>
                  <a:pt x="10587364" y="1451878"/>
                  <a:pt x="10571197" y="1437137"/>
                  <a:pt x="10545519" y="1451878"/>
                </a:cubicBezTo>
                <a:cubicBezTo>
                  <a:pt x="10548848" y="1459011"/>
                  <a:pt x="10558358" y="1456633"/>
                  <a:pt x="10567869" y="1456633"/>
                </a:cubicBezTo>
                <a:lnTo>
                  <a:pt x="10567869" y="1481360"/>
                </a:lnTo>
                <a:cubicBezTo>
                  <a:pt x="10615896" y="1498479"/>
                  <a:pt x="10670580" y="1468521"/>
                  <a:pt x="10705768" y="1498479"/>
                </a:cubicBezTo>
                <a:cubicBezTo>
                  <a:pt x="10462304" y="1490870"/>
                  <a:pt x="10167483" y="1510842"/>
                  <a:pt x="9914507" y="1523206"/>
                </a:cubicBezTo>
                <a:cubicBezTo>
                  <a:pt x="9911179" y="1493248"/>
                  <a:pt x="9866481" y="1505612"/>
                  <a:pt x="9853641" y="1503234"/>
                </a:cubicBezTo>
                <a:cubicBezTo>
                  <a:pt x="9856019" y="1505850"/>
                  <a:pt x="9858872" y="1508822"/>
                  <a:pt x="9862142" y="1511318"/>
                </a:cubicBezTo>
                <a:lnTo>
                  <a:pt x="9873055" y="1516509"/>
                </a:lnTo>
                <a:lnTo>
                  <a:pt x="9873138" y="1516548"/>
                </a:lnTo>
                <a:lnTo>
                  <a:pt x="9629197" y="1545080"/>
                </a:lnTo>
                <a:cubicBezTo>
                  <a:pt x="9600666" y="1552688"/>
                  <a:pt x="9574988" y="1515597"/>
                  <a:pt x="9562149" y="1545080"/>
                </a:cubicBezTo>
                <a:lnTo>
                  <a:pt x="9283496" y="1562198"/>
                </a:lnTo>
                <a:lnTo>
                  <a:pt x="9277314" y="1545080"/>
                </a:lnTo>
                <a:lnTo>
                  <a:pt x="9229287" y="1574562"/>
                </a:lnTo>
                <a:lnTo>
                  <a:pt x="8816062" y="1616407"/>
                </a:lnTo>
                <a:cubicBezTo>
                  <a:pt x="8777545" y="1633526"/>
                  <a:pt x="8729518" y="1604044"/>
                  <a:pt x="8716679" y="1641134"/>
                </a:cubicBezTo>
                <a:cubicBezTo>
                  <a:pt x="8688148" y="1643512"/>
                  <a:pt x="8691001" y="1633526"/>
                  <a:pt x="8668652" y="1628771"/>
                </a:cubicBezTo>
                <a:cubicBezTo>
                  <a:pt x="8652485" y="1634001"/>
                  <a:pt x="8671980" y="1646365"/>
                  <a:pt x="8678162" y="1651120"/>
                </a:cubicBezTo>
                <a:cubicBezTo>
                  <a:pt x="8697183" y="1648742"/>
                  <a:pt x="8722861" y="1656351"/>
                  <a:pt x="8739028" y="1646365"/>
                </a:cubicBezTo>
                <a:lnTo>
                  <a:pt x="8729518" y="1641610"/>
                </a:lnTo>
                <a:lnTo>
                  <a:pt x="8755196" y="1641610"/>
                </a:lnTo>
                <a:lnTo>
                  <a:pt x="8755196" y="1634001"/>
                </a:lnTo>
                <a:lnTo>
                  <a:pt x="8768035" y="1634001"/>
                </a:lnTo>
                <a:lnTo>
                  <a:pt x="8768035" y="1641610"/>
                </a:lnTo>
                <a:lnTo>
                  <a:pt x="8806552" y="1634001"/>
                </a:lnTo>
                <a:cubicBezTo>
                  <a:pt x="8931613" y="1626393"/>
                  <a:pt x="9050492" y="1626393"/>
                  <a:pt x="9178407" y="1611652"/>
                </a:cubicBezTo>
                <a:cubicBezTo>
                  <a:pt x="9598289" y="1596911"/>
                  <a:pt x="9909277" y="1519877"/>
                  <a:pt x="10322502" y="1515122"/>
                </a:cubicBezTo>
                <a:cubicBezTo>
                  <a:pt x="10370528" y="1505136"/>
                  <a:pt x="10424737" y="1574562"/>
                  <a:pt x="10453744" y="1515122"/>
                </a:cubicBezTo>
                <a:lnTo>
                  <a:pt x="10492261" y="1532241"/>
                </a:lnTo>
                <a:lnTo>
                  <a:pt x="10453744" y="1539849"/>
                </a:lnTo>
                <a:cubicBezTo>
                  <a:pt x="10479422" y="1562198"/>
                  <a:pt x="10536960" y="1542226"/>
                  <a:pt x="10562638" y="1556967"/>
                </a:cubicBezTo>
                <a:cubicBezTo>
                  <a:pt x="10396207" y="1552212"/>
                  <a:pt x="10232629" y="1591680"/>
                  <a:pt x="10075708" y="1569331"/>
                </a:cubicBezTo>
                <a:lnTo>
                  <a:pt x="10053358" y="1586449"/>
                </a:lnTo>
                <a:cubicBezTo>
                  <a:pt x="9874088" y="1574086"/>
                  <a:pt x="9691490" y="1605946"/>
                  <a:pt x="9515073" y="1603568"/>
                </a:cubicBezTo>
                <a:lnTo>
                  <a:pt x="9569757" y="1615932"/>
                </a:lnTo>
                <a:cubicBezTo>
                  <a:pt x="9367663" y="1630673"/>
                  <a:pt x="9130855" y="1633050"/>
                  <a:pt x="8932088" y="1657777"/>
                </a:cubicBezTo>
                <a:cubicBezTo>
                  <a:pt x="8906411" y="1640658"/>
                  <a:pt x="8874075" y="1665385"/>
                  <a:pt x="8855055" y="1657777"/>
                </a:cubicBezTo>
                <a:cubicBezTo>
                  <a:pt x="8809881" y="1694867"/>
                  <a:pt x="8736175" y="1680126"/>
                  <a:pt x="8678638" y="1692490"/>
                </a:cubicBezTo>
                <a:cubicBezTo>
                  <a:pt x="8345776" y="1697245"/>
                  <a:pt x="8057137" y="1726727"/>
                  <a:pt x="7739967" y="1759062"/>
                </a:cubicBezTo>
                <a:cubicBezTo>
                  <a:pt x="7746148" y="1766671"/>
                  <a:pt x="7756134" y="1779034"/>
                  <a:pt x="7762316" y="1781412"/>
                </a:cubicBezTo>
                <a:lnTo>
                  <a:pt x="7746148" y="1781412"/>
                </a:lnTo>
                <a:lnTo>
                  <a:pt x="7746148" y="1776656"/>
                </a:lnTo>
                <a:cubicBezTo>
                  <a:pt x="7698121" y="1773803"/>
                  <a:pt x="7624416" y="1779034"/>
                  <a:pt x="7585899" y="1793775"/>
                </a:cubicBezTo>
                <a:cubicBezTo>
                  <a:pt x="7444670" y="1803285"/>
                  <a:pt x="7307246" y="1820880"/>
                  <a:pt x="7178856" y="1847984"/>
                </a:cubicBezTo>
                <a:cubicBezTo>
                  <a:pt x="7181709" y="1850362"/>
                  <a:pt x="7188366" y="1853215"/>
                  <a:pt x="7185038" y="1857970"/>
                </a:cubicBezTo>
                <a:cubicBezTo>
                  <a:pt x="7159360" y="1833243"/>
                  <a:pt x="7076144" y="1857970"/>
                  <a:pt x="7024788" y="1857970"/>
                </a:cubicBezTo>
                <a:cubicBezTo>
                  <a:pt x="6995782" y="1860347"/>
                  <a:pt x="6999111" y="1887452"/>
                  <a:pt x="6999111" y="1895060"/>
                </a:cubicBezTo>
                <a:cubicBezTo>
                  <a:pt x="7015278" y="1899815"/>
                  <a:pt x="7050467" y="1907424"/>
                  <a:pt x="7063305" y="1887452"/>
                </a:cubicBezTo>
                <a:cubicBezTo>
                  <a:pt x="7188366" y="1889830"/>
                  <a:pt x="7338630" y="1857494"/>
                  <a:pt x="7454181" y="1852739"/>
                </a:cubicBezTo>
                <a:cubicBezTo>
                  <a:pt x="7162689" y="1892207"/>
                  <a:pt x="6899728" y="1936906"/>
                  <a:pt x="6608235" y="1976374"/>
                </a:cubicBezTo>
                <a:cubicBezTo>
                  <a:pt x="6922077" y="1986360"/>
                  <a:pt x="7239722" y="1916934"/>
                  <a:pt x="7575914" y="1899815"/>
                </a:cubicBezTo>
                <a:cubicBezTo>
                  <a:pt x="7573060" y="1904571"/>
                  <a:pt x="7566403" y="1907424"/>
                  <a:pt x="7569732" y="1912179"/>
                </a:cubicBezTo>
                <a:lnTo>
                  <a:pt x="7531215" y="1907424"/>
                </a:lnTo>
                <a:cubicBezTo>
                  <a:pt x="6909238" y="1988737"/>
                  <a:pt x="6271569" y="2045799"/>
                  <a:pt x="5662913" y="2154693"/>
                </a:cubicBezTo>
                <a:lnTo>
                  <a:pt x="5614885" y="2179420"/>
                </a:lnTo>
                <a:lnTo>
                  <a:pt x="5624394" y="2184175"/>
                </a:lnTo>
                <a:cubicBezTo>
                  <a:pt x="5602045" y="2179420"/>
                  <a:pt x="5595386" y="2204147"/>
                  <a:pt x="5576365" y="2204147"/>
                </a:cubicBezTo>
                <a:cubicBezTo>
                  <a:pt x="5582545" y="2206524"/>
                  <a:pt x="5589205" y="2209377"/>
                  <a:pt x="5585877" y="2214133"/>
                </a:cubicBezTo>
                <a:cubicBezTo>
                  <a:pt x="5467469" y="2211755"/>
                  <a:pt x="5368087" y="2263586"/>
                  <a:pt x="5268704" y="2285936"/>
                </a:cubicBezTo>
                <a:cubicBezTo>
                  <a:pt x="5367610" y="2285936"/>
                  <a:pt x="5460812" y="2241712"/>
                  <a:pt x="5569705" y="2244090"/>
                </a:cubicBezTo>
                <a:cubicBezTo>
                  <a:pt x="5137460" y="2338242"/>
                  <a:pt x="4698084" y="2417654"/>
                  <a:pt x="4262509" y="2506576"/>
                </a:cubicBezTo>
                <a:cubicBezTo>
                  <a:pt x="4233501" y="2521317"/>
                  <a:pt x="4207823" y="2491835"/>
                  <a:pt x="4185477" y="2518939"/>
                </a:cubicBezTo>
                <a:cubicBezTo>
                  <a:pt x="4182148" y="2523694"/>
                  <a:pt x="4188330" y="2526547"/>
                  <a:pt x="4191658" y="2531303"/>
                </a:cubicBezTo>
                <a:cubicBezTo>
                  <a:pt x="4165980" y="2526547"/>
                  <a:pt x="4127463" y="2546044"/>
                  <a:pt x="4108441" y="2531303"/>
                </a:cubicBezTo>
                <a:cubicBezTo>
                  <a:pt x="4092749" y="2528449"/>
                  <a:pt x="4098931" y="2543666"/>
                  <a:pt x="4086092" y="2548421"/>
                </a:cubicBezTo>
                <a:cubicBezTo>
                  <a:pt x="4201642" y="2560785"/>
                  <a:pt x="4310536" y="2526547"/>
                  <a:pt x="4432269" y="2531303"/>
                </a:cubicBezTo>
                <a:lnTo>
                  <a:pt x="4448436" y="2518939"/>
                </a:lnTo>
                <a:cubicBezTo>
                  <a:pt x="4557330" y="2546044"/>
                  <a:pt x="4701888" y="2494212"/>
                  <a:pt x="4807451" y="2494212"/>
                </a:cubicBezTo>
                <a:cubicBezTo>
                  <a:pt x="4861660" y="2494212"/>
                  <a:pt x="4932512" y="2469485"/>
                  <a:pt x="4977211" y="2471863"/>
                </a:cubicBezTo>
                <a:lnTo>
                  <a:pt x="4685720" y="2541288"/>
                </a:lnTo>
                <a:cubicBezTo>
                  <a:pt x="4525471" y="2521317"/>
                  <a:pt x="4345724" y="2573624"/>
                  <a:pt x="4179294" y="2590742"/>
                </a:cubicBezTo>
                <a:cubicBezTo>
                  <a:pt x="4099405" y="2612616"/>
                  <a:pt x="4009536" y="2566015"/>
                  <a:pt x="3939157" y="2607861"/>
                </a:cubicBezTo>
                <a:cubicBezTo>
                  <a:pt x="3644367" y="2620224"/>
                  <a:pt x="3337180" y="2652084"/>
                  <a:pt x="3048541" y="2649706"/>
                </a:cubicBezTo>
                <a:cubicBezTo>
                  <a:pt x="3058051" y="2708671"/>
                  <a:pt x="2971506" y="2656839"/>
                  <a:pt x="2939649" y="2679188"/>
                </a:cubicBezTo>
                <a:lnTo>
                  <a:pt x="2939649" y="2659217"/>
                </a:lnTo>
                <a:cubicBezTo>
                  <a:pt x="2910642" y="2659217"/>
                  <a:pt x="2862615" y="2661594"/>
                  <a:pt x="2856433" y="2671580"/>
                </a:cubicBezTo>
                <a:cubicBezTo>
                  <a:pt x="2731368" y="2659217"/>
                  <a:pt x="2574449" y="2641623"/>
                  <a:pt x="2449387" y="2649231"/>
                </a:cubicBezTo>
                <a:cubicBezTo>
                  <a:pt x="2487905" y="2693930"/>
                  <a:pt x="2600125" y="2673958"/>
                  <a:pt x="2654334" y="2696307"/>
                </a:cubicBezTo>
                <a:cubicBezTo>
                  <a:pt x="2709018" y="2711048"/>
                  <a:pt x="2750388" y="2688699"/>
                  <a:pt x="2801745" y="2708671"/>
                </a:cubicBezTo>
                <a:cubicBezTo>
                  <a:pt x="2782724" y="2708671"/>
                  <a:pt x="2757045" y="2701062"/>
                  <a:pt x="2740877" y="2713426"/>
                </a:cubicBezTo>
                <a:cubicBezTo>
                  <a:pt x="2753716" y="2718181"/>
                  <a:pt x="2769410" y="2725789"/>
                  <a:pt x="2785577" y="2725789"/>
                </a:cubicBezTo>
                <a:lnTo>
                  <a:pt x="2702362" y="2725789"/>
                </a:lnTo>
                <a:cubicBezTo>
                  <a:pt x="2606308" y="2681091"/>
                  <a:pt x="2465079" y="2688223"/>
                  <a:pt x="2346675" y="2671105"/>
                </a:cubicBezTo>
                <a:lnTo>
                  <a:pt x="2285809" y="2688223"/>
                </a:lnTo>
                <a:cubicBezTo>
                  <a:pt x="2311490" y="2712950"/>
                  <a:pt x="2356186" y="2693454"/>
                  <a:pt x="2385194" y="2708195"/>
                </a:cubicBezTo>
                <a:cubicBezTo>
                  <a:pt x="2285809" y="2715803"/>
                  <a:pt x="2186902" y="2688223"/>
                  <a:pt x="2071353" y="2708195"/>
                </a:cubicBezTo>
                <a:cubicBezTo>
                  <a:pt x="2218761" y="2750041"/>
                  <a:pt x="2408019" y="2712950"/>
                  <a:pt x="2539260" y="2784753"/>
                </a:cubicBezTo>
                <a:lnTo>
                  <a:pt x="3180258" y="2807103"/>
                </a:lnTo>
                <a:cubicBezTo>
                  <a:pt x="3212594" y="2799494"/>
                  <a:pt x="3238272" y="2797117"/>
                  <a:pt x="3270132" y="2807103"/>
                </a:cubicBezTo>
                <a:lnTo>
                  <a:pt x="3241126" y="2807103"/>
                </a:lnTo>
                <a:lnTo>
                  <a:pt x="3241126" y="2814711"/>
                </a:lnTo>
                <a:cubicBezTo>
                  <a:pt x="3231615" y="2814711"/>
                  <a:pt x="3222105" y="2814711"/>
                  <a:pt x="3218776" y="2807103"/>
                </a:cubicBezTo>
                <a:cubicBezTo>
                  <a:pt x="3203084" y="2814235"/>
                  <a:pt x="3199755" y="2826599"/>
                  <a:pt x="3209266" y="2836585"/>
                </a:cubicBezTo>
                <a:cubicBezTo>
                  <a:pt x="3058527" y="2848948"/>
                  <a:pt x="2882114" y="2814711"/>
                  <a:pt x="2741353" y="2844193"/>
                </a:cubicBezTo>
                <a:cubicBezTo>
                  <a:pt x="2776543" y="2871298"/>
                  <a:pt x="2853582" y="2836585"/>
                  <a:pt x="2879260" y="2873675"/>
                </a:cubicBezTo>
                <a:cubicBezTo>
                  <a:pt x="2984822" y="2878430"/>
                  <a:pt x="3097043" y="2883185"/>
                  <a:pt x="3186916" y="2903157"/>
                </a:cubicBezTo>
                <a:lnTo>
                  <a:pt x="2702836" y="2886038"/>
                </a:lnTo>
                <a:lnTo>
                  <a:pt x="2709494" y="2890794"/>
                </a:lnTo>
                <a:cubicBezTo>
                  <a:pt x="2635313" y="2893171"/>
                  <a:pt x="2564938" y="2890794"/>
                  <a:pt x="2494561" y="2866067"/>
                </a:cubicBezTo>
                <a:cubicBezTo>
                  <a:pt x="2405166" y="2883661"/>
                  <a:pt x="2289612" y="2836585"/>
                  <a:pt x="2193559" y="2861312"/>
                </a:cubicBezTo>
                <a:lnTo>
                  <a:pt x="2206157" y="2865647"/>
                </a:lnTo>
                <a:lnTo>
                  <a:pt x="2114862" y="2863652"/>
                </a:lnTo>
                <a:cubicBezTo>
                  <a:pt x="1998424" y="2855249"/>
                  <a:pt x="1868071" y="2835277"/>
                  <a:pt x="1757504" y="2861312"/>
                </a:cubicBezTo>
                <a:lnTo>
                  <a:pt x="1770346" y="2831830"/>
                </a:lnTo>
                <a:lnTo>
                  <a:pt x="1555415" y="2814711"/>
                </a:lnTo>
                <a:cubicBezTo>
                  <a:pt x="1606771" y="2799970"/>
                  <a:pt x="1530213" y="2772390"/>
                  <a:pt x="1501205" y="2767635"/>
                </a:cubicBezTo>
                <a:cubicBezTo>
                  <a:pt x="1514045" y="2764782"/>
                  <a:pt x="1526884" y="2772390"/>
                  <a:pt x="1533066" y="2760026"/>
                </a:cubicBezTo>
                <a:cubicBezTo>
                  <a:pt x="1466018" y="2725314"/>
                  <a:pt x="1376147" y="2732922"/>
                  <a:pt x="1302440" y="2708195"/>
                </a:cubicBezTo>
                <a:cubicBezTo>
                  <a:pt x="1437012" y="2703440"/>
                  <a:pt x="1581093" y="2735300"/>
                  <a:pt x="1709483" y="2742908"/>
                </a:cubicBezTo>
                <a:cubicBezTo>
                  <a:pt x="1770346" y="2747663"/>
                  <a:pt x="1844054" y="2762404"/>
                  <a:pt x="1895415" y="2747663"/>
                </a:cubicBezTo>
                <a:cubicBezTo>
                  <a:pt x="1885431" y="2725789"/>
                  <a:pt x="1846909" y="2745285"/>
                  <a:pt x="1840726" y="2730544"/>
                </a:cubicBezTo>
                <a:cubicBezTo>
                  <a:pt x="1850238" y="2728167"/>
                  <a:pt x="1866407" y="2735775"/>
                  <a:pt x="1872586" y="2725789"/>
                </a:cubicBezTo>
                <a:cubicBezTo>
                  <a:pt x="1863077" y="2715803"/>
                  <a:pt x="1843580" y="2721034"/>
                  <a:pt x="1834068" y="2713426"/>
                </a:cubicBezTo>
                <a:cubicBezTo>
                  <a:pt x="1786039" y="2745761"/>
                  <a:pt x="1741338" y="2705818"/>
                  <a:pt x="1693317" y="2701062"/>
                </a:cubicBezTo>
                <a:lnTo>
                  <a:pt x="1702826" y="2683944"/>
                </a:lnTo>
                <a:cubicBezTo>
                  <a:pt x="1629121" y="2644476"/>
                  <a:pt x="1529737" y="2649231"/>
                  <a:pt x="1449851" y="2624504"/>
                </a:cubicBezTo>
                <a:cubicBezTo>
                  <a:pt x="1411334" y="2589791"/>
                  <a:pt x="1334300" y="2569820"/>
                  <a:pt x="1263923" y="2569820"/>
                </a:cubicBezTo>
                <a:lnTo>
                  <a:pt x="1257741" y="2599777"/>
                </a:lnTo>
                <a:cubicBezTo>
                  <a:pt x="1165016" y="2562687"/>
                  <a:pt x="1068486" y="2530351"/>
                  <a:pt x="962921" y="2517988"/>
                </a:cubicBezTo>
                <a:cubicBezTo>
                  <a:pt x="914893" y="2505625"/>
                  <a:pt x="885887" y="2476143"/>
                  <a:pt x="841188" y="2476143"/>
                </a:cubicBezTo>
                <a:cubicBezTo>
                  <a:pt x="818839" y="2421934"/>
                  <a:pt x="738477" y="2491359"/>
                  <a:pt x="741805" y="2434297"/>
                </a:cubicBezTo>
                <a:cubicBezTo>
                  <a:pt x="738477" y="2439052"/>
                  <a:pt x="732295" y="2441905"/>
                  <a:pt x="732295" y="2446661"/>
                </a:cubicBezTo>
                <a:cubicBezTo>
                  <a:pt x="700435" y="2449514"/>
                  <a:pt x="665248" y="2444283"/>
                  <a:pt x="649080" y="2429542"/>
                </a:cubicBezTo>
                <a:cubicBezTo>
                  <a:pt x="738952" y="2402437"/>
                  <a:pt x="790308" y="2451891"/>
                  <a:pt x="873524" y="2441905"/>
                </a:cubicBezTo>
                <a:lnTo>
                  <a:pt x="873524" y="2421934"/>
                </a:lnTo>
                <a:cubicBezTo>
                  <a:pt x="956739" y="2459500"/>
                  <a:pt x="1043283" y="2476618"/>
                  <a:pt x="1116988" y="2501345"/>
                </a:cubicBezTo>
                <a:cubicBezTo>
                  <a:pt x="1155506" y="2508478"/>
                  <a:pt x="1184512" y="2501345"/>
                  <a:pt x="1219700" y="2493737"/>
                </a:cubicBezTo>
                <a:cubicBezTo>
                  <a:pt x="1190693" y="2486128"/>
                  <a:pt x="1194022" y="2461401"/>
                  <a:pt x="1155506" y="2471387"/>
                </a:cubicBezTo>
                <a:cubicBezTo>
                  <a:pt x="1216846" y="2449038"/>
                  <a:pt x="1274384" y="2498492"/>
                  <a:pt x="1335251" y="2463779"/>
                </a:cubicBezTo>
                <a:cubicBezTo>
                  <a:pt x="1315755" y="2449038"/>
                  <a:pt x="1312425" y="2421934"/>
                  <a:pt x="1280566" y="2421934"/>
                </a:cubicBezTo>
                <a:cubicBezTo>
                  <a:pt x="1273909" y="2429542"/>
                  <a:pt x="1261069" y="2431919"/>
                  <a:pt x="1264398" y="2441905"/>
                </a:cubicBezTo>
                <a:lnTo>
                  <a:pt x="1209713" y="2446661"/>
                </a:lnTo>
                <a:lnTo>
                  <a:pt x="1203533" y="2411948"/>
                </a:lnTo>
                <a:cubicBezTo>
                  <a:pt x="1126499" y="2401962"/>
                  <a:pt x="1058975" y="2382466"/>
                  <a:pt x="988599" y="2362494"/>
                </a:cubicBezTo>
                <a:cubicBezTo>
                  <a:pt x="994780" y="2352984"/>
                  <a:pt x="1020458" y="2347753"/>
                  <a:pt x="1010948" y="2333012"/>
                </a:cubicBezTo>
                <a:cubicBezTo>
                  <a:pt x="1042808" y="2330634"/>
                  <a:pt x="1081324" y="2338242"/>
                  <a:pt x="1110330" y="2328257"/>
                </a:cubicBezTo>
                <a:lnTo>
                  <a:pt x="1094164" y="2315893"/>
                </a:lnTo>
                <a:cubicBezTo>
                  <a:pt x="1126022" y="2340620"/>
                  <a:pt x="1186888" y="2318746"/>
                  <a:pt x="1186888" y="2298775"/>
                </a:cubicBezTo>
                <a:lnTo>
                  <a:pt x="1203057" y="2311138"/>
                </a:lnTo>
                <a:cubicBezTo>
                  <a:pt x="1266776" y="2303530"/>
                  <a:pt x="1334300" y="2281180"/>
                  <a:pt x="1356649" y="2251698"/>
                </a:cubicBezTo>
                <a:cubicBezTo>
                  <a:pt x="1308621" y="2239335"/>
                  <a:pt x="1251084" y="2219363"/>
                  <a:pt x="1225405" y="2244090"/>
                </a:cubicBezTo>
                <a:cubicBezTo>
                  <a:pt x="1170722" y="2226972"/>
                  <a:pt x="1106527" y="2207000"/>
                  <a:pt x="1048989" y="2214608"/>
                </a:cubicBezTo>
                <a:cubicBezTo>
                  <a:pt x="1097016" y="2182748"/>
                  <a:pt x="1170722" y="2150413"/>
                  <a:pt x="1241098" y="2162777"/>
                </a:cubicBezTo>
                <a:cubicBezTo>
                  <a:pt x="1135058" y="2093826"/>
                  <a:pt x="1000487" y="2061491"/>
                  <a:pt x="878754" y="2049128"/>
                </a:cubicBezTo>
                <a:lnTo>
                  <a:pt x="910614" y="2096204"/>
                </a:lnTo>
                <a:cubicBezTo>
                  <a:pt x="868768" y="2089071"/>
                  <a:pt x="824070" y="2064344"/>
                  <a:pt x="807902" y="2032009"/>
                </a:cubicBezTo>
                <a:cubicBezTo>
                  <a:pt x="756546" y="2002527"/>
                  <a:pt x="708519" y="2017268"/>
                  <a:pt x="653835" y="2002527"/>
                </a:cubicBezTo>
                <a:lnTo>
                  <a:pt x="685694" y="1973045"/>
                </a:lnTo>
                <a:cubicBezTo>
                  <a:pt x="794588" y="1970667"/>
                  <a:pt x="874950" y="1906473"/>
                  <a:pt x="971005" y="1908850"/>
                </a:cubicBezTo>
                <a:cubicBezTo>
                  <a:pt x="971005" y="1891732"/>
                  <a:pt x="945327" y="1891732"/>
                  <a:pt x="932488" y="1884123"/>
                </a:cubicBezTo>
                <a:cubicBezTo>
                  <a:pt x="890642" y="1904095"/>
                  <a:pt x="829776" y="1867005"/>
                  <a:pt x="794588" y="1884123"/>
                </a:cubicBezTo>
                <a:cubicBezTo>
                  <a:pt x="797916" y="1879368"/>
                  <a:pt x="810755" y="1874613"/>
                  <a:pt x="807427" y="1867005"/>
                </a:cubicBezTo>
                <a:cubicBezTo>
                  <a:pt x="621976" y="1842278"/>
                  <a:pt x="471237" y="1730531"/>
                  <a:pt x="285310" y="1688686"/>
                </a:cubicBezTo>
                <a:lnTo>
                  <a:pt x="285310" y="1676322"/>
                </a:lnTo>
                <a:cubicBezTo>
                  <a:pt x="352358" y="1663959"/>
                  <a:pt x="422734" y="1634477"/>
                  <a:pt x="494062" y="1611652"/>
                </a:cubicBezTo>
                <a:cubicBezTo>
                  <a:pt x="551599" y="1619260"/>
                  <a:pt x="606284" y="1678700"/>
                  <a:pt x="663821" y="1634001"/>
                </a:cubicBezTo>
                <a:cubicBezTo>
                  <a:pt x="609137" y="1604519"/>
                  <a:pt x="660493" y="1547457"/>
                  <a:pt x="570620" y="1545080"/>
                </a:cubicBezTo>
                <a:cubicBezTo>
                  <a:pt x="650507" y="1500381"/>
                  <a:pt x="496915" y="1488017"/>
                  <a:pt x="493586" y="1463290"/>
                </a:cubicBezTo>
                <a:lnTo>
                  <a:pt x="718029" y="1532716"/>
                </a:lnTo>
                <a:cubicBezTo>
                  <a:pt x="727540" y="1530338"/>
                  <a:pt x="724211" y="1523206"/>
                  <a:pt x="724211" y="1515597"/>
                </a:cubicBezTo>
                <a:cubicBezTo>
                  <a:pt x="576802" y="1458535"/>
                  <a:pt x="442230" y="1384355"/>
                  <a:pt x="262961" y="1384355"/>
                </a:cubicBezTo>
                <a:cubicBezTo>
                  <a:pt x="298148" y="1362005"/>
                  <a:pt x="365672" y="1366760"/>
                  <a:pt x="410371" y="1349642"/>
                </a:cubicBezTo>
                <a:cubicBezTo>
                  <a:pt x="464580" y="1396718"/>
                  <a:pt x="528774" y="1329670"/>
                  <a:pt x="592969" y="1362005"/>
                </a:cubicBezTo>
                <a:cubicBezTo>
                  <a:pt x="605808" y="1332048"/>
                  <a:pt x="653835" y="1346789"/>
                  <a:pt x="670003" y="1344411"/>
                </a:cubicBezTo>
                <a:lnTo>
                  <a:pt x="670003" y="1337278"/>
                </a:lnTo>
                <a:cubicBezTo>
                  <a:pt x="641472" y="1332048"/>
                  <a:pt x="638143" y="1310174"/>
                  <a:pt x="647654" y="1302566"/>
                </a:cubicBezTo>
                <a:cubicBezTo>
                  <a:pt x="625304" y="1270230"/>
                  <a:pt x="554928" y="1282594"/>
                  <a:pt x="538760" y="1255489"/>
                </a:cubicBezTo>
                <a:cubicBezTo>
                  <a:pt x="500243" y="1238371"/>
                  <a:pt x="442230" y="1210791"/>
                  <a:pt x="410371" y="1230762"/>
                </a:cubicBezTo>
                <a:lnTo>
                  <a:pt x="423209" y="1213644"/>
                </a:lnTo>
                <a:cubicBezTo>
                  <a:pt x="327156" y="1183686"/>
                  <a:pt x="237283" y="1139463"/>
                  <a:pt x="125061" y="1141841"/>
                </a:cubicBezTo>
                <a:cubicBezTo>
                  <a:pt x="93201" y="1149449"/>
                  <a:pt x="67523" y="1102373"/>
                  <a:pt x="38517" y="1137086"/>
                </a:cubicBezTo>
                <a:lnTo>
                  <a:pt x="64195" y="1154204"/>
                </a:lnTo>
                <a:cubicBezTo>
                  <a:pt x="35188" y="1154204"/>
                  <a:pt x="22349" y="1151827"/>
                  <a:pt x="0" y="1147071"/>
                </a:cubicBezTo>
                <a:lnTo>
                  <a:pt x="31860" y="1112359"/>
                </a:lnTo>
                <a:cubicBezTo>
                  <a:pt x="127914" y="1075268"/>
                  <a:pt x="246318" y="1082877"/>
                  <a:pt x="345700" y="1107604"/>
                </a:cubicBezTo>
                <a:cubicBezTo>
                  <a:pt x="445083" y="1085254"/>
                  <a:pt x="528299" y="1203658"/>
                  <a:pt x="614843" y="1137086"/>
                </a:cubicBezTo>
                <a:cubicBezTo>
                  <a:pt x="541138" y="1114736"/>
                  <a:pt x="474090" y="1050541"/>
                  <a:pt x="409895" y="1040555"/>
                </a:cubicBezTo>
                <a:cubicBezTo>
                  <a:pt x="445083" y="1028192"/>
                  <a:pt x="486929" y="1040555"/>
                  <a:pt x="531627" y="1028192"/>
                </a:cubicBezTo>
                <a:cubicBezTo>
                  <a:pt x="566816" y="1035325"/>
                  <a:pt x="595822" y="1072415"/>
                  <a:pt x="631011" y="1057674"/>
                </a:cubicBezTo>
                <a:lnTo>
                  <a:pt x="631011" y="1052919"/>
                </a:lnTo>
                <a:cubicBezTo>
                  <a:pt x="660017" y="1072891"/>
                  <a:pt x="698534" y="1085254"/>
                  <a:pt x="730393" y="1077646"/>
                </a:cubicBezTo>
                <a:lnTo>
                  <a:pt x="730393" y="1070038"/>
                </a:lnTo>
                <a:cubicBezTo>
                  <a:pt x="765581" y="1077170"/>
                  <a:pt x="778420" y="1057674"/>
                  <a:pt x="794588" y="1047688"/>
                </a:cubicBezTo>
                <a:cubicBezTo>
                  <a:pt x="778420" y="1025339"/>
                  <a:pt x="727064" y="1022961"/>
                  <a:pt x="730393" y="998234"/>
                </a:cubicBezTo>
                <a:cubicBezTo>
                  <a:pt x="512607" y="1005843"/>
                  <a:pt x="355687" y="894572"/>
                  <a:pt x="131243" y="909313"/>
                </a:cubicBezTo>
                <a:cubicBezTo>
                  <a:pt x="246318" y="894096"/>
                  <a:pt x="380888" y="899327"/>
                  <a:pt x="493111" y="938795"/>
                </a:cubicBezTo>
                <a:cubicBezTo>
                  <a:pt x="560634" y="929284"/>
                  <a:pt x="614843" y="981116"/>
                  <a:pt x="669528" y="958766"/>
                </a:cubicBezTo>
                <a:cubicBezTo>
                  <a:pt x="586312" y="936417"/>
                  <a:pt x="509278" y="906935"/>
                  <a:pt x="422734" y="886963"/>
                </a:cubicBezTo>
                <a:cubicBezTo>
                  <a:pt x="528299" y="892194"/>
                  <a:pt x="624829" y="944025"/>
                  <a:pt x="730393" y="958766"/>
                </a:cubicBezTo>
                <a:cubicBezTo>
                  <a:pt x="746560" y="941648"/>
                  <a:pt x="784602" y="926431"/>
                  <a:pt x="778420" y="909313"/>
                </a:cubicBezTo>
                <a:cubicBezTo>
                  <a:pt x="672856" y="894572"/>
                  <a:pt x="586312" y="820391"/>
                  <a:pt x="461251" y="849873"/>
                </a:cubicBezTo>
                <a:lnTo>
                  <a:pt x="477894" y="834181"/>
                </a:lnTo>
                <a:lnTo>
                  <a:pt x="631486" y="821818"/>
                </a:lnTo>
                <a:cubicBezTo>
                  <a:pt x="734197" y="854153"/>
                  <a:pt x="843090" y="903606"/>
                  <a:pt x="939145" y="858908"/>
                </a:cubicBezTo>
                <a:cubicBezTo>
                  <a:pt x="887789" y="856055"/>
                  <a:pt x="855929" y="828950"/>
                  <a:pt x="807902" y="816587"/>
                </a:cubicBezTo>
                <a:cubicBezTo>
                  <a:pt x="855929" y="808979"/>
                  <a:pt x="881132" y="833705"/>
                  <a:pt x="922977" y="833705"/>
                </a:cubicBezTo>
                <a:cubicBezTo>
                  <a:pt x="932963" y="826097"/>
                  <a:pt x="945327" y="821342"/>
                  <a:pt x="939145" y="811356"/>
                </a:cubicBezTo>
                <a:cubicBezTo>
                  <a:pt x="820266" y="759525"/>
                  <a:pt x="692351" y="690099"/>
                  <a:pt x="554452" y="710071"/>
                </a:cubicBezTo>
                <a:cubicBezTo>
                  <a:pt x="561110" y="695330"/>
                  <a:pt x="548271" y="682966"/>
                  <a:pt x="532103" y="680589"/>
                </a:cubicBezTo>
                <a:cubicBezTo>
                  <a:pt x="586312" y="665848"/>
                  <a:pt x="608661" y="705316"/>
                  <a:pt x="663346" y="692952"/>
                </a:cubicBezTo>
                <a:cubicBezTo>
                  <a:pt x="708043" y="751916"/>
                  <a:pt x="791259" y="677736"/>
                  <a:pt x="845944" y="710071"/>
                </a:cubicBezTo>
                <a:cubicBezTo>
                  <a:pt x="881132" y="710071"/>
                  <a:pt x="948180" y="715302"/>
                  <a:pt x="961019" y="744784"/>
                </a:cubicBezTo>
                <a:cubicBezTo>
                  <a:pt x="1287698" y="759525"/>
                  <a:pt x="1476956" y="858432"/>
                  <a:pt x="1806961" y="858432"/>
                </a:cubicBezTo>
                <a:lnTo>
                  <a:pt x="1800779" y="850824"/>
                </a:lnTo>
                <a:cubicBezTo>
                  <a:pt x="2249196" y="922627"/>
                  <a:pt x="2723760" y="920250"/>
                  <a:pt x="3185014" y="875551"/>
                </a:cubicBezTo>
                <a:cubicBezTo>
                  <a:pt x="3233041" y="843691"/>
                  <a:pt x="3264902" y="870796"/>
                  <a:pt x="3316257" y="846069"/>
                </a:cubicBezTo>
                <a:cubicBezTo>
                  <a:pt x="3316257" y="838936"/>
                  <a:pt x="3316257" y="831328"/>
                  <a:pt x="3306747" y="828950"/>
                </a:cubicBezTo>
                <a:cubicBezTo>
                  <a:pt x="3233041" y="844167"/>
                  <a:pt x="3124147" y="814209"/>
                  <a:pt x="3076121" y="858908"/>
                </a:cubicBezTo>
                <a:lnTo>
                  <a:pt x="3037602" y="846544"/>
                </a:lnTo>
                <a:cubicBezTo>
                  <a:pt x="2835510" y="836559"/>
                  <a:pt x="2627231" y="828950"/>
                  <a:pt x="2431791" y="816587"/>
                </a:cubicBezTo>
                <a:cubicBezTo>
                  <a:pt x="2313392" y="801846"/>
                  <a:pt x="2188328" y="781874"/>
                  <a:pt x="2069926" y="781874"/>
                </a:cubicBezTo>
                <a:cubicBezTo>
                  <a:pt x="2072305" y="784252"/>
                  <a:pt x="2074685" y="785678"/>
                  <a:pt x="2077538" y="786154"/>
                </a:cubicBezTo>
                <a:lnTo>
                  <a:pt x="1948200" y="781874"/>
                </a:lnTo>
                <a:cubicBezTo>
                  <a:pt x="1986715" y="816111"/>
                  <a:pt x="2079443" y="781874"/>
                  <a:pt x="2130793" y="811356"/>
                </a:cubicBezTo>
                <a:lnTo>
                  <a:pt x="2130793" y="821342"/>
                </a:lnTo>
                <a:cubicBezTo>
                  <a:pt x="2210679" y="836083"/>
                  <a:pt x="2326228" y="840838"/>
                  <a:pt x="2399935" y="863187"/>
                </a:cubicBezTo>
                <a:cubicBezTo>
                  <a:pt x="2284383" y="877928"/>
                  <a:pt x="2172162" y="836083"/>
                  <a:pt x="2063271" y="840838"/>
                </a:cubicBezTo>
                <a:lnTo>
                  <a:pt x="2053759" y="857957"/>
                </a:lnTo>
                <a:lnTo>
                  <a:pt x="2037591" y="840838"/>
                </a:lnTo>
                <a:cubicBezTo>
                  <a:pt x="1938214" y="855579"/>
                  <a:pt x="1832643" y="803748"/>
                  <a:pt x="1739436" y="820866"/>
                </a:cubicBezTo>
                <a:cubicBezTo>
                  <a:pt x="1710434" y="870320"/>
                  <a:pt x="1668588" y="783776"/>
                  <a:pt x="1601541" y="803748"/>
                </a:cubicBezTo>
                <a:cubicBezTo>
                  <a:pt x="1492647" y="789007"/>
                  <a:pt x="1351895" y="789007"/>
                  <a:pt x="1262021" y="739553"/>
                </a:cubicBezTo>
                <a:lnTo>
                  <a:pt x="845468" y="638268"/>
                </a:lnTo>
                <a:cubicBezTo>
                  <a:pt x="720407" y="633037"/>
                  <a:pt x="566340" y="615918"/>
                  <a:pt x="447936" y="608310"/>
                </a:cubicBezTo>
                <a:cubicBezTo>
                  <a:pt x="527823" y="573597"/>
                  <a:pt x="621025" y="653009"/>
                  <a:pt x="717078" y="608310"/>
                </a:cubicBezTo>
                <a:cubicBezTo>
                  <a:pt x="688072" y="593569"/>
                  <a:pt x="633388" y="600702"/>
                  <a:pt x="601529" y="583583"/>
                </a:cubicBezTo>
                <a:cubicBezTo>
                  <a:pt x="688072" y="575975"/>
                  <a:pt x="764630" y="578353"/>
                  <a:pt x="854503" y="561234"/>
                </a:cubicBezTo>
                <a:cubicBezTo>
                  <a:pt x="694253" y="514158"/>
                  <a:pt x="514984" y="484676"/>
                  <a:pt x="345225" y="472312"/>
                </a:cubicBezTo>
                <a:cubicBezTo>
                  <a:pt x="492635" y="439977"/>
                  <a:pt x="688072" y="507025"/>
                  <a:pt x="838811" y="459949"/>
                </a:cubicBezTo>
                <a:cubicBezTo>
                  <a:pt x="915845" y="457571"/>
                  <a:pt x="1008570" y="501794"/>
                  <a:pt x="1037577" y="459949"/>
                </a:cubicBezTo>
                <a:cubicBezTo>
                  <a:pt x="1082276" y="452816"/>
                  <a:pt x="1044234" y="489906"/>
                  <a:pt x="1076094" y="494661"/>
                </a:cubicBezTo>
                <a:lnTo>
                  <a:pt x="1107954" y="484676"/>
                </a:lnTo>
                <a:cubicBezTo>
                  <a:pt x="1544003" y="638268"/>
                  <a:pt x="2008588" y="598324"/>
                  <a:pt x="2486002" y="655386"/>
                </a:cubicBezTo>
                <a:cubicBezTo>
                  <a:pt x="2588714" y="672505"/>
                  <a:pt x="2723283" y="645401"/>
                  <a:pt x="2806502" y="680113"/>
                </a:cubicBezTo>
                <a:cubicBezTo>
                  <a:pt x="3133658" y="672981"/>
                  <a:pt x="3463670" y="603555"/>
                  <a:pt x="3745653" y="578828"/>
                </a:cubicBezTo>
                <a:cubicBezTo>
                  <a:pt x="3652927" y="601177"/>
                  <a:pt x="3544032" y="598800"/>
                  <a:pt x="3454158" y="633513"/>
                </a:cubicBezTo>
                <a:cubicBezTo>
                  <a:pt x="3496005" y="655386"/>
                  <a:pt x="3553543" y="608786"/>
                  <a:pt x="3575893" y="650631"/>
                </a:cubicBezTo>
                <a:cubicBezTo>
                  <a:pt x="3457487" y="667750"/>
                  <a:pt x="3322914" y="660142"/>
                  <a:pt x="3201181" y="680113"/>
                </a:cubicBezTo>
                <a:cubicBezTo>
                  <a:pt x="3172175" y="734322"/>
                  <a:pt x="3072792" y="699610"/>
                  <a:pt x="3024764" y="709595"/>
                </a:cubicBezTo>
                <a:cubicBezTo>
                  <a:pt x="2982921" y="672505"/>
                  <a:pt x="2922051" y="699610"/>
                  <a:pt x="2877359" y="709595"/>
                </a:cubicBezTo>
                <a:cubicBezTo>
                  <a:pt x="2886866" y="711973"/>
                  <a:pt x="2883536" y="719106"/>
                  <a:pt x="2883536" y="726714"/>
                </a:cubicBezTo>
                <a:cubicBezTo>
                  <a:pt x="3135085" y="752867"/>
                  <a:pt x="3408033" y="716728"/>
                  <a:pt x="3666717" y="687246"/>
                </a:cubicBezTo>
                <a:cubicBezTo>
                  <a:pt x="3612983" y="697232"/>
                  <a:pt x="3564479" y="727190"/>
                  <a:pt x="3508368" y="714351"/>
                </a:cubicBezTo>
                <a:cubicBezTo>
                  <a:pt x="3463193" y="721483"/>
                  <a:pt x="3405656" y="753819"/>
                  <a:pt x="3344789" y="731469"/>
                </a:cubicBezTo>
                <a:cubicBezTo>
                  <a:pt x="3306271" y="759049"/>
                  <a:pt x="3264426" y="731469"/>
                  <a:pt x="3229238" y="751441"/>
                </a:cubicBezTo>
                <a:cubicBezTo>
                  <a:pt x="3094665" y="778545"/>
                  <a:pt x="2944404" y="743833"/>
                  <a:pt x="2816012" y="768560"/>
                </a:cubicBezTo>
                <a:cubicBezTo>
                  <a:pt x="2809355" y="773315"/>
                  <a:pt x="2796515" y="775692"/>
                  <a:pt x="2799844" y="785678"/>
                </a:cubicBezTo>
                <a:cubicBezTo>
                  <a:pt x="2697606" y="805650"/>
                  <a:pt x="2575876" y="770937"/>
                  <a:pt x="2486002" y="773315"/>
                </a:cubicBezTo>
                <a:lnTo>
                  <a:pt x="2469831" y="785678"/>
                </a:lnTo>
                <a:lnTo>
                  <a:pt x="2476018" y="790433"/>
                </a:lnTo>
                <a:cubicBezTo>
                  <a:pt x="2568743" y="798042"/>
                  <a:pt x="2706640" y="815160"/>
                  <a:pt x="2815538" y="810405"/>
                </a:cubicBezTo>
                <a:lnTo>
                  <a:pt x="2831706" y="820391"/>
                </a:lnTo>
                <a:cubicBezTo>
                  <a:pt x="3549738" y="832754"/>
                  <a:pt x="4142203" y="682015"/>
                  <a:pt x="4799368" y="560758"/>
                </a:cubicBezTo>
                <a:cubicBezTo>
                  <a:pt x="4892094" y="558381"/>
                  <a:pt x="4965800" y="508927"/>
                  <a:pt x="5052346" y="518913"/>
                </a:cubicBezTo>
                <a:lnTo>
                  <a:pt x="4959618" y="560758"/>
                </a:lnTo>
                <a:cubicBezTo>
                  <a:pt x="4969128" y="563136"/>
                  <a:pt x="4972457" y="573122"/>
                  <a:pt x="4985294" y="573122"/>
                </a:cubicBezTo>
                <a:cubicBezTo>
                  <a:pt x="4988149" y="568367"/>
                  <a:pt x="4994805" y="565514"/>
                  <a:pt x="4991476" y="560758"/>
                </a:cubicBezTo>
                <a:lnTo>
                  <a:pt x="5052346" y="560758"/>
                </a:lnTo>
                <a:cubicBezTo>
                  <a:pt x="5391863" y="494186"/>
                  <a:pt x="5712360" y="441879"/>
                  <a:pt x="6045698" y="365321"/>
                </a:cubicBezTo>
                <a:cubicBezTo>
                  <a:pt x="6023349" y="365321"/>
                  <a:pt x="5997671" y="338216"/>
                  <a:pt x="5984832" y="365321"/>
                </a:cubicBezTo>
                <a:lnTo>
                  <a:pt x="5968664" y="352957"/>
                </a:lnTo>
                <a:cubicBezTo>
                  <a:pt x="5952973" y="352957"/>
                  <a:pt x="5946315" y="367698"/>
                  <a:pt x="5936805" y="375307"/>
                </a:cubicBezTo>
                <a:lnTo>
                  <a:pt x="5715689" y="400034"/>
                </a:lnTo>
                <a:cubicBezTo>
                  <a:pt x="5994818" y="342971"/>
                  <a:pt x="6305331" y="285909"/>
                  <a:pt x="6590642" y="234078"/>
                </a:cubicBezTo>
                <a:lnTo>
                  <a:pt x="6574473" y="256427"/>
                </a:lnTo>
                <a:cubicBezTo>
                  <a:pt x="6859784" y="226470"/>
                  <a:pt x="7132256" y="157520"/>
                  <a:pt x="7420419" y="149911"/>
                </a:cubicBezTo>
                <a:cubicBezTo>
                  <a:pt x="7600165" y="110443"/>
                  <a:pt x="7801784" y="105688"/>
                  <a:pt x="7991040" y="85717"/>
                </a:cubicBezTo>
                <a:lnTo>
                  <a:pt x="7991040" y="115199"/>
                </a:lnTo>
                <a:cubicBezTo>
                  <a:pt x="8007207" y="115199"/>
                  <a:pt x="8020047" y="112821"/>
                  <a:pt x="8029557" y="102835"/>
                </a:cubicBezTo>
                <a:cubicBezTo>
                  <a:pt x="8020047" y="63367"/>
                  <a:pt x="8109443" y="78108"/>
                  <a:pt x="8151289" y="68122"/>
                </a:cubicBezTo>
                <a:lnTo>
                  <a:pt x="8090423" y="90472"/>
                </a:lnTo>
                <a:cubicBezTo>
                  <a:pt x="8109919" y="90472"/>
                  <a:pt x="8122759" y="122807"/>
                  <a:pt x="8145107" y="102835"/>
                </a:cubicBezTo>
                <a:lnTo>
                  <a:pt x="8128940" y="90472"/>
                </a:lnTo>
                <a:lnTo>
                  <a:pt x="8176968" y="90472"/>
                </a:lnTo>
                <a:lnTo>
                  <a:pt x="8176968" y="108066"/>
                </a:lnTo>
                <a:lnTo>
                  <a:pt x="8484626" y="90947"/>
                </a:lnTo>
                <a:cubicBezTo>
                  <a:pt x="8590667" y="66220"/>
                  <a:pt x="8740931" y="93325"/>
                  <a:pt x="8830804" y="68598"/>
                </a:cubicBezTo>
                <a:lnTo>
                  <a:pt x="8836985" y="85717"/>
                </a:lnTo>
                <a:cubicBezTo>
                  <a:pt x="8878831" y="90947"/>
                  <a:pt x="8833657" y="60990"/>
                  <a:pt x="8875502" y="68598"/>
                </a:cubicBezTo>
                <a:lnTo>
                  <a:pt x="8875502" y="77633"/>
                </a:lnTo>
                <a:cubicBezTo>
                  <a:pt x="8980116" y="84766"/>
                  <a:pt x="9049541" y="91423"/>
                  <a:pt x="9147974" y="74780"/>
                </a:cubicBezTo>
                <a:cubicBezTo>
                  <a:pt x="9140365" y="73829"/>
                  <a:pt x="9133233" y="69073"/>
                  <a:pt x="9125148" y="65269"/>
                </a:cubicBezTo>
                <a:cubicBezTo>
                  <a:pt x="9135135" y="63367"/>
                  <a:pt x="9145596" y="54332"/>
                  <a:pt x="9151302" y="48151"/>
                </a:cubicBezTo>
                <a:cubicBezTo>
                  <a:pt x="9006745" y="28654"/>
                  <a:pt x="8859334" y="63367"/>
                  <a:pt x="8715253" y="43395"/>
                </a:cubicBezTo>
                <a:lnTo>
                  <a:pt x="8660568" y="55759"/>
                </a:lnTo>
                <a:lnTo>
                  <a:pt x="8667226" y="48151"/>
                </a:lnTo>
                <a:lnTo>
                  <a:pt x="8638219" y="38165"/>
                </a:lnTo>
                <a:cubicBezTo>
                  <a:pt x="8771126" y="28179"/>
                  <a:pt x="8896900" y="23186"/>
                  <a:pt x="9019465" y="23186"/>
                </a:cubicBezTo>
                <a:close/>
                <a:moveTo>
                  <a:pt x="10491072" y="18788"/>
                </a:moveTo>
                <a:cubicBezTo>
                  <a:pt x="10510330" y="18788"/>
                  <a:pt x="10529589" y="21285"/>
                  <a:pt x="10545519" y="26277"/>
                </a:cubicBezTo>
                <a:lnTo>
                  <a:pt x="10436625" y="26277"/>
                </a:lnTo>
                <a:cubicBezTo>
                  <a:pt x="10452555" y="21285"/>
                  <a:pt x="10471814" y="18788"/>
                  <a:pt x="10491072" y="18788"/>
                </a:cubicBezTo>
                <a:close/>
                <a:moveTo>
                  <a:pt x="7113710" y="1550"/>
                </a:moveTo>
                <a:lnTo>
                  <a:pt x="7113710" y="13914"/>
                </a:lnTo>
                <a:lnTo>
                  <a:pt x="7091361" y="13914"/>
                </a:lnTo>
                <a:cubicBezTo>
                  <a:pt x="7100871" y="9159"/>
                  <a:pt x="7104199" y="-827"/>
                  <a:pt x="7113710" y="1550"/>
                </a:cubicBezTo>
                <a:close/>
                <a:moveTo>
                  <a:pt x="10420175" y="800"/>
                </a:moveTo>
                <a:cubicBezTo>
                  <a:pt x="10424142" y="-382"/>
                  <a:pt x="10429373" y="-352"/>
                  <a:pt x="10436625" y="1550"/>
                </a:cubicBezTo>
                <a:cubicBezTo>
                  <a:pt x="10407618" y="-827"/>
                  <a:pt x="10423786" y="31508"/>
                  <a:pt x="10398108" y="26277"/>
                </a:cubicBezTo>
                <a:cubicBezTo>
                  <a:pt x="10407737" y="18788"/>
                  <a:pt x="10408272" y="4344"/>
                  <a:pt x="10420175" y="800"/>
                </a:cubicBezTo>
                <a:close/>
              </a:path>
            </a:pathLst>
          </a:custGeom>
          <a:blipFill>
            <a:blip r:embed="rId2">
              <a:duotone>
                <a:schemeClr val="accent1">
                  <a:satMod val="135000"/>
                  <a:shade val="45000"/>
                </a:schemeClr>
                <a:prstClr val="white"/>
              </a:duotone>
            </a:blip>
            <a:stretch>
              <a:fillRect t="0" l="0" b="0" r="2709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201133" y="3815709"/>
            <a:ext cx="1238490" cy="64633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tx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201132" y="4446784"/>
            <a:ext cx="468085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AI代理整合數據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227645" y="4828326"/>
            <a:ext cx="4654345" cy="13450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>
                    <a:lumMod val="85000"/>
                    <a:lumOff val="15000"/>
                  </a:srgbClr>
                </a:solidFill>
                <a:effectLst/>
                <a:latin typeface="微软雅黑"/>
                <a:ea typeface="微软雅黑"/>
              </a:rPr>
              <a:t>AI代理使用RAG從不同來源整合數據，快速定位成本突增原因。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506105" y="3808190"/>
            <a:ext cx="1238490" cy="64633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tx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506104" y="4439265"/>
            <a:ext cx="468085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提供優化建議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6532617" y="4820807"/>
            <a:ext cx="4654345" cy="13450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>
                    <a:lumMod val="85000"/>
                    <a:lumOff val="15000"/>
                  </a:srgbClr>
                </a:solidFill>
                <a:effectLst/>
                <a:latin typeface="微软雅黑"/>
                <a:ea typeface="微软雅黑"/>
              </a:rPr>
              <a:t>進行根因分析並提供具體的優化建議，降低EC2成本。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64163" dur="indefinite" repeatCount="1000" spd="100%" accel="0%" decel="0%" restart="never" nodeType="tmRoot">
          <p:childTnLst>
            <p:seq concurrent="true" nextAc="seek">
              <p:cTn id="64164" dur="indefinite" repeatCount="1000" spd="100%" accel="0%" decel="0%" nodeType="mainSeq">
                <p:childTnLst>
                  <p:par>
                    <p:cTn id="64165" repeatCount="1000" spd="100%" accel="0%" decel="0%" fill="hold">
                      <p:stCondLst>
                        <p:cond delay="indefinite"/>
                        <p:cond evt="onBegin" delay="0">
                          <p:tn val="64164"/>
                        </p:cond>
                      </p:stCondLst>
                      <p:childTnLst>
                        <p:par>
                          <p:cTn id="6416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167" presetID="26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169" dur="911" repeatCount="1000" spd="100%" accel="0%" decel="0%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70" dur="332" repeatCount="1000" spd="100%" accel="0%" decel="0%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71" dur="332" repeatCount="1000" spd="100%" accel="0%" decel="0%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9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72" dur="166" repeatCount="1000" spd="100%" accel="0%" decel="0%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27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73" dur="82" repeatCount="1000" spd="100%" accel="0%" decel="0%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81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Effect filter="wipe(down)" transition="in">
                                      <p:cBhvr>
                                        <p:cTn id="64168" dur="290" repeatCount="1000" spd="100%" accel="0%" decel="0%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174" dur="13" repeatCount="1000" spd="100%" accel="0%" decel="0%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175" dur="83" repeatCount="1000" spd="100%" accel="0%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176" dur="13" repeatCount="1000" spd="100%" accel="0%" decel="0%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repeatCount="1000" spd="100%" accel="0%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 repeatCount="1000" spd="100%" accel="0%" decel="0%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repeatCount="1000" spd="100%" accel="0%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 repeatCount="1000" spd="100%" accel="0%" decel="0%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repeatCount="1000" spd="100%" accel="0%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6417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7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17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8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8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182" presetID="47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184" dur="1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85" dur="1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64183" dur="1000" repeatCount="1000" spd="100%" accel="0%" decel="0%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18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8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188" presetID="6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ircle(out)" transition="in">
                                      <p:cBhvr>
                                        <p:cTn id="64189" dur="1000" repeatCount="1000" spd="100%" accel="0%" decel="0%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19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9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19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9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9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195" presetID="6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ircle(in)" transition="in">
                                      <p:cBhvr>
                                        <p:cTn id="64196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19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9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199" presetID="19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200" dur="2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201" dur="2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202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20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204" presetID="17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205" dur="5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206" dur="5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20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470875" y="425337"/>
            <a:ext cx="7945628" cy="43088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多區域數據傳輸案例：費用分析</a:t>
            </a:r>
          </a:p>
        </p:txBody>
      </p:sp>
      <p:sp>
        <p:nvSpPr>
          <p:cNvPr name="AutoShape 3" id="3"/>
          <p:cNvSpPr/>
          <p:nvPr/>
        </p:nvSpPr>
        <p:spPr>
          <a:xfrm>
            <a:off x="6320975" y="4038297"/>
            <a:ext cx="5199511" cy="2735976"/>
          </a:xfrm>
          <a:prstGeom prst="rect">
            <a:avLst/>
          </a:prstGeom>
          <a:gradFill rotWithShape="true" flip="none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/>
          </a:gradFill>
          <a:ln>
            <a:noFill/>
          </a:ln>
        </p:spPr>
        <p:txBody>
          <a:bodyPr vert="horz" rot="0" anchor="t" wrap="square" tIns="180000" lIns="90000" bIns="46800" rIns="90000">
            <a:prstTxWarp prst="textNoShape">
              <a:avLst/>
            </a:prstTxWarp>
            <a:norm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幫助企業更好地理解和控制多區域數據傳輸費用。</a:t>
            </a:r>
          </a:p>
        </p:txBody>
      </p:sp>
      <p:sp>
        <p:nvSpPr>
          <p:cNvPr name="AutoShape 4" id="4"/>
          <p:cNvSpPr/>
          <p:nvPr/>
        </p:nvSpPr>
        <p:spPr>
          <a:xfrm>
            <a:off x="669924" y="1119187"/>
            <a:ext cx="10840844" cy="2282113"/>
          </a:xfrm>
          <a:prstGeom prst="rect">
            <a:avLst/>
          </a:prstGeom>
          <a:blipFill>
            <a:blip r:embed="rId2"/>
            <a:stretch>
              <a:fillRect t="-109025" l="0" b="-10782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681228" y="4038297"/>
            <a:ext cx="5199511" cy="2735975"/>
          </a:xfrm>
          <a:prstGeom prst="rect">
            <a:avLst/>
          </a:prstGeom>
          <a:gradFill rotWithShape="true" flip="none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/>
          </a:gradFill>
          <a:ln>
            <a:noFill/>
          </a:ln>
        </p:spPr>
        <p:txBody>
          <a:bodyPr vert="horz" rot="0" anchor="t" wrap="square" tIns="180000" lIns="90000" bIns="46800" rIns="90000">
            <a:prstTxWarp prst="textNoShape">
              <a:avLst/>
            </a:prstTxWarp>
            <a:norm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利用知識圖譜和LLM進行數據依賴分析，提升成本透明度。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669924" y="3682699"/>
            <a:ext cx="5210815" cy="3556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tIns="90000" lIns="90000" bIns="90000" rIns="90000">
            <a:normAutofit/>
          </a:bodyPr>
          <a:p>
            <a:pPr algn="ctr" marL="0"/>
            <a:r>
              <a:rPr lang="zh-CN" b="true" i="false" sz="1813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知識圖譜和LLM應用</a:t>
            </a:r>
          </a:p>
        </p:txBody>
      </p:sp>
      <p:sp>
        <p:nvSpPr>
          <p:cNvPr name="AutoShape 7" id="7"/>
          <p:cNvSpPr/>
          <p:nvPr/>
        </p:nvSpPr>
        <p:spPr>
          <a:xfrm>
            <a:off x="6330777" y="3682699"/>
            <a:ext cx="5169148" cy="355600"/>
          </a:xfrm>
          <a:prstGeom prst="chevron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vert="horz" anchor="ctr" tIns="90000" lIns="90000" bIns="90000" rIns="90000">
            <a:normAutofit/>
          </a:bodyPr>
          <a:p>
            <a:pPr algn="ctr" marL="0"/>
            <a:r>
              <a:rPr lang="zh-CN" b="true" i="false" sz="1813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提升成本透明度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66549" dur="indefinite" repeatCount="1000" spd="100%" accel="0%" decel="0%" restart="never" nodeType="tmRoot">
          <p:childTnLst>
            <p:seq concurrent="true" nextAc="seek">
              <p:cTn id="66550" dur="indefinite" repeatCount="1000" spd="100%" accel="0%" decel="0%" nodeType="mainSeq">
                <p:childTnLst>
                  <p:par>
                    <p:cTn id="66551" repeatCount="1000" spd="100%" accel="0%" decel="0%" fill="hold">
                      <p:stCondLst>
                        <p:cond delay="indefinite"/>
                        <p:cond evt="onBegin" delay="0">
                          <p:tn val="66550"/>
                        </p:cond>
                      </p:stCondLst>
                      <p:childTnLst>
                        <p:par>
                          <p:cTn id="6655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6553" presetID="2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555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556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 prLst="gradientSize: 0.1">
                                      <p:cBhvr>
                                        <p:cTn id="66554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5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5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6559" presetID="27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66560" dur="50" repeatCount="1000" spd="100%" accel="0%" decel="0%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6561" dur="50" repeatCount="1000" spd="100%" accel="0%" decel="0%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56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563" dur="50" repeatCount="1000" spd="100%" accel="0%" decel="0%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6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6565" presetID="17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566" dur="5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567" dur="5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568" dur="5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569" dur="5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657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7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6572" presetID="43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574" dur="4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575" dur="4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576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577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66573" dur="1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7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7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6580" presetID="21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2)" transition="in">
                                      <p:cBhvr>
                                        <p:cTn id="66581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8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8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6584" presetID="1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in">
                                      <p:cBhvr>
                                        <p:cTn id="66585" dur="1000" repeatCount="1000" spd="100%" accel="0%" decel="0%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8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6"/>
    </p:bldLst>
  </p:timing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2493113"/>
            <a:ext cx="12187593" cy="2303922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7530085" y="1982949"/>
            <a:ext cx="2909352" cy="3082672"/>
            <a:chOff x="2474395" y="1784885"/>
            <a:chExt cx="3095619" cy="3280036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287916" y="1971364"/>
              <a:ext cx="3280036" cy="2907078"/>
              <a:chOff x="3385822" y="2342962"/>
              <a:chExt cx="2463822" cy="2183669"/>
            </a:xfrm>
          </p:grpSpPr>
          <p:sp>
            <p:nvSpPr>
              <p:cNvPr name="Freeform 5" id="5"/>
              <p:cNvSpPr/>
              <p:nvPr/>
            </p:nvSpPr>
            <p:spPr>
              <a:xfrm rot="10800000">
                <a:off x="3385822" y="2342962"/>
                <a:ext cx="2463822" cy="2183669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/>
              </a:gradFill>
              <a:effectLst>
                <a:outerShdw algn="tl" blurRad="355600" dir="2700000" dist="88900" rotWithShape="false">
                  <a:srgbClr val="000000">
                    <a:alpha val="28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6" id="6"/>
              <p:cNvSpPr/>
              <p:nvPr/>
            </p:nvSpPr>
            <p:spPr>
              <a:xfrm rot="10800000">
                <a:off x="3589408" y="2523401"/>
                <a:ext cx="2056648" cy="1822794"/>
              </a:xfrm>
              <a:custGeom>
                <a:avLst/>
                <a:gdLst/>
                <a:ahLst/>
                <a:cxnLst/>
                <a:rect r="r" b="b" t="t" l="l"/>
                <a:pathLst>
                  <a:path w="1375" h="1218" stroke="true" fill="norm" extrusionOk="true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C00000"/>
              </a:solidFill>
              <a:effectLst>
                <a:outerShdw algn="tl" blurRad="254000" dir="2700000" dist="114300" rotWithShape="false">
                  <a:srgbClr val="000000">
                    <a:alpha val="25000"/>
                  </a:srgbClr>
                </a:outerShdw>
              </a:effectLst>
            </p:spPr>
            <p:txBody>
              <a:bodyPr vert="horz" anchor="t" wrap="square" tIns="45709" lIns="91419" bIns="45709" rIns="91419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>
              <a:off x="2475530" y="2444674"/>
              <a:ext cx="3094484" cy="1669428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en-US" b="false" i="false" sz="9598" baseline="0" u="none">
                  <a:solidFill>
                    <a:srgbClr val="FFFFFF"/>
                  </a:solidFill>
                  <a:latin typeface="三极正朗黑简体"/>
                  <a:ea typeface="三极正朗黑简体"/>
                </a:rPr>
                <a:t>09</a:t>
              </a:r>
              <a:endParaRPr lang="en-US" sz="110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308328" y="3151177"/>
            <a:ext cx="7132183" cy="746214"/>
          </a:xfrm>
          <a:prstGeom prst="rect">
            <a:avLst/>
          </a:prstGeom>
          <a:noFill/>
        </p:spPr>
        <p:txBody>
          <a:bodyPr anchor="t" rtlCol="false" vert="horz" wrap="square" tIns="34282" lIns="68564" bIns="34282" rIns="68564">
            <a:spAutoFit/>
          </a:bodyPr>
          <a:lstStyle/>
          <a:p>
            <a:pPr algn="l" lvl="1" marL="0">
              <a:defRPr/>
            </a:pPr>
            <a:r>
              <a:rPr lang="zh-CN" b="false" i="false" sz="4399" spc="300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結論：邁向智能化雲財務運營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5400000">
            <a:off x="7497758" y="4868251"/>
            <a:ext cx="568591" cy="503939"/>
            <a:chOff x="3385822" y="2342962"/>
            <a:chExt cx="2463822" cy="2183669"/>
          </a:xfrm>
        </p:grpSpPr>
        <p:sp>
          <p:nvSpPr>
            <p:cNvPr name="Freeform 10" id="10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853017" y="2053592"/>
            <a:ext cx="313867" cy="278179"/>
            <a:chOff x="3385822" y="2342962"/>
            <a:chExt cx="2463822" cy="2183669"/>
          </a:xfrm>
        </p:grpSpPr>
        <p:sp>
          <p:nvSpPr>
            <p:cNvPr name="Freeform 13" id="13"/>
            <p:cNvSpPr/>
            <p:nvPr/>
          </p:nvSpPr>
          <p:spPr>
            <a:xfrm rot="10800000">
              <a:off x="3385822" y="2342962"/>
              <a:ext cx="2463822" cy="2183669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/>
            </a:gra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 rot="10800000">
              <a:off x="3589408" y="2523401"/>
              <a:ext cx="2056648" cy="1822794"/>
            </a:xfrm>
            <a:custGeom>
              <a:avLst/>
              <a:gdLst/>
              <a:ahLst/>
              <a:cxnLst/>
              <a:rect r="r" b="b" t="t" l="l"/>
              <a:pathLst>
                <a:path w="1375" h="1218" stroke="true" fill="norm" extrusionOk="true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vert="horz" anchor="t" wrap="square" tIns="45709" lIns="91419" bIns="45709" rIns="91419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68305" dur="indefinite" repeatCount="1000" spd="100%" accel="0%" decel="0%" restart="never" nodeType="tmRoot">
          <p:childTnLst>
            <p:seq concurrent="true" nextAc="seek">
              <p:cTn id="68306" dur="indefinite" repeatCount="1000" spd="100%" accel="0%" decel="0%" nodeType="mainSeq">
                <p:childTnLst>
                  <p:par>
                    <p:cTn id="68307" repeatCount="1000" spd="100%" accel="0%" decel="0%" fill="hold">
                      <p:stCondLst>
                        <p:cond delay="indefinite"/>
                        <p:cond evt="onBegin" delay="0">
                          <p:tn val="68306"/>
                        </p:cond>
                      </p:stCondLst>
                      <p:childTnLst>
                        <p:par>
                          <p:cTn id="6830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8309" presetID="19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310" dur="2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11" dur="2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#ppt_h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312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31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8314" presetID="19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315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16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317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470875" y="425337"/>
            <a:ext cx="7945628" cy="43088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RCA解決方案的价值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3" y="4536837"/>
            <a:ext cx="5228634" cy="1198361"/>
          </a:xfrm>
          <a:prstGeom prst="roundRect">
            <a:avLst>
              <a:gd name="adj" fmla="val 5931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精準定位成本異常的根本原因，提供基於數據的深度見解。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0" y="3916491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精準定位根本原因</a:t>
            </a:r>
          </a:p>
        </p:txBody>
      </p:sp>
      <p:sp>
        <p:nvSpPr>
          <p:cNvPr name="AutoShape 5" id="5"/>
          <p:cNvSpPr/>
          <p:nvPr/>
        </p:nvSpPr>
        <p:spPr>
          <a:xfrm>
            <a:off x="660402" y="1898529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6290266" y="4536837"/>
            <a:ext cx="5228634" cy="1198361"/>
          </a:xfrm>
          <a:prstGeom prst="roundRect">
            <a:avLst>
              <a:gd name="adj" fmla="val 5931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幫助企業做出明智的雲資源優化決策，降低成本。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6290263" y="3916491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bg1"/>
          </a:solidFill>
          <a:ln>
            <a:noFill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+mn-ea"/>
                <a:ea typeface="+mn-ea"/>
              </a:rPr>
              <a:t>明智決策</a:t>
            </a:r>
          </a:p>
        </p:txBody>
      </p:sp>
      <p:sp>
        <p:nvSpPr>
          <p:cNvPr name="AutoShape 8" id="8"/>
          <p:cNvSpPr/>
          <p:nvPr/>
        </p:nvSpPr>
        <p:spPr>
          <a:xfrm>
            <a:off x="6290265" y="1898529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3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  <p:transition spd="med">
    <p:fade/>
  </p:transition>
  <p:timing>
    <p:tnLst>
      <p:par>
        <p:cTn id="70458" dur="indefinite" repeatCount="1000" spd="100%" accel="0%" decel="0%" restart="never" nodeType="tmRoot">
          <p:childTnLst>
            <p:seq concurrent="true" nextAc="seek">
              <p:cTn id="70459" dur="indefinite" repeatCount="1000" spd="100%" accel="0%" decel="0%" nodeType="mainSeq">
                <p:childTnLst>
                  <p:par>
                    <p:cTn id="70460" repeatCount="1000" spd="100%" accel="0%" decel="0%" fill="hold">
                      <p:stCondLst>
                        <p:cond delay="indefinite"/>
                        <p:cond evt="onBegin" delay="0">
                          <p:tn val="70459"/>
                        </p:cond>
                      </p:stCondLst>
                      <p:childTnLst>
                        <p:par>
                          <p:cTn id="7046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0462" presetID="23" presetClass="entr" presetSubtype="52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463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64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65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66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46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6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0469" presetID="4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471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72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73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36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70470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47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7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0476" presetID="19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477" dur="2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78" dur="2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479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8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0481" presetID="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482" dur="2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483" dur="2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484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8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0486" presetID="23" presetClass="entr" presetSubtype="52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487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88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89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90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491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9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0493" presetID="4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in">
                                      <p:cBhvr>
                                        <p:cTn id="70494" dur="1000" repeatCount="1000" spd="100%" accel="0%" decel="0%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49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0497" presetID="19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498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99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#ppt_h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500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470875" y="425337"/>
            <a:ext cx="7945628" cy="43088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false" i="false" sz="3359" baseline="0" u="none" altLang="en-US">
                <a:solidFill>
                  <a:srgbClr val="C00000"/>
                </a:solidFill>
                <a:latin typeface="Microsoft YaHei"/>
                <a:ea typeface="Microsoft YaHei"/>
              </a:rPr>
              <a:t>面對未來</a:t>
            </a:r>
          </a:p>
        </p:txBody>
      </p:sp>
      <p:sp>
        <p:nvSpPr>
          <p:cNvPr name="AutoShape 3" id="3"/>
          <p:cNvSpPr/>
          <p:nvPr/>
        </p:nvSpPr>
        <p:spPr>
          <a:xfrm>
            <a:off x="6320975" y="4038297"/>
            <a:ext cx="5199511" cy="2735976"/>
          </a:xfrm>
          <a:prstGeom prst="rect">
            <a:avLst/>
          </a:prstGeom>
          <a:gradFill rotWithShape="true" flip="none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/>
          </a:gradFill>
          <a:ln>
            <a:noFill/>
          </a:ln>
        </p:spPr>
        <p:txBody>
          <a:bodyPr vert="horz" rot="0" anchor="t" wrap="square" tIns="180000" lIns="90000" bIns="46800" rIns="90000">
            <a:prstTxWarp prst="textNoShape">
              <a:avLst/>
            </a:prstTxWarp>
            <a:norm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实现自动化和智能化的云财务运营，优化成本管理流程。</a:t>
            </a:r>
          </a:p>
        </p:txBody>
      </p:sp>
      <p:sp>
        <p:nvSpPr>
          <p:cNvPr name="AutoShape 4" id="4"/>
          <p:cNvSpPr/>
          <p:nvPr/>
        </p:nvSpPr>
        <p:spPr>
          <a:xfrm>
            <a:off x="669924" y="1119187"/>
            <a:ext cx="10840844" cy="2282113"/>
          </a:xfrm>
          <a:prstGeom prst="rect">
            <a:avLst/>
          </a:prstGeom>
          <a:blipFill>
            <a:blip r:embed="rId2"/>
            <a:stretch>
              <a:fillRect t="-109025" l="0" b="-10782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681228" y="4038297"/>
            <a:ext cx="5199511" cy="2735975"/>
          </a:xfrm>
          <a:prstGeom prst="rect">
            <a:avLst/>
          </a:prstGeom>
          <a:gradFill rotWithShape="true" flip="none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/>
          </a:gradFill>
          <a:ln>
            <a:noFill/>
          </a:ln>
        </p:spPr>
        <p:txBody>
          <a:bodyPr vert="horz" rot="0" anchor="t" wrap="square" tIns="180000" lIns="90000" bIns="46800" rIns="90000">
            <a:prstTxWarp prst="textNoShape">
              <a:avLst/>
            </a:prstTxWarp>
            <a:norm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企業需重視投資於AI能力與人員的技能提升，實現智能化。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669924" y="3682699"/>
            <a:ext cx="5210815" cy="3556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tIns="90000" lIns="90000" bIns="90000" rIns="90000">
            <a:normAutofit/>
          </a:bodyPr>
          <a:p>
            <a:pPr algn="ctr" marL="0"/>
            <a:r>
              <a:rPr lang="zh-CN" b="true" i="false" sz="1813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重視AI能力投資</a:t>
            </a:r>
          </a:p>
        </p:txBody>
      </p:sp>
      <p:sp>
        <p:nvSpPr>
          <p:cNvPr name="AutoShape 7" id="7"/>
          <p:cNvSpPr/>
          <p:nvPr/>
        </p:nvSpPr>
        <p:spPr>
          <a:xfrm>
            <a:off x="6330777" y="3682699"/>
            <a:ext cx="5169148" cy="355600"/>
          </a:xfrm>
          <a:prstGeom prst="chevron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vert="horz" anchor="ctr" tIns="90000" lIns="90000" bIns="90000" rIns="90000">
            <a:normAutofit/>
          </a:bodyPr>
          <a:p>
            <a:pPr algn="ctr" marL="0"/>
            <a:r>
              <a:rPr lang="zh-CN" b="true" i="false" sz="1813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實現智能化雲財務運營</a:t>
            </a:r>
          </a:p>
        </p:txBody>
      </p:sp>
    </p:spTree>
  </p:cSld>
  <p:clrMapOvr>
    <a:masterClrMapping/>
  </p:clrMapOvr>
  <p:transition spd="slow">
    <p:blinds dir="horz"/>
  </p:transition>
  <p:timing>
    <p:tnLst>
      <p:par>
        <p:cTn id="72552" dur="indefinite" repeatCount="1000" spd="100%" accel="0%" decel="0%" restart="never" nodeType="tmRoot">
          <p:childTnLst>
            <p:seq concurrent="true" nextAc="seek">
              <p:cTn id="72553" dur="indefinite" repeatCount="1000" spd="100%" accel="0%" decel="0%" nodeType="mainSeq">
                <p:childTnLst>
                  <p:par>
                    <p:cTn id="72554" repeatCount="1000" spd="100%" accel="0%" decel="0%" fill="hold">
                      <p:stCondLst>
                        <p:cond delay="indefinite"/>
                        <p:cond evt="onBegin" delay="0">
                          <p:tn val="72553"/>
                        </p:cond>
                      </p:stCondLst>
                      <p:childTnLst>
                        <p:par>
                          <p:cTn id="7255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2556" presetID="4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558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59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72557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56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6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2562" presetID="48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564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8000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8000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65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1.0"/>
                                          </p:val>
                                        </p:tav>
                                        <p:tav fmla="" tm="50000">
                                          <p:val>
                                            <p:fltVal val="0.9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66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72563" dur="1000" repeatCount="1000" spd="100%" accel="0%" decel="0%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56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6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2569" presetID="7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570" dur="2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571" dur="2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572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7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2574" presetID="21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2)" transition="in">
                                      <p:cBhvr>
                                        <p:cTn id="72575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57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7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2578" presetID="2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right)" transition="in">
                                      <p:cBhvr>
                                        <p:cTn id="72579" dur="5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58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8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2582" presetID="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583" dur="2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584" dur="2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58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04" y="1799771"/>
            <a:ext cx="12187592" cy="3248674"/>
          </a:xfrm>
          <a:prstGeom prst="rect">
            <a:avLst/>
          </a:prstGeom>
          <a:solidFill>
            <a:srgbClr val="F2F2F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3" id="3"/>
          <p:cNvGrpSpPr/>
          <p:nvPr/>
        </p:nvGrpSpPr>
        <p:grpSpPr>
          <a:xfrm>
            <a:off x="825757" y="5453883"/>
            <a:ext cx="219296" cy="219296"/>
            <a:chOff x="7925386" y="5411601"/>
            <a:chExt cx="219347" cy="219347"/>
          </a:xfrm>
        </p:grpSpPr>
        <p:sp>
          <p:nvSpPr>
            <p:cNvPr name="AutoShape 4" id="4"/>
            <p:cNvSpPr/>
            <p:nvPr/>
          </p:nvSpPr>
          <p:spPr>
            <a:xfrm>
              <a:off x="7925386" y="5411601"/>
              <a:ext cx="219347" cy="219347"/>
            </a:xfrm>
            <a:prstGeom prst="ellipse">
              <a:avLst/>
            </a:prstGeom>
            <a:solidFill>
              <a:srgbClr val="C00000"/>
            </a:solidFill>
          </p:spPr>
          <p:txBody>
            <a:bodyPr vert="horz" anchor="ctr" wrap="none" tIns="45720" lIns="91440" bIns="45720" rIns="91440">
              <a:normAutofit/>
            </a:bodyPr>
            <a:p>
              <a:pPr fontAlgn="base" algn="ctr" marL="0">
                <a:spcBef>
                  <a:spcPct val="0"/>
                </a:spcBef>
                <a:spcAft>
                  <a:spcPct val="0"/>
                </a:spcAft>
              </a:pPr>
            </a:p>
          </p:txBody>
        </p:sp>
        <p:grpSp>
          <p:nvGrpSpPr>
            <p:cNvPr name="Group 5" id="5"/>
            <p:cNvGrpSpPr/>
            <p:nvPr/>
          </p:nvGrpSpPr>
          <p:grpSpPr>
            <a:xfrm>
              <a:off x="7985075" y="5459482"/>
              <a:ext cx="100336" cy="114060"/>
              <a:chOff x="860980" y="3583766"/>
              <a:chExt cx="100336" cy="114060"/>
            </a:xfrm>
            <a:solidFill>
              <a:schemeClr val="accent1"/>
            </a:solidFill>
          </p:grpSpPr>
          <p:sp>
            <p:nvSpPr>
              <p:cNvPr name="Freeform 6" id="6"/>
              <p:cNvSpPr/>
              <p:nvPr/>
            </p:nvSpPr>
            <p:spPr>
              <a:xfrm>
                <a:off x="884050" y="3583766"/>
                <a:ext cx="53830" cy="53740"/>
              </a:xfrm>
              <a:custGeom>
                <a:avLst/>
                <a:gdLst/>
                <a:ahLst/>
                <a:cxnLst/>
                <a:rect r="r" b="b" t="t" l="l"/>
                <a:pathLst>
                  <a:path w="62" h="62" stroke="true" fill="norm" extrusionOk="true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31" y="11"/>
                    </a:moveTo>
                    <a:cubicBezTo>
                      <a:pt x="20" y="11"/>
                      <a:pt x="11" y="20"/>
                      <a:pt x="11" y="31"/>
                    </a:cubicBezTo>
                    <a:cubicBezTo>
                      <a:pt x="11" y="42"/>
                      <a:pt x="20" y="51"/>
                      <a:pt x="31" y="51"/>
                    </a:cubicBezTo>
                    <a:cubicBezTo>
                      <a:pt x="42" y="51"/>
                      <a:pt x="51" y="42"/>
                      <a:pt x="51" y="31"/>
                    </a:cubicBezTo>
                    <a:cubicBezTo>
                      <a:pt x="51" y="20"/>
                      <a:pt x="42" y="11"/>
                      <a:pt x="31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>
                <a:prstDash val="solid"/>
              </a:ln>
            </p:spPr>
            <p:txBody>
              <a:bodyPr vert="horz" rot="0" anchor="ctr" wrap="square" tIns="45709" lIns="91419" bIns="45709" rIns="91419">
                <a:prstTxWarp prst="textNoShape">
                  <a:avLst/>
                </a:prstTxWarp>
                <a:noAutofit/>
              </a:bodyPr>
              <a:p>
                <a:pPr algn="dist" marL="0"/>
              </a:p>
            </p:txBody>
          </p:sp>
          <p:sp>
            <p:nvSpPr>
              <p:cNvPr name="Freeform 7" id="7"/>
              <p:cNvSpPr/>
              <p:nvPr/>
            </p:nvSpPr>
            <p:spPr>
              <a:xfrm>
                <a:off x="860980" y="3643355"/>
                <a:ext cx="100336" cy="54471"/>
              </a:xfrm>
              <a:custGeom>
                <a:avLst/>
                <a:gdLst/>
                <a:ahLst/>
                <a:cxnLst/>
                <a:rect r="r" b="b" t="t" l="l"/>
                <a:pathLst>
                  <a:path w="116" h="63" stroke="true" fill="norm" extrusionOk="true">
                    <a:moveTo>
                      <a:pt x="111" y="63"/>
                    </a:moveTo>
                    <a:cubicBezTo>
                      <a:pt x="108" y="63"/>
                      <a:pt x="105" y="61"/>
                      <a:pt x="105" y="58"/>
                    </a:cubicBezTo>
                    <a:cubicBezTo>
                      <a:pt x="105" y="32"/>
                      <a:pt x="84" y="11"/>
                      <a:pt x="58" y="11"/>
                    </a:cubicBezTo>
                    <a:cubicBezTo>
                      <a:pt x="32" y="11"/>
                      <a:pt x="11" y="32"/>
                      <a:pt x="11" y="58"/>
                    </a:cubicBezTo>
                    <a:cubicBezTo>
                      <a:pt x="11" y="61"/>
                      <a:pt x="9" y="63"/>
                      <a:pt x="6" y="63"/>
                    </a:cubicBezTo>
                    <a:cubicBezTo>
                      <a:pt x="3" y="63"/>
                      <a:pt x="0" y="61"/>
                      <a:pt x="0" y="58"/>
                    </a:cubicBezTo>
                    <a:cubicBezTo>
                      <a:pt x="0" y="26"/>
                      <a:pt x="26" y="0"/>
                      <a:pt x="58" y="0"/>
                    </a:cubicBezTo>
                    <a:cubicBezTo>
                      <a:pt x="90" y="0"/>
                      <a:pt x="116" y="26"/>
                      <a:pt x="116" y="58"/>
                    </a:cubicBezTo>
                    <a:cubicBezTo>
                      <a:pt x="116" y="61"/>
                      <a:pt x="114" y="63"/>
                      <a:pt x="111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>
                <a:prstDash val="solid"/>
              </a:ln>
            </p:spPr>
            <p:txBody>
              <a:bodyPr vert="horz" rot="0" anchor="ctr" wrap="square" tIns="45709" lIns="91419" bIns="45709" rIns="91419">
                <a:prstTxWarp prst="textNoShape">
                  <a:avLst/>
                </a:prstTxWarp>
                <a:noAutofit/>
              </a:bodyPr>
              <a:p>
                <a:pPr algn="dist" marL="0"/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>
            <a:off x="1937355" y="2916341"/>
            <a:ext cx="4404040" cy="101553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5999" baseline="0" u="none" altLang="en-US">
                <a:solidFill>
                  <a:srgbClr val="C00000"/>
                </a:solidFill>
                <a:latin typeface="三极正朗黑简体"/>
                <a:ea typeface="三极正朗黑简体"/>
              </a:rPr>
              <a:t>感謝觀看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 rot="10800000">
            <a:off x="6341395" y="0"/>
            <a:ext cx="6879904" cy="6858000"/>
            <a:chOff x="-1235122" y="0"/>
            <a:chExt cx="6879904" cy="6858000"/>
          </a:xfrm>
        </p:grpSpPr>
        <p:sp>
          <p:nvSpPr>
            <p:cNvPr name="AutoShape 10" id="10"/>
            <p:cNvSpPr/>
            <p:nvPr/>
          </p:nvSpPr>
          <p:spPr>
            <a:xfrm>
              <a:off x="86123" y="0"/>
              <a:ext cx="5379378" cy="6858000"/>
            </a:xfrm>
            <a:prstGeom prst="chevron">
              <a:avLst>
                <a:gd name="adj" fmla="val 64285"/>
              </a:avLst>
            </a:prstGeom>
            <a:solidFill>
              <a:srgbClr val="F2F2F2"/>
            </a:solidFill>
            <a:ln cap="flat" cmpd="sng">
              <a:prstDash val="solid"/>
            </a:ln>
            <a:effectLst>
              <a:outerShdw algn="tl" blurRad="190500" dir="2700000" dist="63500" rotWithShape="false">
                <a:srgbClr val="000000">
                  <a:alpha val="30000"/>
                </a:srgb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1" id="11"/>
            <p:cNvSpPr/>
            <p:nvPr/>
          </p:nvSpPr>
          <p:spPr>
            <a:xfrm>
              <a:off x="-1235122" y="0"/>
              <a:ext cx="5276669" cy="6858000"/>
            </a:xfrm>
            <a:prstGeom prst="chevron">
              <a:avLst>
                <a:gd name="adj" fmla="val 64060"/>
              </a:avLst>
            </a:prstGeom>
            <a:solidFill>
              <a:srgbClr val="C00000"/>
            </a:solidFill>
            <a:ln cap="flat" cmpd="sng">
              <a:prstDash val="solid"/>
            </a:ln>
            <a:effectLst>
              <a:outerShdw algn="tl" blurRad="190500" dir="2700000" dist="63500" rotWithShape="false">
                <a:srgbClr val="000000">
                  <a:alpha val="30000"/>
                </a:srgb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grpSp>
          <p:nvGrpSpPr>
            <p:cNvPr name="Group 12" id="12"/>
            <p:cNvGrpSpPr/>
            <p:nvPr/>
          </p:nvGrpSpPr>
          <p:grpSpPr>
            <a:xfrm>
              <a:off x="2551014" y="1784473"/>
              <a:ext cx="3093768" cy="3279277"/>
              <a:chOff x="2380692" y="1784886"/>
              <a:chExt cx="3094484" cy="3280036"/>
            </a:xfrm>
          </p:grpSpPr>
          <p:grpSp>
            <p:nvGrpSpPr>
              <p:cNvPr name="Group 13" id="13"/>
              <p:cNvGrpSpPr/>
              <p:nvPr/>
            </p:nvGrpSpPr>
            <p:grpSpPr>
              <a:xfrm rot="5400000">
                <a:off x="2287916" y="1971365"/>
                <a:ext cx="3280036" cy="2907078"/>
                <a:chOff x="3385822" y="2342962"/>
                <a:chExt cx="2463822" cy="2183669"/>
              </a:xfrm>
            </p:grpSpPr>
            <p:sp>
              <p:nvSpPr>
                <p:cNvPr name="Freeform 14" id="14"/>
                <p:cNvSpPr/>
                <p:nvPr/>
              </p:nvSpPr>
              <p:spPr>
                <a:xfrm rot="10800000">
                  <a:off x="3385822" y="2342962"/>
                  <a:ext cx="2463822" cy="218366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/>
                </a:gradFill>
                <a:effectLst>
                  <a:outerShdw algn="tl" blurRad="355600" dir="2700000" dist="88900" rotWithShape="false">
                    <a:srgbClr val="000000">
                      <a:alpha val="28000"/>
                    </a:srgbClr>
                  </a:outerShdw>
                </a:effectLst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5" id="15"/>
                <p:cNvSpPr/>
                <p:nvPr/>
              </p:nvSpPr>
              <p:spPr>
                <a:xfrm rot="10800000">
                  <a:off x="3589408" y="2523402"/>
                  <a:ext cx="2056648" cy="1822794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75" h="1218" stroke="true" fill="norm" extrusionOk="true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effectLst>
                  <a:outerShdw algn="tl" blurRad="254000" dir="2700000" dist="114300" rotWithShape="false">
                    <a:srgbClr val="000000">
                      <a:alpha val="25000"/>
                    </a:srgbClr>
                  </a:outerShdw>
                </a:effectLst>
              </p:spPr>
              <p:txBody>
                <a:bodyPr vert="horz" anchor="t" wrap="square" tIns="45709" lIns="91419" bIns="45709" rIns="91419">
                  <a:prstTxWarp prst="textNoShape">
                    <a:avLst/>
                  </a:prstTxWarp>
                  <a:normAutofit/>
                </a:bodyPr>
                <a:p>
                  <a:pPr algn="l" marL="0"/>
                </a:p>
              </p:txBody>
            </p:sp>
          </p:grpSp>
          <p:sp>
            <p:nvSpPr>
              <p:cNvPr name="TextBox 16" id="16"/>
              <p:cNvSpPr txBox="true"/>
              <p:nvPr/>
            </p:nvSpPr>
            <p:spPr>
              <a:xfrm rot="10800000">
                <a:off x="2380692" y="2824602"/>
                <a:ext cx="3094484" cy="1200607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defRPr/>
                </a:pPr>
                <a:endParaRPr lang="en-US" sz="1100"/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>
            <a:off x="714055" y="414205"/>
            <a:ext cx="1115994" cy="46166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dist" marL="0">
              <a:defRPr/>
            </a:pPr>
            <a:r>
              <a:rPr lang="en-US" b="false" i="false" sz="24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三极正朗黑简体"/>
                <a:ea typeface="三极正朗黑简体"/>
              </a:rPr>
              <a:t>LOGO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1044932" y="5431321"/>
            <a:ext cx="2933616" cy="276999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false" i="false" sz="1200" baseline="0" u="none" altLang="en-US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匯報人：</a:t>
            </a:r>
            <a:r>
              <a:rPr lang="en-US" b="false" i="false" sz="12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Microsoft YaHei"/>
                <a:ea typeface="Microsoft YaHei"/>
              </a:rPr>
              <a:t>XXX</a:t>
            </a:r>
          </a:p>
        </p:txBody>
      </p:sp>
    </p:spTree>
  </p:cSld>
  <p:clrMapOvr>
    <a:masterClrMapping/>
  </p:clrMapOvr>
  <p:transition spd="med">
    <p:pull dir="l"/>
  </p:transition>
  <p:timing>
    <p:tnLst>
      <p:par>
        <p:cTn id="74279" dur="indefinite" repeatCount="1000" spd="100%" accel="0%" decel="0%" restart="never" nodeType="tmRoot">
          <p:childTnLst>
            <p:seq concurrent="true" nextAc="seek">
              <p:cTn id="74280" dur="indefinite" repeatCount="1000" spd="100%" accel="0%" decel="0%" nodeType="mainSeq">
                <p:childTnLst>
                  <p:par>
                    <p:cTn id="74281" repeatCount="1000" spd="100%" accel="0%" decel="0%" fill="hold">
                      <p:stCondLst>
                        <p:cond delay="indefinite"/>
                        <p:cond evt="onBegin" delay="0">
                          <p:tn val="74280"/>
                        </p:cond>
                      </p:stCondLst>
                      <p:childTnLst>
                        <p:par>
                          <p:cTn id="7428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74283" presetID="38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74284" dur="455" repeatCount="1000" spd="100%" accel="0%" decel="0%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45.0"/>
                                          </p:val>
                                        </p:tav>
                                        <p:tav fmla="" tm="69900">
                                          <p:val>
                                            <p:fltVal val="45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285" dur="455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286" dur="156" repeatCount="1000" spd="100%" accel="0%" decel="50000" autoRev="true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287" dur="136" repeatCount="1000" spd="100%" accel="0%" decel="0%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28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289" dur="455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8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2025-05-13T12:35:50Z</dcterms:created>
  <cp:lastModifiedBy>user</cp:lastModifiedBy>
  <dcterms:modified xsi:type="dcterms:W3CDTF">2025-05-13T12:35:50Z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</Properties>
</file>